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756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6939" y="614248"/>
            <a:ext cx="8394826" cy="9324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1">
                <a:solidFill>
                  <a:srgbClr val="273139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2/29/2024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1">
                <a:solidFill>
                  <a:srgbClr val="273139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2/29/2024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1">
                <a:solidFill>
                  <a:srgbClr val="273139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2/29/2024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1">
                <a:solidFill>
                  <a:srgbClr val="273139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2/29/2024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2/29/2024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939" y="324688"/>
            <a:ext cx="9380220" cy="13011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1">
                <a:solidFill>
                  <a:srgbClr val="273139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746629" y="1401318"/>
            <a:ext cx="8001634" cy="47091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2/29/2024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068557" y="6465214"/>
            <a:ext cx="244475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hyperlink" Target="https://en.wikipedia.org/wiki/Undirected_graph" TargetMode="Externa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eeksforgeeks.org/binary-search-tree-data-structure/" TargetMode="Externa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69941" y="2493340"/>
            <a:ext cx="2453640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spc="-35" dirty="0">
                <a:solidFill>
                  <a:srgbClr val="000000"/>
                </a:solidFill>
              </a:rPr>
              <a:t>UNI</a:t>
            </a:r>
            <a:r>
              <a:rPr sz="6000" spc="-595" dirty="0">
                <a:solidFill>
                  <a:srgbClr val="000000"/>
                </a:solidFill>
              </a:rPr>
              <a:t>T</a:t>
            </a:r>
            <a:r>
              <a:rPr sz="6000" spc="-30" dirty="0">
                <a:solidFill>
                  <a:srgbClr val="000000"/>
                </a:solidFill>
              </a:rPr>
              <a:t>-</a:t>
            </a:r>
            <a:r>
              <a:rPr sz="6000" spc="-50" dirty="0">
                <a:solidFill>
                  <a:srgbClr val="000000"/>
                </a:solidFill>
              </a:rPr>
              <a:t>5</a:t>
            </a:r>
            <a:endParaRPr sz="6000"/>
          </a:p>
        </p:txBody>
      </p:sp>
      <p:sp>
        <p:nvSpPr>
          <p:cNvPr id="3" name="object 3"/>
          <p:cNvSpPr txBox="1"/>
          <p:nvPr/>
        </p:nvSpPr>
        <p:spPr>
          <a:xfrm>
            <a:off x="1460753" y="3488182"/>
            <a:ext cx="9128760" cy="1113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10"/>
              </a:spcBef>
            </a:pPr>
            <a:endParaRPr sz="2400" dirty="0">
              <a:latin typeface="Calibri"/>
              <a:cs typeface="Calibri"/>
            </a:endParaRPr>
          </a:p>
          <a:p>
            <a:pPr marL="12700" marR="798830">
              <a:lnSpc>
                <a:spcPct val="102099"/>
              </a:lnSpc>
            </a:pPr>
            <a:r>
              <a:rPr sz="2400" spc="-55" dirty="0">
                <a:latin typeface="Calibri"/>
                <a:cs typeface="Calibri"/>
              </a:rPr>
              <a:t>Text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Book: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Horowitz,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Sahni,</a:t>
            </a:r>
            <a:r>
              <a:rPr sz="2400" spc="-15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Anderson-</a:t>
            </a:r>
            <a:r>
              <a:rPr sz="2400" dirty="0">
                <a:latin typeface="Times New Roman"/>
                <a:cs typeface="Times New Roman"/>
              </a:rPr>
              <a:t>Freed: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Fundamentals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20" dirty="0">
                <a:latin typeface="Times New Roman"/>
                <a:cs typeface="Times New Roman"/>
              </a:rPr>
              <a:t> Data </a:t>
            </a:r>
            <a:r>
              <a:rPr sz="2400" dirty="0">
                <a:latin typeface="Times New Roman"/>
                <a:cs typeface="Times New Roman"/>
              </a:rPr>
              <a:t>Structures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C,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2nd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Edition,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Universities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Press,</a:t>
            </a:r>
            <a:r>
              <a:rPr sz="2400" spc="-10" dirty="0">
                <a:latin typeface="Times New Roman"/>
                <a:cs typeface="Times New Roman"/>
              </a:rPr>
              <a:t> 2008.</a:t>
            </a:r>
            <a:endParaRPr sz="2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520395"/>
            <a:ext cx="207835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>
                <a:solidFill>
                  <a:srgbClr val="000000"/>
                </a:solidFill>
              </a:rPr>
              <a:t>Contents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22477" y="1448863"/>
            <a:ext cx="7579995" cy="230060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81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Times New Roman"/>
                <a:cs typeface="Times New Roman"/>
              </a:rPr>
              <a:t>Graphs: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Graph</a:t>
            </a:r>
            <a:r>
              <a:rPr sz="2400" spc="-1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Abstract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Type</a:t>
            </a:r>
            <a:endParaRPr sz="240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spcBef>
                <a:spcPts val="71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Times New Roman"/>
                <a:cs typeface="Times New Roman"/>
              </a:rPr>
              <a:t>Elementary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Graph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Operations.</a:t>
            </a:r>
            <a:endParaRPr sz="240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spcBef>
                <a:spcPts val="72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Times New Roman"/>
                <a:cs typeface="Times New Roman"/>
              </a:rPr>
              <a:t>Priority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Queues: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Single-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Double-</a:t>
            </a:r>
            <a:r>
              <a:rPr sz="2400" dirty="0">
                <a:latin typeface="Times New Roman"/>
                <a:cs typeface="Times New Roman"/>
              </a:rPr>
              <a:t>Ended Priority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Queues</a:t>
            </a:r>
            <a:endParaRPr sz="240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spcBef>
                <a:spcPts val="71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Times New Roman"/>
                <a:cs typeface="Times New Roman"/>
              </a:rPr>
              <a:t>Leftist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Trees.</a:t>
            </a:r>
            <a:endParaRPr sz="240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Times New Roman"/>
                <a:cs typeface="Times New Roman"/>
              </a:rPr>
              <a:t>Efficient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Binary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Search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Trees:</a:t>
            </a:r>
            <a:r>
              <a:rPr sz="2400" spc="-150" dirty="0">
                <a:latin typeface="Times New Roman"/>
                <a:cs typeface="Times New Roman"/>
              </a:rPr>
              <a:t> </a:t>
            </a:r>
            <a:r>
              <a:rPr sz="2400" spc="-130" dirty="0">
                <a:latin typeface="Times New Roman"/>
                <a:cs typeface="Times New Roman"/>
              </a:rPr>
              <a:t>AVL</a:t>
            </a:r>
            <a:r>
              <a:rPr sz="2400" spc="-1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Trees.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122046"/>
            <a:ext cx="173672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>
                <a:solidFill>
                  <a:srgbClr val="000000"/>
                </a:solidFill>
              </a:rPr>
              <a:t>Graphs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7800" y="1064767"/>
            <a:ext cx="11689080" cy="558609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 marR="5080">
              <a:lnSpc>
                <a:spcPct val="90000"/>
              </a:lnSpc>
              <a:spcBef>
                <a:spcPts val="430"/>
              </a:spcBef>
            </a:pPr>
            <a:r>
              <a:rPr sz="2800" i="1" dirty="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sz="2800" i="1" spc="-7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b="1" i="1" dirty="0">
                <a:solidFill>
                  <a:srgbClr val="273139"/>
                </a:solidFill>
                <a:latin typeface="Times New Roman"/>
                <a:cs typeface="Times New Roman"/>
              </a:rPr>
              <a:t>Graph</a:t>
            </a:r>
            <a:r>
              <a:rPr sz="2800" b="1" i="1" spc="-2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i="1" dirty="0">
                <a:solidFill>
                  <a:srgbClr val="273139"/>
                </a:solidFill>
                <a:latin typeface="Times New Roman"/>
                <a:cs typeface="Times New Roman"/>
              </a:rPr>
              <a:t>is</a:t>
            </a:r>
            <a:r>
              <a:rPr sz="2800" i="1" spc="-3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i="1" dirty="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sz="2800" i="1" spc="-1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b="1" i="1" spc="-10" dirty="0">
                <a:solidFill>
                  <a:srgbClr val="273139"/>
                </a:solidFill>
                <a:latin typeface="Times New Roman"/>
                <a:cs typeface="Times New Roman"/>
              </a:rPr>
              <a:t>non-</a:t>
            </a:r>
            <a:r>
              <a:rPr sz="2800" b="1" i="1" dirty="0">
                <a:solidFill>
                  <a:srgbClr val="273139"/>
                </a:solidFill>
                <a:latin typeface="Times New Roman"/>
                <a:cs typeface="Times New Roman"/>
              </a:rPr>
              <a:t>linear</a:t>
            </a:r>
            <a:r>
              <a:rPr sz="2800" b="1" i="1" spc="-4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b="1" i="1" dirty="0">
                <a:solidFill>
                  <a:srgbClr val="273139"/>
                </a:solidFill>
                <a:latin typeface="Times New Roman"/>
                <a:cs typeface="Times New Roman"/>
              </a:rPr>
              <a:t>data</a:t>
            </a:r>
            <a:r>
              <a:rPr sz="2800" b="1" i="1" spc="-4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b="1" i="1" dirty="0">
                <a:solidFill>
                  <a:srgbClr val="273139"/>
                </a:solidFill>
                <a:latin typeface="Times New Roman"/>
                <a:cs typeface="Times New Roman"/>
              </a:rPr>
              <a:t>structure</a:t>
            </a:r>
            <a:r>
              <a:rPr sz="2800" b="1" i="1" spc="-3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i="1" dirty="0">
                <a:solidFill>
                  <a:srgbClr val="273139"/>
                </a:solidFill>
                <a:latin typeface="Times New Roman"/>
                <a:cs typeface="Times New Roman"/>
              </a:rPr>
              <a:t>consisting</a:t>
            </a:r>
            <a:r>
              <a:rPr sz="2800" i="1" spc="-5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i="1" dirty="0">
                <a:solidFill>
                  <a:srgbClr val="273139"/>
                </a:solidFill>
                <a:latin typeface="Times New Roman"/>
                <a:cs typeface="Times New Roman"/>
              </a:rPr>
              <a:t>of</a:t>
            </a:r>
            <a:r>
              <a:rPr sz="2800" i="1" spc="-2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i="1" dirty="0">
                <a:solidFill>
                  <a:srgbClr val="273139"/>
                </a:solidFill>
                <a:latin typeface="Times New Roman"/>
                <a:cs typeface="Times New Roman"/>
              </a:rPr>
              <a:t>vertices</a:t>
            </a:r>
            <a:r>
              <a:rPr sz="2800" i="1" spc="-4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i="1" dirty="0">
                <a:solidFill>
                  <a:srgbClr val="273139"/>
                </a:solidFill>
                <a:latin typeface="Times New Roman"/>
                <a:cs typeface="Times New Roman"/>
              </a:rPr>
              <a:t>and</a:t>
            </a:r>
            <a:r>
              <a:rPr sz="2800" i="1" spc="-3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i="1" dirty="0">
                <a:solidFill>
                  <a:srgbClr val="273139"/>
                </a:solidFill>
                <a:latin typeface="Times New Roman"/>
                <a:cs typeface="Times New Roman"/>
              </a:rPr>
              <a:t>edges.</a:t>
            </a:r>
            <a:r>
              <a:rPr sz="2800" i="1" spc="-3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i="1" spc="-25" dirty="0">
                <a:solidFill>
                  <a:srgbClr val="273139"/>
                </a:solidFill>
                <a:latin typeface="Times New Roman"/>
                <a:cs typeface="Times New Roman"/>
              </a:rPr>
              <a:t>The </a:t>
            </a:r>
            <a:r>
              <a:rPr sz="2800" i="1" dirty="0">
                <a:solidFill>
                  <a:srgbClr val="273139"/>
                </a:solidFill>
                <a:latin typeface="Times New Roman"/>
                <a:cs typeface="Times New Roman"/>
              </a:rPr>
              <a:t>vertices</a:t>
            </a:r>
            <a:r>
              <a:rPr sz="2800" i="1" spc="-5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i="1" dirty="0">
                <a:solidFill>
                  <a:srgbClr val="273139"/>
                </a:solidFill>
                <a:latin typeface="Times New Roman"/>
                <a:cs typeface="Times New Roman"/>
              </a:rPr>
              <a:t>are</a:t>
            </a:r>
            <a:r>
              <a:rPr sz="2800" i="1" spc="-5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i="1" dirty="0">
                <a:solidFill>
                  <a:srgbClr val="273139"/>
                </a:solidFill>
                <a:latin typeface="Times New Roman"/>
                <a:cs typeface="Times New Roman"/>
              </a:rPr>
              <a:t>sometimes</a:t>
            </a:r>
            <a:r>
              <a:rPr sz="2800" i="1" spc="-3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i="1" dirty="0">
                <a:solidFill>
                  <a:srgbClr val="273139"/>
                </a:solidFill>
                <a:latin typeface="Times New Roman"/>
                <a:cs typeface="Times New Roman"/>
              </a:rPr>
              <a:t>also</a:t>
            </a:r>
            <a:r>
              <a:rPr sz="2800" i="1" spc="-6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i="1" spc="-10" dirty="0">
                <a:solidFill>
                  <a:srgbClr val="273139"/>
                </a:solidFill>
                <a:latin typeface="Times New Roman"/>
                <a:cs typeface="Times New Roman"/>
              </a:rPr>
              <a:t>referred</a:t>
            </a:r>
            <a:r>
              <a:rPr sz="2800" i="1" spc="-4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i="1" dirty="0">
                <a:solidFill>
                  <a:srgbClr val="273139"/>
                </a:solidFill>
                <a:latin typeface="Times New Roman"/>
                <a:cs typeface="Times New Roman"/>
              </a:rPr>
              <a:t>to</a:t>
            </a:r>
            <a:r>
              <a:rPr sz="2800" i="1" spc="-5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i="1" dirty="0">
                <a:solidFill>
                  <a:srgbClr val="273139"/>
                </a:solidFill>
                <a:latin typeface="Times New Roman"/>
                <a:cs typeface="Times New Roman"/>
              </a:rPr>
              <a:t>as</a:t>
            </a:r>
            <a:r>
              <a:rPr sz="2800" i="1" spc="-4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i="1" dirty="0">
                <a:solidFill>
                  <a:srgbClr val="273139"/>
                </a:solidFill>
                <a:latin typeface="Times New Roman"/>
                <a:cs typeface="Times New Roman"/>
              </a:rPr>
              <a:t>nodes</a:t>
            </a:r>
            <a:r>
              <a:rPr sz="2800" i="1" spc="-5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i="1" dirty="0">
                <a:solidFill>
                  <a:srgbClr val="273139"/>
                </a:solidFill>
                <a:latin typeface="Times New Roman"/>
                <a:cs typeface="Times New Roman"/>
              </a:rPr>
              <a:t>and</a:t>
            </a:r>
            <a:r>
              <a:rPr sz="2800" i="1" spc="-4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i="1" dirty="0">
                <a:solidFill>
                  <a:srgbClr val="273139"/>
                </a:solidFill>
                <a:latin typeface="Times New Roman"/>
                <a:cs typeface="Times New Roman"/>
              </a:rPr>
              <a:t>the</a:t>
            </a:r>
            <a:r>
              <a:rPr sz="2800" i="1" spc="-5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i="1" dirty="0">
                <a:solidFill>
                  <a:srgbClr val="273139"/>
                </a:solidFill>
                <a:latin typeface="Times New Roman"/>
                <a:cs typeface="Times New Roman"/>
              </a:rPr>
              <a:t>edges</a:t>
            </a:r>
            <a:r>
              <a:rPr sz="2800" i="1" spc="-4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i="1" dirty="0">
                <a:solidFill>
                  <a:srgbClr val="273139"/>
                </a:solidFill>
                <a:latin typeface="Times New Roman"/>
                <a:cs typeface="Times New Roman"/>
              </a:rPr>
              <a:t>are</a:t>
            </a:r>
            <a:r>
              <a:rPr sz="2800" i="1" spc="-5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i="1" dirty="0">
                <a:solidFill>
                  <a:srgbClr val="273139"/>
                </a:solidFill>
                <a:latin typeface="Times New Roman"/>
                <a:cs typeface="Times New Roman"/>
              </a:rPr>
              <a:t>lines</a:t>
            </a:r>
            <a:r>
              <a:rPr sz="2800" i="1" spc="-5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i="1" dirty="0">
                <a:solidFill>
                  <a:srgbClr val="273139"/>
                </a:solidFill>
                <a:latin typeface="Times New Roman"/>
                <a:cs typeface="Times New Roman"/>
              </a:rPr>
              <a:t>or</a:t>
            </a:r>
            <a:r>
              <a:rPr sz="2800" i="1" spc="-4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i="1" spc="-20" dirty="0">
                <a:solidFill>
                  <a:srgbClr val="273139"/>
                </a:solidFill>
                <a:latin typeface="Times New Roman"/>
                <a:cs typeface="Times New Roman"/>
              </a:rPr>
              <a:t>arcs </a:t>
            </a:r>
            <a:r>
              <a:rPr sz="2800" i="1" dirty="0">
                <a:solidFill>
                  <a:srgbClr val="273139"/>
                </a:solidFill>
                <a:latin typeface="Times New Roman"/>
                <a:cs typeface="Times New Roman"/>
              </a:rPr>
              <a:t>that</a:t>
            </a:r>
            <a:r>
              <a:rPr sz="2800" i="1" spc="-6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i="1" dirty="0">
                <a:solidFill>
                  <a:srgbClr val="273139"/>
                </a:solidFill>
                <a:latin typeface="Times New Roman"/>
                <a:cs typeface="Times New Roman"/>
              </a:rPr>
              <a:t>connect</a:t>
            </a:r>
            <a:r>
              <a:rPr sz="2800" i="1" spc="-5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i="1" dirty="0">
                <a:solidFill>
                  <a:srgbClr val="273139"/>
                </a:solidFill>
                <a:latin typeface="Times New Roman"/>
                <a:cs typeface="Times New Roman"/>
              </a:rPr>
              <a:t>any</a:t>
            </a:r>
            <a:r>
              <a:rPr sz="2800" i="1" spc="-4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i="1" dirty="0">
                <a:solidFill>
                  <a:srgbClr val="273139"/>
                </a:solidFill>
                <a:latin typeface="Times New Roman"/>
                <a:cs typeface="Times New Roman"/>
              </a:rPr>
              <a:t>two</a:t>
            </a:r>
            <a:r>
              <a:rPr sz="2800" i="1" spc="-4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i="1" dirty="0">
                <a:solidFill>
                  <a:srgbClr val="273139"/>
                </a:solidFill>
                <a:latin typeface="Times New Roman"/>
                <a:cs typeface="Times New Roman"/>
              </a:rPr>
              <a:t>nodes</a:t>
            </a:r>
            <a:r>
              <a:rPr sz="2800" i="1" spc="-5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i="1" dirty="0">
                <a:solidFill>
                  <a:srgbClr val="273139"/>
                </a:solidFill>
                <a:latin typeface="Times New Roman"/>
                <a:cs typeface="Times New Roman"/>
              </a:rPr>
              <a:t>in</a:t>
            </a:r>
            <a:r>
              <a:rPr sz="2800" i="1" spc="-4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i="1" dirty="0">
                <a:solidFill>
                  <a:srgbClr val="273139"/>
                </a:solidFill>
                <a:latin typeface="Times New Roman"/>
                <a:cs typeface="Times New Roman"/>
              </a:rPr>
              <a:t>the</a:t>
            </a:r>
            <a:r>
              <a:rPr sz="2800" i="1" spc="-4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i="1" dirty="0">
                <a:solidFill>
                  <a:srgbClr val="273139"/>
                </a:solidFill>
                <a:latin typeface="Times New Roman"/>
                <a:cs typeface="Times New Roman"/>
              </a:rPr>
              <a:t>graph.</a:t>
            </a:r>
            <a:r>
              <a:rPr sz="2800" i="1" spc="-5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i="1" dirty="0">
                <a:solidFill>
                  <a:srgbClr val="273139"/>
                </a:solidFill>
                <a:latin typeface="Times New Roman"/>
                <a:cs typeface="Times New Roman"/>
              </a:rPr>
              <a:t>More</a:t>
            </a:r>
            <a:r>
              <a:rPr sz="2800" i="1" spc="-4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i="1" dirty="0">
                <a:solidFill>
                  <a:srgbClr val="273139"/>
                </a:solidFill>
                <a:latin typeface="Times New Roman"/>
                <a:cs typeface="Times New Roman"/>
              </a:rPr>
              <a:t>formally</a:t>
            </a:r>
            <a:r>
              <a:rPr sz="2800" i="1" spc="-6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i="1" dirty="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sz="2800" i="1" spc="-4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i="1" dirty="0">
                <a:solidFill>
                  <a:srgbClr val="273139"/>
                </a:solidFill>
                <a:latin typeface="Times New Roman"/>
                <a:cs typeface="Times New Roman"/>
              </a:rPr>
              <a:t>Graph</a:t>
            </a:r>
            <a:r>
              <a:rPr sz="2800" i="1" spc="-3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i="1" dirty="0">
                <a:solidFill>
                  <a:srgbClr val="273139"/>
                </a:solidFill>
                <a:latin typeface="Times New Roman"/>
                <a:cs typeface="Times New Roman"/>
              </a:rPr>
              <a:t>is</a:t>
            </a:r>
            <a:r>
              <a:rPr sz="2800" i="1" spc="-5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i="1" dirty="0">
                <a:solidFill>
                  <a:srgbClr val="273139"/>
                </a:solidFill>
                <a:latin typeface="Times New Roman"/>
                <a:cs typeface="Times New Roman"/>
              </a:rPr>
              <a:t>composed</a:t>
            </a:r>
            <a:r>
              <a:rPr sz="2800" i="1" spc="-4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i="1" dirty="0">
                <a:solidFill>
                  <a:srgbClr val="273139"/>
                </a:solidFill>
                <a:latin typeface="Times New Roman"/>
                <a:cs typeface="Times New Roman"/>
              </a:rPr>
              <a:t>of</a:t>
            </a:r>
            <a:r>
              <a:rPr sz="2800" i="1" spc="-4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i="1" spc="-50" dirty="0">
                <a:solidFill>
                  <a:srgbClr val="273139"/>
                </a:solidFill>
                <a:latin typeface="Times New Roman"/>
                <a:cs typeface="Times New Roman"/>
              </a:rPr>
              <a:t>a </a:t>
            </a:r>
            <a:r>
              <a:rPr sz="2800" i="1" dirty="0">
                <a:solidFill>
                  <a:srgbClr val="273139"/>
                </a:solidFill>
                <a:latin typeface="Times New Roman"/>
                <a:cs typeface="Times New Roman"/>
              </a:rPr>
              <a:t>set</a:t>
            </a:r>
            <a:r>
              <a:rPr sz="2800" i="1" spc="-2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i="1" dirty="0">
                <a:solidFill>
                  <a:srgbClr val="273139"/>
                </a:solidFill>
                <a:latin typeface="Times New Roman"/>
                <a:cs typeface="Times New Roman"/>
              </a:rPr>
              <a:t>of</a:t>
            </a:r>
            <a:r>
              <a:rPr sz="2800" i="1" spc="-2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i="1" dirty="0">
                <a:solidFill>
                  <a:srgbClr val="273139"/>
                </a:solidFill>
                <a:latin typeface="Times New Roman"/>
                <a:cs typeface="Times New Roman"/>
              </a:rPr>
              <a:t>vertices(</a:t>
            </a:r>
            <a:r>
              <a:rPr sz="2800" i="1" spc="-2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i="1" dirty="0">
                <a:solidFill>
                  <a:srgbClr val="273139"/>
                </a:solidFill>
                <a:latin typeface="Times New Roman"/>
                <a:cs typeface="Times New Roman"/>
              </a:rPr>
              <a:t>V</a:t>
            </a:r>
            <a:r>
              <a:rPr sz="2800" i="1" spc="-7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i="1" dirty="0">
                <a:solidFill>
                  <a:srgbClr val="273139"/>
                </a:solidFill>
                <a:latin typeface="Times New Roman"/>
                <a:cs typeface="Times New Roman"/>
              </a:rPr>
              <a:t>)</a:t>
            </a:r>
            <a:r>
              <a:rPr sz="2800" i="1" spc="-1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i="1" dirty="0">
                <a:solidFill>
                  <a:srgbClr val="273139"/>
                </a:solidFill>
                <a:latin typeface="Times New Roman"/>
                <a:cs typeface="Times New Roman"/>
              </a:rPr>
              <a:t>and</a:t>
            </a:r>
            <a:r>
              <a:rPr sz="2800" i="1" spc="-3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i="1" dirty="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sz="2800" i="1" spc="-2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i="1" dirty="0">
                <a:solidFill>
                  <a:srgbClr val="273139"/>
                </a:solidFill>
                <a:latin typeface="Times New Roman"/>
                <a:cs typeface="Times New Roman"/>
              </a:rPr>
              <a:t>set</a:t>
            </a:r>
            <a:r>
              <a:rPr sz="2800" i="1" spc="-2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i="1" dirty="0">
                <a:solidFill>
                  <a:srgbClr val="273139"/>
                </a:solidFill>
                <a:latin typeface="Times New Roman"/>
                <a:cs typeface="Times New Roman"/>
              </a:rPr>
              <a:t>of</a:t>
            </a:r>
            <a:r>
              <a:rPr sz="2800" i="1" spc="-1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i="1" dirty="0">
                <a:solidFill>
                  <a:srgbClr val="273139"/>
                </a:solidFill>
                <a:latin typeface="Times New Roman"/>
                <a:cs typeface="Times New Roman"/>
              </a:rPr>
              <a:t>edges(</a:t>
            </a:r>
            <a:r>
              <a:rPr sz="2800" i="1" spc="-3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i="1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2800" i="1" spc="-2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i="1" dirty="0">
                <a:solidFill>
                  <a:srgbClr val="273139"/>
                </a:solidFill>
                <a:latin typeface="Times New Roman"/>
                <a:cs typeface="Times New Roman"/>
              </a:rPr>
              <a:t>).</a:t>
            </a:r>
            <a:r>
              <a:rPr sz="2800" i="1" spc="-2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i="1" dirty="0">
                <a:solidFill>
                  <a:srgbClr val="273139"/>
                </a:solidFill>
                <a:latin typeface="Times New Roman"/>
                <a:cs typeface="Times New Roman"/>
              </a:rPr>
              <a:t>The</a:t>
            </a:r>
            <a:r>
              <a:rPr sz="2800" i="1" spc="-2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i="1" dirty="0">
                <a:solidFill>
                  <a:srgbClr val="273139"/>
                </a:solidFill>
                <a:latin typeface="Times New Roman"/>
                <a:cs typeface="Times New Roman"/>
              </a:rPr>
              <a:t>graph</a:t>
            </a:r>
            <a:r>
              <a:rPr sz="2800" i="1" spc="-3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i="1" dirty="0">
                <a:solidFill>
                  <a:srgbClr val="273139"/>
                </a:solidFill>
                <a:latin typeface="Times New Roman"/>
                <a:cs typeface="Times New Roman"/>
              </a:rPr>
              <a:t>is</a:t>
            </a:r>
            <a:r>
              <a:rPr sz="2800" i="1" spc="-2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i="1" dirty="0">
                <a:solidFill>
                  <a:srgbClr val="273139"/>
                </a:solidFill>
                <a:latin typeface="Times New Roman"/>
                <a:cs typeface="Times New Roman"/>
              </a:rPr>
              <a:t>denoted</a:t>
            </a:r>
            <a:r>
              <a:rPr sz="2800" i="1" spc="-5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i="1" dirty="0">
                <a:solidFill>
                  <a:srgbClr val="273139"/>
                </a:solidFill>
                <a:latin typeface="Times New Roman"/>
                <a:cs typeface="Times New Roman"/>
              </a:rPr>
              <a:t>by</a:t>
            </a:r>
            <a:r>
              <a:rPr sz="2800" i="1" spc="-2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i="1" dirty="0">
                <a:solidFill>
                  <a:srgbClr val="273139"/>
                </a:solidFill>
                <a:latin typeface="Times New Roman"/>
                <a:cs typeface="Times New Roman"/>
              </a:rPr>
              <a:t>G(E,</a:t>
            </a:r>
            <a:r>
              <a:rPr sz="2800" i="1" spc="2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i="1" spc="-25" dirty="0">
                <a:solidFill>
                  <a:srgbClr val="273139"/>
                </a:solidFill>
                <a:latin typeface="Times New Roman"/>
                <a:cs typeface="Times New Roman"/>
              </a:rPr>
              <a:t>V).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90"/>
              </a:spcBef>
            </a:pPr>
            <a:endParaRPr sz="280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solidFill>
                  <a:srgbClr val="CC3300"/>
                </a:solidFill>
                <a:latin typeface="Calibri"/>
                <a:cs typeface="Calibri"/>
              </a:rPr>
              <a:t>A</a:t>
            </a:r>
            <a:r>
              <a:rPr sz="2800" spc="-50" dirty="0">
                <a:solidFill>
                  <a:srgbClr val="CC33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CC3300"/>
                </a:solidFill>
                <a:latin typeface="Calibri"/>
                <a:cs typeface="Calibri"/>
              </a:rPr>
              <a:t>graph</a:t>
            </a:r>
            <a:r>
              <a:rPr sz="2800" spc="-50" dirty="0">
                <a:solidFill>
                  <a:srgbClr val="CC330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consists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two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sets</a:t>
            </a:r>
            <a:endParaRPr sz="2800">
              <a:latin typeface="Calibri"/>
              <a:cs typeface="Calibri"/>
            </a:endParaRPr>
          </a:p>
          <a:p>
            <a:pPr marL="697230" lvl="1" indent="-227329">
              <a:lnSpc>
                <a:spcPct val="100000"/>
              </a:lnSpc>
              <a:spcBef>
                <a:spcPts val="245"/>
              </a:spcBef>
              <a:buFont typeface="Arial MT"/>
              <a:buChar char="•"/>
              <a:tabLst>
                <a:tab pos="697230" algn="l"/>
              </a:tabLst>
            </a:pPr>
            <a:r>
              <a:rPr sz="2400" dirty="0">
                <a:latin typeface="Calibri"/>
                <a:cs typeface="Calibri"/>
              </a:rPr>
              <a:t>a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finite,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nonempty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set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vertices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V(G)</a:t>
            </a:r>
            <a:endParaRPr sz="2400">
              <a:latin typeface="Calibri"/>
              <a:cs typeface="Calibri"/>
            </a:endParaRPr>
          </a:p>
          <a:p>
            <a:pPr marL="697230" lvl="1" indent="-227329">
              <a:lnSpc>
                <a:spcPct val="100000"/>
              </a:lnSpc>
              <a:spcBef>
                <a:spcPts val="204"/>
              </a:spcBef>
              <a:buFont typeface="Arial MT"/>
              <a:buChar char="•"/>
              <a:tabLst>
                <a:tab pos="697230" algn="l"/>
              </a:tabLst>
            </a:pPr>
            <a:r>
              <a:rPr sz="2400" dirty="0">
                <a:latin typeface="Calibri"/>
                <a:cs typeface="Calibri"/>
              </a:rPr>
              <a:t>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finite,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possible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empty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set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edges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E(G)</a:t>
            </a:r>
            <a:endParaRPr sz="2400">
              <a:latin typeface="Calibri"/>
              <a:cs typeface="Calibri"/>
            </a:endParaRPr>
          </a:p>
          <a:p>
            <a:pPr marL="697230" lvl="1" indent="-227329">
              <a:lnSpc>
                <a:spcPct val="100000"/>
              </a:lnSpc>
              <a:spcBef>
                <a:spcPts val="219"/>
              </a:spcBef>
              <a:buFont typeface="Arial MT"/>
              <a:buChar char="•"/>
              <a:tabLst>
                <a:tab pos="697230" algn="l"/>
              </a:tabLst>
            </a:pPr>
            <a:r>
              <a:rPr sz="2400" spc="-30" dirty="0">
                <a:latin typeface="Calibri"/>
                <a:cs typeface="Calibri"/>
              </a:rPr>
              <a:t>G(V,E)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represents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graph</a:t>
            </a:r>
            <a:endParaRPr sz="2400">
              <a:latin typeface="Calibri"/>
              <a:cs typeface="Calibri"/>
            </a:endParaRPr>
          </a:p>
          <a:p>
            <a:pPr marL="240029" marR="99695" indent="-227329">
              <a:lnSpc>
                <a:spcPts val="3020"/>
              </a:lnSpc>
              <a:spcBef>
                <a:spcPts val="101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An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CC3300"/>
                </a:solidFill>
                <a:latin typeface="Calibri"/>
                <a:cs typeface="Calibri"/>
              </a:rPr>
              <a:t>undirected</a:t>
            </a:r>
            <a:r>
              <a:rPr sz="2800" spc="-15" dirty="0">
                <a:solidFill>
                  <a:srgbClr val="CC33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CC3300"/>
                </a:solidFill>
                <a:latin typeface="Calibri"/>
                <a:cs typeface="Calibri"/>
              </a:rPr>
              <a:t>graph</a:t>
            </a:r>
            <a:r>
              <a:rPr sz="2800" spc="-15" dirty="0">
                <a:solidFill>
                  <a:srgbClr val="CC330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which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pair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vertices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edge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unordered, 	</a:t>
            </a:r>
            <a:r>
              <a:rPr sz="2800" dirty="0">
                <a:latin typeface="Calibri"/>
                <a:cs typeface="Calibri"/>
              </a:rPr>
              <a:t>(v</a:t>
            </a:r>
            <a:r>
              <a:rPr sz="1800" dirty="0">
                <a:latin typeface="Calibri"/>
                <a:cs typeface="Calibri"/>
              </a:rPr>
              <a:t>0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</a:t>
            </a:r>
            <a:r>
              <a:rPr sz="1800" dirty="0">
                <a:latin typeface="Calibri"/>
                <a:cs typeface="Calibri"/>
              </a:rPr>
              <a:t>1</a:t>
            </a:r>
            <a:r>
              <a:rPr sz="2800" dirty="0">
                <a:latin typeface="Calibri"/>
                <a:cs typeface="Calibri"/>
              </a:rPr>
              <a:t>)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=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(v</a:t>
            </a:r>
            <a:r>
              <a:rPr sz="1800" spc="-10" dirty="0">
                <a:latin typeface="Calibri"/>
                <a:cs typeface="Calibri"/>
              </a:rPr>
              <a:t>1</a:t>
            </a:r>
            <a:r>
              <a:rPr sz="2800" spc="-10" dirty="0">
                <a:latin typeface="Calibri"/>
                <a:cs typeface="Calibri"/>
              </a:rPr>
              <a:t>,v</a:t>
            </a:r>
            <a:r>
              <a:rPr sz="1800" spc="-10" dirty="0">
                <a:latin typeface="Calibri"/>
                <a:cs typeface="Calibri"/>
              </a:rPr>
              <a:t>0</a:t>
            </a:r>
            <a:r>
              <a:rPr sz="2800" spc="-10" dirty="0">
                <a:latin typeface="Calibri"/>
                <a:cs typeface="Calibri"/>
              </a:rPr>
              <a:t>)</a:t>
            </a:r>
            <a:endParaRPr sz="2800">
              <a:latin typeface="Calibri"/>
              <a:cs typeface="Calibri"/>
            </a:endParaRPr>
          </a:p>
          <a:p>
            <a:pPr marL="240029" marR="513715" indent="-227329">
              <a:lnSpc>
                <a:spcPts val="3020"/>
              </a:lnSpc>
              <a:spcBef>
                <a:spcPts val="101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CC3300"/>
                </a:solidFill>
                <a:latin typeface="Calibri"/>
                <a:cs typeface="Calibri"/>
              </a:rPr>
              <a:t>directed</a:t>
            </a:r>
            <a:r>
              <a:rPr sz="2800" spc="-40" dirty="0">
                <a:solidFill>
                  <a:srgbClr val="CC33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CC3300"/>
                </a:solidFill>
                <a:latin typeface="Calibri"/>
                <a:cs typeface="Calibri"/>
              </a:rPr>
              <a:t>graph</a:t>
            </a:r>
            <a:r>
              <a:rPr sz="2800" spc="-25" dirty="0">
                <a:solidFill>
                  <a:srgbClr val="CC330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which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each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edge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directed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pair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vertices,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&lt;v</a:t>
            </a:r>
            <a:r>
              <a:rPr sz="1800" spc="-20" dirty="0">
                <a:latin typeface="Calibri"/>
                <a:cs typeface="Calibri"/>
              </a:rPr>
              <a:t>0</a:t>
            </a:r>
            <a:r>
              <a:rPr sz="2800" spc="-20" dirty="0">
                <a:latin typeface="Calibri"/>
                <a:cs typeface="Calibri"/>
              </a:rPr>
              <a:t>, 	</a:t>
            </a:r>
            <a:r>
              <a:rPr sz="2800" dirty="0">
                <a:latin typeface="Calibri"/>
                <a:cs typeface="Calibri"/>
              </a:rPr>
              <a:t>v</a:t>
            </a:r>
            <a:r>
              <a:rPr sz="1800" dirty="0">
                <a:latin typeface="Calibri"/>
                <a:cs typeface="Calibri"/>
              </a:rPr>
              <a:t>1</a:t>
            </a:r>
            <a:r>
              <a:rPr sz="2800" dirty="0">
                <a:latin typeface="Calibri"/>
                <a:cs typeface="Calibri"/>
              </a:rPr>
              <a:t>&gt;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!=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&lt;v</a:t>
            </a:r>
            <a:r>
              <a:rPr sz="1800" spc="-10" dirty="0">
                <a:latin typeface="Calibri"/>
                <a:cs typeface="Calibri"/>
              </a:rPr>
              <a:t>1</a:t>
            </a:r>
            <a:r>
              <a:rPr sz="2800" spc="-10" dirty="0">
                <a:latin typeface="Calibri"/>
                <a:cs typeface="Calibri"/>
              </a:rPr>
              <a:t>,v</a:t>
            </a:r>
            <a:r>
              <a:rPr sz="1800" spc="-10" dirty="0">
                <a:latin typeface="Calibri"/>
                <a:cs typeface="Calibri"/>
              </a:rPr>
              <a:t>0</a:t>
            </a:r>
            <a:r>
              <a:rPr sz="2800" spc="-10" dirty="0">
                <a:latin typeface="Calibri"/>
                <a:cs typeface="Calibri"/>
              </a:rPr>
              <a:t>&gt;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63948" y="203962"/>
            <a:ext cx="455612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0" i="0" dirty="0">
                <a:solidFill>
                  <a:srgbClr val="44536A"/>
                </a:solidFill>
                <a:latin typeface="Times New Roman"/>
                <a:cs typeface="Times New Roman"/>
              </a:rPr>
              <a:t>Examples</a:t>
            </a:r>
            <a:r>
              <a:rPr b="0" i="0" spc="-15" dirty="0">
                <a:solidFill>
                  <a:srgbClr val="44536A"/>
                </a:solidFill>
                <a:latin typeface="Times New Roman"/>
                <a:cs typeface="Times New Roman"/>
              </a:rPr>
              <a:t> </a:t>
            </a:r>
            <a:r>
              <a:rPr b="0" i="0" dirty="0">
                <a:solidFill>
                  <a:srgbClr val="44536A"/>
                </a:solidFill>
                <a:latin typeface="Times New Roman"/>
                <a:cs typeface="Times New Roman"/>
              </a:rPr>
              <a:t>for</a:t>
            </a:r>
            <a:r>
              <a:rPr b="0" i="0" spc="-25" dirty="0">
                <a:solidFill>
                  <a:srgbClr val="44536A"/>
                </a:solidFill>
                <a:latin typeface="Times New Roman"/>
                <a:cs typeface="Times New Roman"/>
              </a:rPr>
              <a:t> </a:t>
            </a:r>
            <a:r>
              <a:rPr b="0" i="0" spc="-10" dirty="0">
                <a:solidFill>
                  <a:srgbClr val="44536A"/>
                </a:solidFill>
                <a:latin typeface="Times New Roman"/>
                <a:cs typeface="Times New Roman"/>
              </a:rPr>
              <a:t>Graph</a:t>
            </a:r>
          </a:p>
        </p:txBody>
      </p:sp>
      <p:sp>
        <p:nvSpPr>
          <p:cNvPr id="3" name="object 3"/>
          <p:cNvSpPr/>
          <p:nvPr/>
        </p:nvSpPr>
        <p:spPr>
          <a:xfrm>
            <a:off x="3268979" y="1048511"/>
            <a:ext cx="443865" cy="443865"/>
          </a:xfrm>
          <a:custGeom>
            <a:avLst/>
            <a:gdLst/>
            <a:ahLst/>
            <a:cxnLst/>
            <a:rect l="l" t="t" r="r" b="b"/>
            <a:pathLst>
              <a:path w="443864" h="443865">
                <a:moveTo>
                  <a:pt x="0" y="221741"/>
                </a:moveTo>
                <a:lnTo>
                  <a:pt x="4506" y="177063"/>
                </a:lnTo>
                <a:lnTo>
                  <a:pt x="17430" y="135445"/>
                </a:lnTo>
                <a:lnTo>
                  <a:pt x="37879" y="97780"/>
                </a:lnTo>
                <a:lnTo>
                  <a:pt x="64960" y="64960"/>
                </a:lnTo>
                <a:lnTo>
                  <a:pt x="97780" y="37879"/>
                </a:lnTo>
                <a:lnTo>
                  <a:pt x="135445" y="17430"/>
                </a:lnTo>
                <a:lnTo>
                  <a:pt x="177063" y="4506"/>
                </a:lnTo>
                <a:lnTo>
                  <a:pt x="221742" y="0"/>
                </a:lnTo>
                <a:lnTo>
                  <a:pt x="266420" y="4506"/>
                </a:lnTo>
                <a:lnTo>
                  <a:pt x="308038" y="17430"/>
                </a:lnTo>
                <a:lnTo>
                  <a:pt x="345703" y="37879"/>
                </a:lnTo>
                <a:lnTo>
                  <a:pt x="378523" y="64960"/>
                </a:lnTo>
                <a:lnTo>
                  <a:pt x="405604" y="97780"/>
                </a:lnTo>
                <a:lnTo>
                  <a:pt x="426053" y="135445"/>
                </a:lnTo>
                <a:lnTo>
                  <a:pt x="438977" y="177063"/>
                </a:lnTo>
                <a:lnTo>
                  <a:pt x="443484" y="221741"/>
                </a:lnTo>
                <a:lnTo>
                  <a:pt x="438977" y="266420"/>
                </a:lnTo>
                <a:lnTo>
                  <a:pt x="426053" y="308038"/>
                </a:lnTo>
                <a:lnTo>
                  <a:pt x="405604" y="345703"/>
                </a:lnTo>
                <a:lnTo>
                  <a:pt x="378523" y="378523"/>
                </a:lnTo>
                <a:lnTo>
                  <a:pt x="345703" y="405604"/>
                </a:lnTo>
                <a:lnTo>
                  <a:pt x="308038" y="426053"/>
                </a:lnTo>
                <a:lnTo>
                  <a:pt x="266420" y="438977"/>
                </a:lnTo>
                <a:lnTo>
                  <a:pt x="221742" y="443484"/>
                </a:lnTo>
                <a:lnTo>
                  <a:pt x="177063" y="438977"/>
                </a:lnTo>
                <a:lnTo>
                  <a:pt x="135445" y="426053"/>
                </a:lnTo>
                <a:lnTo>
                  <a:pt x="97780" y="405604"/>
                </a:lnTo>
                <a:lnTo>
                  <a:pt x="64960" y="378523"/>
                </a:lnTo>
                <a:lnTo>
                  <a:pt x="37879" y="345703"/>
                </a:lnTo>
                <a:lnTo>
                  <a:pt x="17430" y="308038"/>
                </a:lnTo>
                <a:lnTo>
                  <a:pt x="4506" y="266420"/>
                </a:lnTo>
                <a:lnTo>
                  <a:pt x="0" y="221741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413505" y="1021461"/>
            <a:ext cx="2057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0" dirty="0">
                <a:latin typeface="Calibri"/>
                <a:cs typeface="Calibri"/>
              </a:rPr>
              <a:t>0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583179" y="1810511"/>
            <a:ext cx="443865" cy="443865"/>
          </a:xfrm>
          <a:custGeom>
            <a:avLst/>
            <a:gdLst/>
            <a:ahLst/>
            <a:cxnLst/>
            <a:rect l="l" t="t" r="r" b="b"/>
            <a:pathLst>
              <a:path w="443864" h="443864">
                <a:moveTo>
                  <a:pt x="0" y="221741"/>
                </a:moveTo>
                <a:lnTo>
                  <a:pt x="4506" y="177063"/>
                </a:lnTo>
                <a:lnTo>
                  <a:pt x="17430" y="135445"/>
                </a:lnTo>
                <a:lnTo>
                  <a:pt x="37879" y="97780"/>
                </a:lnTo>
                <a:lnTo>
                  <a:pt x="64960" y="64960"/>
                </a:lnTo>
                <a:lnTo>
                  <a:pt x="97780" y="37879"/>
                </a:lnTo>
                <a:lnTo>
                  <a:pt x="135445" y="17430"/>
                </a:lnTo>
                <a:lnTo>
                  <a:pt x="177063" y="4506"/>
                </a:lnTo>
                <a:lnTo>
                  <a:pt x="221742" y="0"/>
                </a:lnTo>
                <a:lnTo>
                  <a:pt x="266420" y="4506"/>
                </a:lnTo>
                <a:lnTo>
                  <a:pt x="308038" y="17430"/>
                </a:lnTo>
                <a:lnTo>
                  <a:pt x="345703" y="37879"/>
                </a:lnTo>
                <a:lnTo>
                  <a:pt x="378523" y="64960"/>
                </a:lnTo>
                <a:lnTo>
                  <a:pt x="405604" y="97780"/>
                </a:lnTo>
                <a:lnTo>
                  <a:pt x="426053" y="135445"/>
                </a:lnTo>
                <a:lnTo>
                  <a:pt x="438977" y="177063"/>
                </a:lnTo>
                <a:lnTo>
                  <a:pt x="443483" y="221741"/>
                </a:lnTo>
                <a:lnTo>
                  <a:pt x="438977" y="266420"/>
                </a:lnTo>
                <a:lnTo>
                  <a:pt x="426053" y="308038"/>
                </a:lnTo>
                <a:lnTo>
                  <a:pt x="405604" y="345703"/>
                </a:lnTo>
                <a:lnTo>
                  <a:pt x="378523" y="378523"/>
                </a:lnTo>
                <a:lnTo>
                  <a:pt x="345703" y="405604"/>
                </a:lnTo>
                <a:lnTo>
                  <a:pt x="308038" y="426053"/>
                </a:lnTo>
                <a:lnTo>
                  <a:pt x="266420" y="438977"/>
                </a:lnTo>
                <a:lnTo>
                  <a:pt x="221742" y="443484"/>
                </a:lnTo>
                <a:lnTo>
                  <a:pt x="177063" y="438977"/>
                </a:lnTo>
                <a:lnTo>
                  <a:pt x="135445" y="426053"/>
                </a:lnTo>
                <a:lnTo>
                  <a:pt x="97780" y="405604"/>
                </a:lnTo>
                <a:lnTo>
                  <a:pt x="64960" y="378523"/>
                </a:lnTo>
                <a:lnTo>
                  <a:pt x="37879" y="345703"/>
                </a:lnTo>
                <a:lnTo>
                  <a:pt x="17430" y="308038"/>
                </a:lnTo>
                <a:lnTo>
                  <a:pt x="4506" y="266420"/>
                </a:lnTo>
                <a:lnTo>
                  <a:pt x="0" y="221741"/>
                </a:lnTo>
                <a:close/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727705" y="1783156"/>
            <a:ext cx="2057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0" dirty="0">
                <a:latin typeface="Calibri"/>
                <a:cs typeface="Calibri"/>
              </a:rPr>
              <a:t>1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954779" y="1810511"/>
            <a:ext cx="443865" cy="443865"/>
          </a:xfrm>
          <a:custGeom>
            <a:avLst/>
            <a:gdLst/>
            <a:ahLst/>
            <a:cxnLst/>
            <a:rect l="l" t="t" r="r" b="b"/>
            <a:pathLst>
              <a:path w="443864" h="443864">
                <a:moveTo>
                  <a:pt x="0" y="221741"/>
                </a:moveTo>
                <a:lnTo>
                  <a:pt x="4506" y="177063"/>
                </a:lnTo>
                <a:lnTo>
                  <a:pt x="17430" y="135445"/>
                </a:lnTo>
                <a:lnTo>
                  <a:pt x="37879" y="97780"/>
                </a:lnTo>
                <a:lnTo>
                  <a:pt x="64960" y="64960"/>
                </a:lnTo>
                <a:lnTo>
                  <a:pt x="97780" y="37879"/>
                </a:lnTo>
                <a:lnTo>
                  <a:pt x="135445" y="17430"/>
                </a:lnTo>
                <a:lnTo>
                  <a:pt x="177063" y="4506"/>
                </a:lnTo>
                <a:lnTo>
                  <a:pt x="221742" y="0"/>
                </a:lnTo>
                <a:lnTo>
                  <a:pt x="266420" y="4506"/>
                </a:lnTo>
                <a:lnTo>
                  <a:pt x="308038" y="17430"/>
                </a:lnTo>
                <a:lnTo>
                  <a:pt x="345703" y="37879"/>
                </a:lnTo>
                <a:lnTo>
                  <a:pt x="378523" y="64960"/>
                </a:lnTo>
                <a:lnTo>
                  <a:pt x="405604" y="97780"/>
                </a:lnTo>
                <a:lnTo>
                  <a:pt x="426053" y="135445"/>
                </a:lnTo>
                <a:lnTo>
                  <a:pt x="438977" y="177063"/>
                </a:lnTo>
                <a:lnTo>
                  <a:pt x="443484" y="221741"/>
                </a:lnTo>
                <a:lnTo>
                  <a:pt x="438977" y="266420"/>
                </a:lnTo>
                <a:lnTo>
                  <a:pt x="426053" y="308038"/>
                </a:lnTo>
                <a:lnTo>
                  <a:pt x="405604" y="345703"/>
                </a:lnTo>
                <a:lnTo>
                  <a:pt x="378523" y="378523"/>
                </a:lnTo>
                <a:lnTo>
                  <a:pt x="345703" y="405604"/>
                </a:lnTo>
                <a:lnTo>
                  <a:pt x="308038" y="426053"/>
                </a:lnTo>
                <a:lnTo>
                  <a:pt x="266420" y="438977"/>
                </a:lnTo>
                <a:lnTo>
                  <a:pt x="221742" y="443484"/>
                </a:lnTo>
                <a:lnTo>
                  <a:pt x="177063" y="438977"/>
                </a:lnTo>
                <a:lnTo>
                  <a:pt x="135445" y="426053"/>
                </a:lnTo>
                <a:lnTo>
                  <a:pt x="97780" y="405604"/>
                </a:lnTo>
                <a:lnTo>
                  <a:pt x="64960" y="378523"/>
                </a:lnTo>
                <a:lnTo>
                  <a:pt x="37879" y="345703"/>
                </a:lnTo>
                <a:lnTo>
                  <a:pt x="17430" y="308038"/>
                </a:lnTo>
                <a:lnTo>
                  <a:pt x="4506" y="266420"/>
                </a:lnTo>
                <a:lnTo>
                  <a:pt x="0" y="221741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099305" y="1783156"/>
            <a:ext cx="2057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0" dirty="0">
                <a:latin typeface="Calibri"/>
                <a:cs typeface="Calibri"/>
              </a:rPr>
              <a:t>2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268979" y="2420111"/>
            <a:ext cx="443865" cy="443865"/>
          </a:xfrm>
          <a:custGeom>
            <a:avLst/>
            <a:gdLst/>
            <a:ahLst/>
            <a:cxnLst/>
            <a:rect l="l" t="t" r="r" b="b"/>
            <a:pathLst>
              <a:path w="443864" h="443864">
                <a:moveTo>
                  <a:pt x="0" y="221741"/>
                </a:moveTo>
                <a:lnTo>
                  <a:pt x="4506" y="177063"/>
                </a:lnTo>
                <a:lnTo>
                  <a:pt x="17430" y="135445"/>
                </a:lnTo>
                <a:lnTo>
                  <a:pt x="37879" y="97780"/>
                </a:lnTo>
                <a:lnTo>
                  <a:pt x="64960" y="64960"/>
                </a:lnTo>
                <a:lnTo>
                  <a:pt x="97780" y="37879"/>
                </a:lnTo>
                <a:lnTo>
                  <a:pt x="135445" y="17430"/>
                </a:lnTo>
                <a:lnTo>
                  <a:pt x="177063" y="4506"/>
                </a:lnTo>
                <a:lnTo>
                  <a:pt x="221742" y="0"/>
                </a:lnTo>
                <a:lnTo>
                  <a:pt x="266420" y="4506"/>
                </a:lnTo>
                <a:lnTo>
                  <a:pt x="308038" y="17430"/>
                </a:lnTo>
                <a:lnTo>
                  <a:pt x="345703" y="37879"/>
                </a:lnTo>
                <a:lnTo>
                  <a:pt x="378523" y="64960"/>
                </a:lnTo>
                <a:lnTo>
                  <a:pt x="405604" y="97780"/>
                </a:lnTo>
                <a:lnTo>
                  <a:pt x="426053" y="135445"/>
                </a:lnTo>
                <a:lnTo>
                  <a:pt x="438977" y="177063"/>
                </a:lnTo>
                <a:lnTo>
                  <a:pt x="443484" y="221741"/>
                </a:lnTo>
                <a:lnTo>
                  <a:pt x="438977" y="266420"/>
                </a:lnTo>
                <a:lnTo>
                  <a:pt x="426053" y="308038"/>
                </a:lnTo>
                <a:lnTo>
                  <a:pt x="405604" y="345703"/>
                </a:lnTo>
                <a:lnTo>
                  <a:pt x="378523" y="378523"/>
                </a:lnTo>
                <a:lnTo>
                  <a:pt x="345703" y="405604"/>
                </a:lnTo>
                <a:lnTo>
                  <a:pt x="308038" y="426053"/>
                </a:lnTo>
                <a:lnTo>
                  <a:pt x="266420" y="438977"/>
                </a:lnTo>
                <a:lnTo>
                  <a:pt x="221742" y="443484"/>
                </a:lnTo>
                <a:lnTo>
                  <a:pt x="177063" y="438977"/>
                </a:lnTo>
                <a:lnTo>
                  <a:pt x="135445" y="426053"/>
                </a:lnTo>
                <a:lnTo>
                  <a:pt x="97780" y="405604"/>
                </a:lnTo>
                <a:lnTo>
                  <a:pt x="64960" y="378523"/>
                </a:lnTo>
                <a:lnTo>
                  <a:pt x="37879" y="345703"/>
                </a:lnTo>
                <a:lnTo>
                  <a:pt x="17430" y="308038"/>
                </a:lnTo>
                <a:lnTo>
                  <a:pt x="4506" y="266420"/>
                </a:lnTo>
                <a:lnTo>
                  <a:pt x="0" y="221741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3413505" y="2393442"/>
            <a:ext cx="2057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0" dirty="0">
                <a:latin typeface="Calibri"/>
                <a:cs typeface="Calibri"/>
              </a:rPr>
              <a:t>3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907792" y="1421891"/>
            <a:ext cx="1158240" cy="1129665"/>
          </a:xfrm>
          <a:custGeom>
            <a:avLst/>
            <a:gdLst/>
            <a:ahLst/>
            <a:cxnLst/>
            <a:rect l="l" t="t" r="r" b="b"/>
            <a:pathLst>
              <a:path w="1158239" h="1129664">
                <a:moveTo>
                  <a:pt x="583692" y="76200"/>
                </a:moveTo>
                <a:lnTo>
                  <a:pt x="583692" y="990600"/>
                </a:lnTo>
              </a:path>
              <a:path w="1158239" h="1129664">
                <a:moveTo>
                  <a:pt x="126491" y="609600"/>
                </a:moveTo>
                <a:lnTo>
                  <a:pt x="1040892" y="609600"/>
                </a:lnTo>
              </a:path>
              <a:path w="1158239" h="1129664">
                <a:moveTo>
                  <a:pt x="422147" y="0"/>
                </a:moveTo>
                <a:lnTo>
                  <a:pt x="15239" y="435863"/>
                </a:lnTo>
              </a:path>
              <a:path w="1158239" h="1129664">
                <a:moveTo>
                  <a:pt x="736092" y="0"/>
                </a:moveTo>
                <a:lnTo>
                  <a:pt x="1158240" y="435863"/>
                </a:lnTo>
              </a:path>
              <a:path w="1158239" h="1129664">
                <a:moveTo>
                  <a:pt x="0" y="816863"/>
                </a:moveTo>
                <a:lnTo>
                  <a:pt x="355092" y="1129284"/>
                </a:lnTo>
              </a:path>
              <a:path w="1158239" h="1129664">
                <a:moveTo>
                  <a:pt x="1117092" y="789432"/>
                </a:moveTo>
                <a:lnTo>
                  <a:pt x="789432" y="1129284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9965435" y="1019555"/>
            <a:ext cx="443865" cy="443865"/>
          </a:xfrm>
          <a:custGeom>
            <a:avLst/>
            <a:gdLst/>
            <a:ahLst/>
            <a:cxnLst/>
            <a:rect l="l" t="t" r="r" b="b"/>
            <a:pathLst>
              <a:path w="443865" h="443865">
                <a:moveTo>
                  <a:pt x="0" y="221742"/>
                </a:moveTo>
                <a:lnTo>
                  <a:pt x="4506" y="177063"/>
                </a:lnTo>
                <a:lnTo>
                  <a:pt x="17430" y="135445"/>
                </a:lnTo>
                <a:lnTo>
                  <a:pt x="37879" y="97780"/>
                </a:lnTo>
                <a:lnTo>
                  <a:pt x="64960" y="64960"/>
                </a:lnTo>
                <a:lnTo>
                  <a:pt x="97780" y="37879"/>
                </a:lnTo>
                <a:lnTo>
                  <a:pt x="135445" y="17430"/>
                </a:lnTo>
                <a:lnTo>
                  <a:pt x="177063" y="4506"/>
                </a:lnTo>
                <a:lnTo>
                  <a:pt x="221742" y="0"/>
                </a:lnTo>
                <a:lnTo>
                  <a:pt x="266420" y="4506"/>
                </a:lnTo>
                <a:lnTo>
                  <a:pt x="308038" y="17430"/>
                </a:lnTo>
                <a:lnTo>
                  <a:pt x="345703" y="37879"/>
                </a:lnTo>
                <a:lnTo>
                  <a:pt x="378523" y="64960"/>
                </a:lnTo>
                <a:lnTo>
                  <a:pt x="405604" y="97780"/>
                </a:lnTo>
                <a:lnTo>
                  <a:pt x="426053" y="135445"/>
                </a:lnTo>
                <a:lnTo>
                  <a:pt x="438977" y="177063"/>
                </a:lnTo>
                <a:lnTo>
                  <a:pt x="443484" y="221742"/>
                </a:lnTo>
                <a:lnTo>
                  <a:pt x="438977" y="266420"/>
                </a:lnTo>
                <a:lnTo>
                  <a:pt x="426053" y="308038"/>
                </a:lnTo>
                <a:lnTo>
                  <a:pt x="405604" y="345703"/>
                </a:lnTo>
                <a:lnTo>
                  <a:pt x="378523" y="378523"/>
                </a:lnTo>
                <a:lnTo>
                  <a:pt x="345703" y="405604"/>
                </a:lnTo>
                <a:lnTo>
                  <a:pt x="308038" y="426053"/>
                </a:lnTo>
                <a:lnTo>
                  <a:pt x="266420" y="438977"/>
                </a:lnTo>
                <a:lnTo>
                  <a:pt x="221742" y="443484"/>
                </a:lnTo>
                <a:lnTo>
                  <a:pt x="177063" y="438977"/>
                </a:lnTo>
                <a:lnTo>
                  <a:pt x="135445" y="426053"/>
                </a:lnTo>
                <a:lnTo>
                  <a:pt x="97780" y="405604"/>
                </a:lnTo>
                <a:lnTo>
                  <a:pt x="64960" y="378523"/>
                </a:lnTo>
                <a:lnTo>
                  <a:pt x="37879" y="345703"/>
                </a:lnTo>
                <a:lnTo>
                  <a:pt x="17430" y="308038"/>
                </a:lnTo>
                <a:lnTo>
                  <a:pt x="4506" y="266420"/>
                </a:lnTo>
                <a:lnTo>
                  <a:pt x="0" y="221742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0110343" y="992886"/>
            <a:ext cx="2057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0" dirty="0">
                <a:latin typeface="Calibri"/>
                <a:cs typeface="Calibri"/>
              </a:rPr>
              <a:t>0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963911" y="2122932"/>
            <a:ext cx="443865" cy="443865"/>
          </a:xfrm>
          <a:custGeom>
            <a:avLst/>
            <a:gdLst/>
            <a:ahLst/>
            <a:cxnLst/>
            <a:rect l="l" t="t" r="r" b="b"/>
            <a:pathLst>
              <a:path w="443865" h="443864">
                <a:moveTo>
                  <a:pt x="0" y="221741"/>
                </a:moveTo>
                <a:lnTo>
                  <a:pt x="4506" y="177063"/>
                </a:lnTo>
                <a:lnTo>
                  <a:pt x="17430" y="135445"/>
                </a:lnTo>
                <a:lnTo>
                  <a:pt x="37879" y="97780"/>
                </a:lnTo>
                <a:lnTo>
                  <a:pt x="64960" y="64960"/>
                </a:lnTo>
                <a:lnTo>
                  <a:pt x="97780" y="37879"/>
                </a:lnTo>
                <a:lnTo>
                  <a:pt x="135445" y="17430"/>
                </a:lnTo>
                <a:lnTo>
                  <a:pt x="177063" y="4506"/>
                </a:lnTo>
                <a:lnTo>
                  <a:pt x="221742" y="0"/>
                </a:lnTo>
                <a:lnTo>
                  <a:pt x="266420" y="4506"/>
                </a:lnTo>
                <a:lnTo>
                  <a:pt x="308038" y="17430"/>
                </a:lnTo>
                <a:lnTo>
                  <a:pt x="345703" y="37879"/>
                </a:lnTo>
                <a:lnTo>
                  <a:pt x="378523" y="64960"/>
                </a:lnTo>
                <a:lnTo>
                  <a:pt x="405604" y="97780"/>
                </a:lnTo>
                <a:lnTo>
                  <a:pt x="426053" y="135445"/>
                </a:lnTo>
                <a:lnTo>
                  <a:pt x="438977" y="177063"/>
                </a:lnTo>
                <a:lnTo>
                  <a:pt x="443484" y="221741"/>
                </a:lnTo>
                <a:lnTo>
                  <a:pt x="438977" y="266420"/>
                </a:lnTo>
                <a:lnTo>
                  <a:pt x="426053" y="308038"/>
                </a:lnTo>
                <a:lnTo>
                  <a:pt x="405604" y="345703"/>
                </a:lnTo>
                <a:lnTo>
                  <a:pt x="378523" y="378523"/>
                </a:lnTo>
                <a:lnTo>
                  <a:pt x="345703" y="405604"/>
                </a:lnTo>
                <a:lnTo>
                  <a:pt x="308038" y="426053"/>
                </a:lnTo>
                <a:lnTo>
                  <a:pt x="266420" y="438977"/>
                </a:lnTo>
                <a:lnTo>
                  <a:pt x="221742" y="443483"/>
                </a:lnTo>
                <a:lnTo>
                  <a:pt x="177063" y="438977"/>
                </a:lnTo>
                <a:lnTo>
                  <a:pt x="135445" y="426053"/>
                </a:lnTo>
                <a:lnTo>
                  <a:pt x="97780" y="405604"/>
                </a:lnTo>
                <a:lnTo>
                  <a:pt x="64960" y="378523"/>
                </a:lnTo>
                <a:lnTo>
                  <a:pt x="37879" y="345703"/>
                </a:lnTo>
                <a:lnTo>
                  <a:pt x="17430" y="308038"/>
                </a:lnTo>
                <a:lnTo>
                  <a:pt x="4506" y="266420"/>
                </a:lnTo>
                <a:lnTo>
                  <a:pt x="0" y="221741"/>
                </a:lnTo>
                <a:close/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0108818" y="2096516"/>
            <a:ext cx="2057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0" dirty="0">
                <a:latin typeface="Calibri"/>
                <a:cs typeface="Calibri"/>
              </a:rPr>
              <a:t>1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9972802" y="1408175"/>
            <a:ext cx="457834" cy="2184400"/>
            <a:chOff x="9972802" y="1408175"/>
            <a:chExt cx="457834" cy="2184400"/>
          </a:xfrm>
        </p:grpSpPr>
        <p:sp>
          <p:nvSpPr>
            <p:cNvPr id="17" name="object 17"/>
            <p:cNvSpPr/>
            <p:nvPr/>
          </p:nvSpPr>
          <p:spPr>
            <a:xfrm>
              <a:off x="9979152" y="3140963"/>
              <a:ext cx="445134" cy="445134"/>
            </a:xfrm>
            <a:custGeom>
              <a:avLst/>
              <a:gdLst/>
              <a:ahLst/>
              <a:cxnLst/>
              <a:rect l="l" t="t" r="r" b="b"/>
              <a:pathLst>
                <a:path w="445134" h="445135">
                  <a:moveTo>
                    <a:pt x="0" y="222503"/>
                  </a:moveTo>
                  <a:lnTo>
                    <a:pt x="4518" y="177647"/>
                  </a:lnTo>
                  <a:lnTo>
                    <a:pt x="17478" y="135874"/>
                  </a:lnTo>
                  <a:lnTo>
                    <a:pt x="37986" y="98077"/>
                  </a:lnTo>
                  <a:lnTo>
                    <a:pt x="65150" y="65150"/>
                  </a:lnTo>
                  <a:lnTo>
                    <a:pt x="98077" y="37986"/>
                  </a:lnTo>
                  <a:lnTo>
                    <a:pt x="135874" y="17478"/>
                  </a:lnTo>
                  <a:lnTo>
                    <a:pt x="177647" y="4518"/>
                  </a:lnTo>
                  <a:lnTo>
                    <a:pt x="222503" y="0"/>
                  </a:lnTo>
                  <a:lnTo>
                    <a:pt x="267360" y="4518"/>
                  </a:lnTo>
                  <a:lnTo>
                    <a:pt x="309133" y="17478"/>
                  </a:lnTo>
                  <a:lnTo>
                    <a:pt x="346930" y="37986"/>
                  </a:lnTo>
                  <a:lnTo>
                    <a:pt x="379857" y="65150"/>
                  </a:lnTo>
                  <a:lnTo>
                    <a:pt x="407021" y="98077"/>
                  </a:lnTo>
                  <a:lnTo>
                    <a:pt x="427529" y="135874"/>
                  </a:lnTo>
                  <a:lnTo>
                    <a:pt x="440489" y="177647"/>
                  </a:lnTo>
                  <a:lnTo>
                    <a:pt x="445007" y="222503"/>
                  </a:lnTo>
                  <a:lnTo>
                    <a:pt x="440489" y="267360"/>
                  </a:lnTo>
                  <a:lnTo>
                    <a:pt x="427529" y="309133"/>
                  </a:lnTo>
                  <a:lnTo>
                    <a:pt x="407021" y="346930"/>
                  </a:lnTo>
                  <a:lnTo>
                    <a:pt x="379857" y="379857"/>
                  </a:lnTo>
                  <a:lnTo>
                    <a:pt x="346930" y="407021"/>
                  </a:lnTo>
                  <a:lnTo>
                    <a:pt x="309133" y="427529"/>
                  </a:lnTo>
                  <a:lnTo>
                    <a:pt x="267360" y="440489"/>
                  </a:lnTo>
                  <a:lnTo>
                    <a:pt x="222503" y="445008"/>
                  </a:lnTo>
                  <a:lnTo>
                    <a:pt x="177647" y="440489"/>
                  </a:lnTo>
                  <a:lnTo>
                    <a:pt x="135874" y="427529"/>
                  </a:lnTo>
                  <a:lnTo>
                    <a:pt x="98077" y="407021"/>
                  </a:lnTo>
                  <a:lnTo>
                    <a:pt x="65150" y="379857"/>
                  </a:lnTo>
                  <a:lnTo>
                    <a:pt x="37986" y="346930"/>
                  </a:lnTo>
                  <a:lnTo>
                    <a:pt x="17478" y="309133"/>
                  </a:lnTo>
                  <a:lnTo>
                    <a:pt x="4518" y="267360"/>
                  </a:lnTo>
                  <a:lnTo>
                    <a:pt x="0" y="222503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9973056" y="1408175"/>
              <a:ext cx="443865" cy="1728470"/>
            </a:xfrm>
            <a:custGeom>
              <a:avLst/>
              <a:gdLst/>
              <a:ahLst/>
              <a:cxnLst/>
              <a:rect l="l" t="t" r="r" b="b"/>
              <a:pathLst>
                <a:path w="443865" h="1728470">
                  <a:moveTo>
                    <a:pt x="76200" y="635000"/>
                  </a:moveTo>
                  <a:lnTo>
                    <a:pt x="44450" y="677341"/>
                  </a:lnTo>
                  <a:lnTo>
                    <a:pt x="44450" y="27432"/>
                  </a:lnTo>
                  <a:lnTo>
                    <a:pt x="31750" y="27432"/>
                  </a:lnTo>
                  <a:lnTo>
                    <a:pt x="31750" y="677341"/>
                  </a:lnTo>
                  <a:lnTo>
                    <a:pt x="0" y="635000"/>
                  </a:lnTo>
                  <a:lnTo>
                    <a:pt x="38100" y="762000"/>
                  </a:lnTo>
                  <a:lnTo>
                    <a:pt x="60947" y="685800"/>
                  </a:lnTo>
                  <a:lnTo>
                    <a:pt x="76200" y="635000"/>
                  </a:lnTo>
                  <a:close/>
                </a:path>
                <a:path w="443865" h="1728470">
                  <a:moveTo>
                    <a:pt x="266700" y="1601216"/>
                  </a:moveTo>
                  <a:lnTo>
                    <a:pt x="234950" y="1643557"/>
                  </a:lnTo>
                  <a:lnTo>
                    <a:pt x="234950" y="1170432"/>
                  </a:lnTo>
                  <a:lnTo>
                    <a:pt x="222250" y="1170432"/>
                  </a:lnTo>
                  <a:lnTo>
                    <a:pt x="222250" y="1643557"/>
                  </a:lnTo>
                  <a:lnTo>
                    <a:pt x="190500" y="1601216"/>
                  </a:lnTo>
                  <a:lnTo>
                    <a:pt x="228600" y="1728216"/>
                  </a:lnTo>
                  <a:lnTo>
                    <a:pt x="251447" y="1652016"/>
                  </a:lnTo>
                  <a:lnTo>
                    <a:pt x="266700" y="1601216"/>
                  </a:lnTo>
                  <a:close/>
                </a:path>
                <a:path w="443865" h="1728470">
                  <a:moveTo>
                    <a:pt x="443484" y="127000"/>
                  </a:moveTo>
                  <a:lnTo>
                    <a:pt x="428244" y="76200"/>
                  </a:lnTo>
                  <a:lnTo>
                    <a:pt x="405384" y="0"/>
                  </a:lnTo>
                  <a:lnTo>
                    <a:pt x="367284" y="127000"/>
                  </a:lnTo>
                  <a:lnTo>
                    <a:pt x="399034" y="84670"/>
                  </a:lnTo>
                  <a:lnTo>
                    <a:pt x="399034" y="720852"/>
                  </a:lnTo>
                  <a:lnTo>
                    <a:pt x="411734" y="720852"/>
                  </a:lnTo>
                  <a:lnTo>
                    <a:pt x="411734" y="84670"/>
                  </a:lnTo>
                  <a:lnTo>
                    <a:pt x="443484" y="1270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0096245" y="3021989"/>
            <a:ext cx="365760" cy="1065530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 marL="40640">
              <a:lnSpc>
                <a:spcPct val="100000"/>
              </a:lnSpc>
              <a:spcBef>
                <a:spcPts val="835"/>
              </a:spcBef>
            </a:pPr>
            <a:r>
              <a:rPr sz="2800" spc="-50" dirty="0">
                <a:latin typeface="Calibri"/>
                <a:cs typeface="Calibri"/>
              </a:rPr>
              <a:t>2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sz="2800" spc="-25" dirty="0">
                <a:latin typeface="Calibri"/>
                <a:cs typeface="Calibri"/>
              </a:rPr>
              <a:t>G</a:t>
            </a:r>
            <a:r>
              <a:rPr sz="1800" spc="-25" dirty="0">
                <a:latin typeface="Calibri"/>
                <a:cs typeface="Calibri"/>
              </a:rPr>
              <a:t>3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6714743" y="1092708"/>
            <a:ext cx="445134" cy="443865"/>
          </a:xfrm>
          <a:custGeom>
            <a:avLst/>
            <a:gdLst/>
            <a:ahLst/>
            <a:cxnLst/>
            <a:rect l="l" t="t" r="r" b="b"/>
            <a:pathLst>
              <a:path w="445134" h="443865">
                <a:moveTo>
                  <a:pt x="0" y="221741"/>
                </a:moveTo>
                <a:lnTo>
                  <a:pt x="4518" y="177063"/>
                </a:lnTo>
                <a:lnTo>
                  <a:pt x="17478" y="135445"/>
                </a:lnTo>
                <a:lnTo>
                  <a:pt x="37986" y="97780"/>
                </a:lnTo>
                <a:lnTo>
                  <a:pt x="65150" y="64960"/>
                </a:lnTo>
                <a:lnTo>
                  <a:pt x="98077" y="37879"/>
                </a:lnTo>
                <a:lnTo>
                  <a:pt x="135874" y="17430"/>
                </a:lnTo>
                <a:lnTo>
                  <a:pt x="177647" y="4506"/>
                </a:lnTo>
                <a:lnTo>
                  <a:pt x="222503" y="0"/>
                </a:lnTo>
                <a:lnTo>
                  <a:pt x="267360" y="4506"/>
                </a:lnTo>
                <a:lnTo>
                  <a:pt x="309133" y="17430"/>
                </a:lnTo>
                <a:lnTo>
                  <a:pt x="346930" y="37879"/>
                </a:lnTo>
                <a:lnTo>
                  <a:pt x="379856" y="64960"/>
                </a:lnTo>
                <a:lnTo>
                  <a:pt x="407021" y="97780"/>
                </a:lnTo>
                <a:lnTo>
                  <a:pt x="427529" y="135445"/>
                </a:lnTo>
                <a:lnTo>
                  <a:pt x="440489" y="177063"/>
                </a:lnTo>
                <a:lnTo>
                  <a:pt x="445007" y="221741"/>
                </a:lnTo>
                <a:lnTo>
                  <a:pt x="440489" y="266420"/>
                </a:lnTo>
                <a:lnTo>
                  <a:pt x="427529" y="308038"/>
                </a:lnTo>
                <a:lnTo>
                  <a:pt x="407021" y="345703"/>
                </a:lnTo>
                <a:lnTo>
                  <a:pt x="379857" y="378523"/>
                </a:lnTo>
                <a:lnTo>
                  <a:pt x="346930" y="405604"/>
                </a:lnTo>
                <a:lnTo>
                  <a:pt x="309133" y="426053"/>
                </a:lnTo>
                <a:lnTo>
                  <a:pt x="267360" y="438977"/>
                </a:lnTo>
                <a:lnTo>
                  <a:pt x="222503" y="443483"/>
                </a:lnTo>
                <a:lnTo>
                  <a:pt x="177647" y="438977"/>
                </a:lnTo>
                <a:lnTo>
                  <a:pt x="135874" y="426053"/>
                </a:lnTo>
                <a:lnTo>
                  <a:pt x="98077" y="405604"/>
                </a:lnTo>
                <a:lnTo>
                  <a:pt x="65150" y="378523"/>
                </a:lnTo>
                <a:lnTo>
                  <a:pt x="37986" y="345703"/>
                </a:lnTo>
                <a:lnTo>
                  <a:pt x="17478" y="308038"/>
                </a:lnTo>
                <a:lnTo>
                  <a:pt x="4518" y="266420"/>
                </a:lnTo>
                <a:lnTo>
                  <a:pt x="0" y="221741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6860540" y="1066037"/>
            <a:ext cx="2057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0" dirty="0">
                <a:latin typeface="Calibri"/>
                <a:cs typeface="Calibri"/>
              </a:rPr>
              <a:t>0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5646420" y="1467611"/>
            <a:ext cx="2199640" cy="1728470"/>
          </a:xfrm>
          <a:custGeom>
            <a:avLst/>
            <a:gdLst/>
            <a:ahLst/>
            <a:cxnLst/>
            <a:rect l="l" t="t" r="r" b="b"/>
            <a:pathLst>
              <a:path w="2199640" h="1728470">
                <a:moveTo>
                  <a:pt x="382524" y="608838"/>
                </a:moveTo>
                <a:lnTo>
                  <a:pt x="387042" y="564159"/>
                </a:lnTo>
                <a:lnTo>
                  <a:pt x="400002" y="522541"/>
                </a:lnTo>
                <a:lnTo>
                  <a:pt x="420510" y="484876"/>
                </a:lnTo>
                <a:lnTo>
                  <a:pt x="447675" y="452056"/>
                </a:lnTo>
                <a:lnTo>
                  <a:pt x="480601" y="424975"/>
                </a:lnTo>
                <a:lnTo>
                  <a:pt x="518398" y="404526"/>
                </a:lnTo>
                <a:lnTo>
                  <a:pt x="560171" y="391602"/>
                </a:lnTo>
                <a:lnTo>
                  <a:pt x="605027" y="387096"/>
                </a:lnTo>
                <a:lnTo>
                  <a:pt x="649884" y="391602"/>
                </a:lnTo>
                <a:lnTo>
                  <a:pt x="691657" y="404526"/>
                </a:lnTo>
                <a:lnTo>
                  <a:pt x="729454" y="424975"/>
                </a:lnTo>
                <a:lnTo>
                  <a:pt x="762380" y="452056"/>
                </a:lnTo>
                <a:lnTo>
                  <a:pt x="789545" y="484876"/>
                </a:lnTo>
                <a:lnTo>
                  <a:pt x="810053" y="522541"/>
                </a:lnTo>
                <a:lnTo>
                  <a:pt x="823013" y="564159"/>
                </a:lnTo>
                <a:lnTo>
                  <a:pt x="827531" y="608838"/>
                </a:lnTo>
                <a:lnTo>
                  <a:pt x="823013" y="653516"/>
                </a:lnTo>
                <a:lnTo>
                  <a:pt x="810053" y="695134"/>
                </a:lnTo>
                <a:lnTo>
                  <a:pt x="789545" y="732799"/>
                </a:lnTo>
                <a:lnTo>
                  <a:pt x="762380" y="765619"/>
                </a:lnTo>
                <a:lnTo>
                  <a:pt x="729454" y="792700"/>
                </a:lnTo>
                <a:lnTo>
                  <a:pt x="691657" y="813149"/>
                </a:lnTo>
                <a:lnTo>
                  <a:pt x="649884" y="826073"/>
                </a:lnTo>
                <a:lnTo>
                  <a:pt x="605027" y="830579"/>
                </a:lnTo>
                <a:lnTo>
                  <a:pt x="560171" y="826073"/>
                </a:lnTo>
                <a:lnTo>
                  <a:pt x="518398" y="813149"/>
                </a:lnTo>
                <a:lnTo>
                  <a:pt x="480601" y="792700"/>
                </a:lnTo>
                <a:lnTo>
                  <a:pt x="447675" y="765619"/>
                </a:lnTo>
                <a:lnTo>
                  <a:pt x="420510" y="732799"/>
                </a:lnTo>
                <a:lnTo>
                  <a:pt x="400002" y="695134"/>
                </a:lnTo>
                <a:lnTo>
                  <a:pt x="387042" y="653516"/>
                </a:lnTo>
                <a:lnTo>
                  <a:pt x="382524" y="608838"/>
                </a:lnTo>
                <a:close/>
              </a:path>
              <a:path w="2199640" h="1728470">
                <a:moveTo>
                  <a:pt x="1754124" y="608838"/>
                </a:moveTo>
                <a:lnTo>
                  <a:pt x="1758642" y="564159"/>
                </a:lnTo>
                <a:lnTo>
                  <a:pt x="1771602" y="522541"/>
                </a:lnTo>
                <a:lnTo>
                  <a:pt x="1792110" y="484876"/>
                </a:lnTo>
                <a:lnTo>
                  <a:pt x="1819274" y="452056"/>
                </a:lnTo>
                <a:lnTo>
                  <a:pt x="1852201" y="424975"/>
                </a:lnTo>
                <a:lnTo>
                  <a:pt x="1889998" y="404526"/>
                </a:lnTo>
                <a:lnTo>
                  <a:pt x="1931771" y="391602"/>
                </a:lnTo>
                <a:lnTo>
                  <a:pt x="1976627" y="387096"/>
                </a:lnTo>
                <a:lnTo>
                  <a:pt x="2021484" y="391602"/>
                </a:lnTo>
                <a:lnTo>
                  <a:pt x="2063257" y="404526"/>
                </a:lnTo>
                <a:lnTo>
                  <a:pt x="2101054" y="424975"/>
                </a:lnTo>
                <a:lnTo>
                  <a:pt x="2133980" y="452056"/>
                </a:lnTo>
                <a:lnTo>
                  <a:pt x="2161145" y="484876"/>
                </a:lnTo>
                <a:lnTo>
                  <a:pt x="2181653" y="522541"/>
                </a:lnTo>
                <a:lnTo>
                  <a:pt x="2194613" y="564159"/>
                </a:lnTo>
                <a:lnTo>
                  <a:pt x="2199131" y="608838"/>
                </a:lnTo>
                <a:lnTo>
                  <a:pt x="2194613" y="653516"/>
                </a:lnTo>
                <a:lnTo>
                  <a:pt x="2181653" y="695134"/>
                </a:lnTo>
                <a:lnTo>
                  <a:pt x="2161145" y="732799"/>
                </a:lnTo>
                <a:lnTo>
                  <a:pt x="2133981" y="765619"/>
                </a:lnTo>
                <a:lnTo>
                  <a:pt x="2101054" y="792700"/>
                </a:lnTo>
                <a:lnTo>
                  <a:pt x="2063257" y="813149"/>
                </a:lnTo>
                <a:lnTo>
                  <a:pt x="2021484" y="826073"/>
                </a:lnTo>
                <a:lnTo>
                  <a:pt x="1976627" y="830579"/>
                </a:lnTo>
                <a:lnTo>
                  <a:pt x="1931771" y="826073"/>
                </a:lnTo>
                <a:lnTo>
                  <a:pt x="1889998" y="813149"/>
                </a:lnTo>
                <a:lnTo>
                  <a:pt x="1852201" y="792700"/>
                </a:lnTo>
                <a:lnTo>
                  <a:pt x="1819274" y="765619"/>
                </a:lnTo>
                <a:lnTo>
                  <a:pt x="1792110" y="732799"/>
                </a:lnTo>
                <a:lnTo>
                  <a:pt x="1771602" y="695134"/>
                </a:lnTo>
                <a:lnTo>
                  <a:pt x="1758642" y="653516"/>
                </a:lnTo>
                <a:lnTo>
                  <a:pt x="1754124" y="608838"/>
                </a:lnTo>
                <a:close/>
              </a:path>
              <a:path w="2199640" h="1728470">
                <a:moveTo>
                  <a:pt x="1130807" y="0"/>
                </a:moveTo>
                <a:lnTo>
                  <a:pt x="722376" y="434339"/>
                </a:lnTo>
              </a:path>
              <a:path w="2199640" h="1728470">
                <a:moveTo>
                  <a:pt x="1443227" y="0"/>
                </a:moveTo>
                <a:lnTo>
                  <a:pt x="1865376" y="434339"/>
                </a:lnTo>
              </a:path>
              <a:path w="2199640" h="1728470">
                <a:moveTo>
                  <a:pt x="0" y="1505712"/>
                </a:moveTo>
                <a:lnTo>
                  <a:pt x="4518" y="1460855"/>
                </a:lnTo>
                <a:lnTo>
                  <a:pt x="17478" y="1419082"/>
                </a:lnTo>
                <a:lnTo>
                  <a:pt x="37986" y="1381285"/>
                </a:lnTo>
                <a:lnTo>
                  <a:pt x="65150" y="1348359"/>
                </a:lnTo>
                <a:lnTo>
                  <a:pt x="98077" y="1321194"/>
                </a:lnTo>
                <a:lnTo>
                  <a:pt x="135874" y="1300686"/>
                </a:lnTo>
                <a:lnTo>
                  <a:pt x="177647" y="1287726"/>
                </a:lnTo>
                <a:lnTo>
                  <a:pt x="222503" y="1283208"/>
                </a:lnTo>
                <a:lnTo>
                  <a:pt x="267360" y="1287726"/>
                </a:lnTo>
                <a:lnTo>
                  <a:pt x="309133" y="1300686"/>
                </a:lnTo>
                <a:lnTo>
                  <a:pt x="346930" y="1321194"/>
                </a:lnTo>
                <a:lnTo>
                  <a:pt x="379856" y="1348359"/>
                </a:lnTo>
                <a:lnTo>
                  <a:pt x="407021" y="1381285"/>
                </a:lnTo>
                <a:lnTo>
                  <a:pt x="427529" y="1419082"/>
                </a:lnTo>
                <a:lnTo>
                  <a:pt x="440489" y="1460855"/>
                </a:lnTo>
                <a:lnTo>
                  <a:pt x="445007" y="1505712"/>
                </a:lnTo>
                <a:lnTo>
                  <a:pt x="440489" y="1550568"/>
                </a:lnTo>
                <a:lnTo>
                  <a:pt x="427529" y="1592341"/>
                </a:lnTo>
                <a:lnTo>
                  <a:pt x="407021" y="1630138"/>
                </a:lnTo>
                <a:lnTo>
                  <a:pt x="379856" y="1663064"/>
                </a:lnTo>
                <a:lnTo>
                  <a:pt x="346930" y="1690229"/>
                </a:lnTo>
                <a:lnTo>
                  <a:pt x="309133" y="1710737"/>
                </a:lnTo>
                <a:lnTo>
                  <a:pt x="267360" y="1723697"/>
                </a:lnTo>
                <a:lnTo>
                  <a:pt x="222503" y="1728215"/>
                </a:lnTo>
                <a:lnTo>
                  <a:pt x="177647" y="1723697"/>
                </a:lnTo>
                <a:lnTo>
                  <a:pt x="135874" y="1710737"/>
                </a:lnTo>
                <a:lnTo>
                  <a:pt x="98077" y="1690229"/>
                </a:lnTo>
                <a:lnTo>
                  <a:pt x="65150" y="1663064"/>
                </a:lnTo>
                <a:lnTo>
                  <a:pt x="37986" y="1630138"/>
                </a:lnTo>
                <a:lnTo>
                  <a:pt x="17478" y="1592341"/>
                </a:lnTo>
                <a:lnTo>
                  <a:pt x="4518" y="1550568"/>
                </a:lnTo>
                <a:lnTo>
                  <a:pt x="0" y="1505712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5791961" y="2725292"/>
            <a:ext cx="2057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0" dirty="0">
                <a:latin typeface="Calibri"/>
                <a:cs typeface="Calibri"/>
              </a:rPr>
              <a:t>3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5873496" y="2295144"/>
            <a:ext cx="1623060" cy="913130"/>
          </a:xfrm>
          <a:custGeom>
            <a:avLst/>
            <a:gdLst/>
            <a:ahLst/>
            <a:cxnLst/>
            <a:rect l="l" t="t" r="r" b="b"/>
            <a:pathLst>
              <a:path w="1623059" h="913130">
                <a:moveTo>
                  <a:pt x="533400" y="691133"/>
                </a:moveTo>
                <a:lnTo>
                  <a:pt x="537918" y="646455"/>
                </a:lnTo>
                <a:lnTo>
                  <a:pt x="550878" y="604837"/>
                </a:lnTo>
                <a:lnTo>
                  <a:pt x="571386" y="567172"/>
                </a:lnTo>
                <a:lnTo>
                  <a:pt x="598551" y="534352"/>
                </a:lnTo>
                <a:lnTo>
                  <a:pt x="631477" y="507271"/>
                </a:lnTo>
                <a:lnTo>
                  <a:pt x="669274" y="486822"/>
                </a:lnTo>
                <a:lnTo>
                  <a:pt x="711047" y="473898"/>
                </a:lnTo>
                <a:lnTo>
                  <a:pt x="755903" y="469391"/>
                </a:lnTo>
                <a:lnTo>
                  <a:pt x="800760" y="473898"/>
                </a:lnTo>
                <a:lnTo>
                  <a:pt x="842533" y="486822"/>
                </a:lnTo>
                <a:lnTo>
                  <a:pt x="880330" y="507271"/>
                </a:lnTo>
                <a:lnTo>
                  <a:pt x="913256" y="534352"/>
                </a:lnTo>
                <a:lnTo>
                  <a:pt x="940421" y="567172"/>
                </a:lnTo>
                <a:lnTo>
                  <a:pt x="960929" y="604837"/>
                </a:lnTo>
                <a:lnTo>
                  <a:pt x="973889" y="646455"/>
                </a:lnTo>
                <a:lnTo>
                  <a:pt x="978407" y="691133"/>
                </a:lnTo>
                <a:lnTo>
                  <a:pt x="973889" y="735812"/>
                </a:lnTo>
                <a:lnTo>
                  <a:pt x="960929" y="777430"/>
                </a:lnTo>
                <a:lnTo>
                  <a:pt x="940421" y="815095"/>
                </a:lnTo>
                <a:lnTo>
                  <a:pt x="913257" y="847915"/>
                </a:lnTo>
                <a:lnTo>
                  <a:pt x="880330" y="874996"/>
                </a:lnTo>
                <a:lnTo>
                  <a:pt x="842533" y="895445"/>
                </a:lnTo>
                <a:lnTo>
                  <a:pt x="800760" y="908369"/>
                </a:lnTo>
                <a:lnTo>
                  <a:pt x="755903" y="912876"/>
                </a:lnTo>
                <a:lnTo>
                  <a:pt x="711047" y="908369"/>
                </a:lnTo>
                <a:lnTo>
                  <a:pt x="669274" y="895445"/>
                </a:lnTo>
                <a:lnTo>
                  <a:pt x="631477" y="874996"/>
                </a:lnTo>
                <a:lnTo>
                  <a:pt x="598551" y="847915"/>
                </a:lnTo>
                <a:lnTo>
                  <a:pt x="571386" y="815095"/>
                </a:lnTo>
                <a:lnTo>
                  <a:pt x="550878" y="777430"/>
                </a:lnTo>
                <a:lnTo>
                  <a:pt x="537918" y="735812"/>
                </a:lnTo>
                <a:lnTo>
                  <a:pt x="533400" y="691133"/>
                </a:lnTo>
                <a:close/>
              </a:path>
              <a:path w="1623059" h="913130">
                <a:moveTo>
                  <a:pt x="263651" y="0"/>
                </a:moveTo>
                <a:lnTo>
                  <a:pt x="0" y="460247"/>
                </a:lnTo>
              </a:path>
              <a:path w="1623059" h="913130">
                <a:moveTo>
                  <a:pt x="451103" y="15239"/>
                </a:moveTo>
                <a:lnTo>
                  <a:pt x="749807" y="473963"/>
                </a:lnTo>
              </a:path>
              <a:path w="1623059" h="913130">
                <a:moveTo>
                  <a:pt x="1178052" y="679703"/>
                </a:moveTo>
                <a:lnTo>
                  <a:pt x="1182570" y="634847"/>
                </a:lnTo>
                <a:lnTo>
                  <a:pt x="1195530" y="593074"/>
                </a:lnTo>
                <a:lnTo>
                  <a:pt x="1216038" y="555277"/>
                </a:lnTo>
                <a:lnTo>
                  <a:pt x="1243202" y="522350"/>
                </a:lnTo>
                <a:lnTo>
                  <a:pt x="1276129" y="495186"/>
                </a:lnTo>
                <a:lnTo>
                  <a:pt x="1313926" y="474678"/>
                </a:lnTo>
                <a:lnTo>
                  <a:pt x="1355699" y="461718"/>
                </a:lnTo>
                <a:lnTo>
                  <a:pt x="1400555" y="457200"/>
                </a:lnTo>
                <a:lnTo>
                  <a:pt x="1445412" y="461718"/>
                </a:lnTo>
                <a:lnTo>
                  <a:pt x="1487185" y="474678"/>
                </a:lnTo>
                <a:lnTo>
                  <a:pt x="1524982" y="495186"/>
                </a:lnTo>
                <a:lnTo>
                  <a:pt x="1557909" y="522350"/>
                </a:lnTo>
                <a:lnTo>
                  <a:pt x="1585073" y="555277"/>
                </a:lnTo>
                <a:lnTo>
                  <a:pt x="1605581" y="593074"/>
                </a:lnTo>
                <a:lnTo>
                  <a:pt x="1618541" y="634847"/>
                </a:lnTo>
                <a:lnTo>
                  <a:pt x="1623059" y="679703"/>
                </a:lnTo>
                <a:lnTo>
                  <a:pt x="1618541" y="724560"/>
                </a:lnTo>
                <a:lnTo>
                  <a:pt x="1605581" y="766333"/>
                </a:lnTo>
                <a:lnTo>
                  <a:pt x="1585073" y="804130"/>
                </a:lnTo>
                <a:lnTo>
                  <a:pt x="1557909" y="837056"/>
                </a:lnTo>
                <a:lnTo>
                  <a:pt x="1524982" y="864221"/>
                </a:lnTo>
                <a:lnTo>
                  <a:pt x="1487185" y="884729"/>
                </a:lnTo>
                <a:lnTo>
                  <a:pt x="1445412" y="897689"/>
                </a:lnTo>
                <a:lnTo>
                  <a:pt x="1400555" y="902207"/>
                </a:lnTo>
                <a:lnTo>
                  <a:pt x="1355699" y="897689"/>
                </a:lnTo>
                <a:lnTo>
                  <a:pt x="1313926" y="884729"/>
                </a:lnTo>
                <a:lnTo>
                  <a:pt x="1276129" y="864221"/>
                </a:lnTo>
                <a:lnTo>
                  <a:pt x="1243202" y="837056"/>
                </a:lnTo>
                <a:lnTo>
                  <a:pt x="1216038" y="804130"/>
                </a:lnTo>
                <a:lnTo>
                  <a:pt x="1195530" y="766333"/>
                </a:lnTo>
                <a:lnTo>
                  <a:pt x="1182570" y="724560"/>
                </a:lnTo>
                <a:lnTo>
                  <a:pt x="1178052" y="679703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6174485" y="1828037"/>
            <a:ext cx="1577340" cy="13614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384300" algn="l"/>
              </a:tabLst>
            </a:pPr>
            <a:r>
              <a:rPr sz="2800" spc="-50" dirty="0">
                <a:latin typeface="Calibri"/>
                <a:cs typeface="Calibri"/>
              </a:rPr>
              <a:t>1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50" dirty="0">
                <a:latin typeface="Calibri"/>
                <a:cs typeface="Calibri"/>
              </a:rPr>
              <a:t>2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85"/>
              </a:spcBef>
            </a:pPr>
            <a:endParaRPr sz="2800">
              <a:latin typeface="Calibri"/>
              <a:cs typeface="Calibri"/>
            </a:endParaRPr>
          </a:p>
          <a:p>
            <a:pPr marL="390525">
              <a:lnSpc>
                <a:spcPct val="100000"/>
              </a:lnSpc>
              <a:tabLst>
                <a:tab pos="1035050" algn="l"/>
              </a:tabLst>
            </a:pPr>
            <a:r>
              <a:rPr sz="2800" spc="-50" dirty="0">
                <a:latin typeface="Calibri"/>
                <a:cs typeface="Calibri"/>
              </a:rPr>
              <a:t>4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4200" spc="-75" baseline="1984" dirty="0">
                <a:latin typeface="Calibri"/>
                <a:cs typeface="Calibri"/>
              </a:rPr>
              <a:t>5</a:t>
            </a:r>
            <a:endParaRPr sz="4200" baseline="1984">
              <a:latin typeface="Calibri"/>
              <a:cs typeface="Calibri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7796783" y="2750820"/>
            <a:ext cx="443865" cy="445134"/>
          </a:xfrm>
          <a:custGeom>
            <a:avLst/>
            <a:gdLst/>
            <a:ahLst/>
            <a:cxnLst/>
            <a:rect l="l" t="t" r="r" b="b"/>
            <a:pathLst>
              <a:path w="443865" h="445135">
                <a:moveTo>
                  <a:pt x="0" y="222503"/>
                </a:moveTo>
                <a:lnTo>
                  <a:pt x="4506" y="177647"/>
                </a:lnTo>
                <a:lnTo>
                  <a:pt x="17430" y="135874"/>
                </a:lnTo>
                <a:lnTo>
                  <a:pt x="37879" y="98077"/>
                </a:lnTo>
                <a:lnTo>
                  <a:pt x="64960" y="65150"/>
                </a:lnTo>
                <a:lnTo>
                  <a:pt x="97780" y="37986"/>
                </a:lnTo>
                <a:lnTo>
                  <a:pt x="135445" y="17478"/>
                </a:lnTo>
                <a:lnTo>
                  <a:pt x="177063" y="4518"/>
                </a:lnTo>
                <a:lnTo>
                  <a:pt x="221742" y="0"/>
                </a:lnTo>
                <a:lnTo>
                  <a:pt x="266420" y="4518"/>
                </a:lnTo>
                <a:lnTo>
                  <a:pt x="308038" y="17478"/>
                </a:lnTo>
                <a:lnTo>
                  <a:pt x="345703" y="37986"/>
                </a:lnTo>
                <a:lnTo>
                  <a:pt x="378523" y="65150"/>
                </a:lnTo>
                <a:lnTo>
                  <a:pt x="405604" y="98077"/>
                </a:lnTo>
                <a:lnTo>
                  <a:pt x="426053" y="135874"/>
                </a:lnTo>
                <a:lnTo>
                  <a:pt x="438977" y="177647"/>
                </a:lnTo>
                <a:lnTo>
                  <a:pt x="443484" y="222503"/>
                </a:lnTo>
                <a:lnTo>
                  <a:pt x="438977" y="267360"/>
                </a:lnTo>
                <a:lnTo>
                  <a:pt x="426053" y="309133"/>
                </a:lnTo>
                <a:lnTo>
                  <a:pt x="405604" y="346930"/>
                </a:lnTo>
                <a:lnTo>
                  <a:pt x="378523" y="379856"/>
                </a:lnTo>
                <a:lnTo>
                  <a:pt x="345703" y="407021"/>
                </a:lnTo>
                <a:lnTo>
                  <a:pt x="308038" y="427529"/>
                </a:lnTo>
                <a:lnTo>
                  <a:pt x="266420" y="440489"/>
                </a:lnTo>
                <a:lnTo>
                  <a:pt x="221742" y="445007"/>
                </a:lnTo>
                <a:lnTo>
                  <a:pt x="177063" y="440489"/>
                </a:lnTo>
                <a:lnTo>
                  <a:pt x="135445" y="427529"/>
                </a:lnTo>
                <a:lnTo>
                  <a:pt x="97780" y="407021"/>
                </a:lnTo>
                <a:lnTo>
                  <a:pt x="64960" y="379856"/>
                </a:lnTo>
                <a:lnTo>
                  <a:pt x="37879" y="346930"/>
                </a:lnTo>
                <a:lnTo>
                  <a:pt x="17430" y="309133"/>
                </a:lnTo>
                <a:lnTo>
                  <a:pt x="4506" y="267360"/>
                </a:lnTo>
                <a:lnTo>
                  <a:pt x="0" y="222503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7941691" y="2725292"/>
            <a:ext cx="2057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0" dirty="0">
                <a:latin typeface="Calibri"/>
                <a:cs typeface="Calibri"/>
              </a:rPr>
              <a:t>6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7248143" y="2279904"/>
            <a:ext cx="749935" cy="462280"/>
          </a:xfrm>
          <a:custGeom>
            <a:avLst/>
            <a:gdLst/>
            <a:ahLst/>
            <a:cxnLst/>
            <a:rect l="l" t="t" r="r" b="b"/>
            <a:pathLst>
              <a:path w="749934" h="462280">
                <a:moveTo>
                  <a:pt x="272796" y="0"/>
                </a:moveTo>
                <a:lnTo>
                  <a:pt x="0" y="461772"/>
                </a:lnTo>
              </a:path>
              <a:path w="749934" h="462280">
                <a:moveTo>
                  <a:pt x="477011" y="12192"/>
                </a:moveTo>
                <a:lnTo>
                  <a:pt x="749807" y="461772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2603119" y="2965425"/>
            <a:ext cx="1965960" cy="1021715"/>
          </a:xfrm>
          <a:prstGeom prst="rect">
            <a:avLst/>
          </a:prstGeom>
        </p:spPr>
        <p:txBody>
          <a:bodyPr vert="horz" wrap="square" lIns="0" tIns="121920" rIns="0" bIns="0" rtlCol="0">
            <a:spAutoFit/>
          </a:bodyPr>
          <a:lstStyle/>
          <a:p>
            <a:pPr marR="247650" algn="ctr">
              <a:lnSpc>
                <a:spcPct val="100000"/>
              </a:lnSpc>
              <a:spcBef>
                <a:spcPts val="960"/>
              </a:spcBef>
            </a:pPr>
            <a:r>
              <a:rPr sz="2800" spc="-25" dirty="0">
                <a:latin typeface="Calibri"/>
                <a:cs typeface="Calibri"/>
              </a:rPr>
              <a:t>G</a:t>
            </a:r>
            <a:r>
              <a:rPr sz="1800" spc="-25" dirty="0"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40"/>
              </a:spcBef>
            </a:pPr>
            <a:r>
              <a:rPr sz="2400" dirty="0">
                <a:latin typeface="Calibri"/>
                <a:cs typeface="Calibri"/>
              </a:rPr>
              <a:t>complete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graph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738876" y="6465214"/>
            <a:ext cx="71374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CHAPTER</a:t>
            </a:r>
            <a:r>
              <a:rPr sz="1200" spc="-4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spc="-50" dirty="0">
                <a:solidFill>
                  <a:srgbClr val="888888"/>
                </a:solidFill>
                <a:latin typeface="Calibri"/>
                <a:cs typeface="Calibri"/>
              </a:rPr>
              <a:t>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6" name="object 3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4</a:t>
            </a:fld>
            <a:endParaRPr spc="-50" dirty="0"/>
          </a:p>
        </p:txBody>
      </p:sp>
      <p:sp>
        <p:nvSpPr>
          <p:cNvPr id="30" name="object 30"/>
          <p:cNvSpPr txBox="1"/>
          <p:nvPr/>
        </p:nvSpPr>
        <p:spPr>
          <a:xfrm>
            <a:off x="6747764" y="3336747"/>
            <a:ext cx="3657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5" dirty="0">
                <a:latin typeface="Calibri"/>
                <a:cs typeface="Calibri"/>
              </a:rPr>
              <a:t>G</a:t>
            </a:r>
            <a:r>
              <a:rPr sz="1800" spc="-25" dirty="0">
                <a:latin typeface="Calibri"/>
                <a:cs typeface="Calibri"/>
              </a:rPr>
              <a:t>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311654" y="4181297"/>
            <a:ext cx="2556510" cy="1123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Calibri"/>
                <a:cs typeface="Calibri"/>
              </a:rPr>
              <a:t>V(G</a:t>
            </a:r>
            <a:r>
              <a:rPr sz="1600" spc="-10" dirty="0">
                <a:latin typeface="Calibri"/>
                <a:cs typeface="Calibri"/>
              </a:rPr>
              <a:t>1</a:t>
            </a:r>
            <a:r>
              <a:rPr sz="2400" spc="-10" dirty="0">
                <a:latin typeface="Calibri"/>
                <a:cs typeface="Calibri"/>
              </a:rPr>
              <a:t>)={0,1,2,3} V(G</a:t>
            </a:r>
            <a:r>
              <a:rPr sz="1600" spc="-10" dirty="0">
                <a:latin typeface="Calibri"/>
                <a:cs typeface="Calibri"/>
              </a:rPr>
              <a:t>2</a:t>
            </a:r>
            <a:r>
              <a:rPr sz="2400" spc="-10" dirty="0">
                <a:latin typeface="Calibri"/>
                <a:cs typeface="Calibri"/>
              </a:rPr>
              <a:t>)={0,1,2,3,4,5,6} V(G</a:t>
            </a:r>
            <a:r>
              <a:rPr sz="1600" spc="-10" dirty="0">
                <a:latin typeface="Calibri"/>
                <a:cs typeface="Calibri"/>
              </a:rPr>
              <a:t>3</a:t>
            </a:r>
            <a:r>
              <a:rPr sz="2400" spc="-10" dirty="0">
                <a:latin typeface="Calibri"/>
                <a:cs typeface="Calibri"/>
              </a:rPr>
              <a:t>)={0,1,2}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150229" y="4181297"/>
            <a:ext cx="4893945" cy="1123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465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Calibri"/>
                <a:cs typeface="Calibri"/>
              </a:rPr>
              <a:t>E(G</a:t>
            </a:r>
            <a:r>
              <a:rPr sz="1600" spc="-10" dirty="0">
                <a:latin typeface="Calibri"/>
                <a:cs typeface="Calibri"/>
              </a:rPr>
              <a:t>1</a:t>
            </a:r>
            <a:r>
              <a:rPr sz="2400" spc="-10" dirty="0">
                <a:latin typeface="Calibri"/>
                <a:cs typeface="Calibri"/>
              </a:rPr>
              <a:t>)={(0,1),(0,2),(0,3),(1,2),(1,3),(2,3)}</a:t>
            </a:r>
            <a:endParaRPr sz="2400">
              <a:latin typeface="Calibri"/>
              <a:cs typeface="Calibri"/>
            </a:endParaRPr>
          </a:p>
          <a:p>
            <a:pPr marL="12700" marR="5080" indent="100330">
              <a:lnSpc>
                <a:spcPct val="100000"/>
              </a:lnSpc>
              <a:spcBef>
                <a:spcPts val="5"/>
              </a:spcBef>
            </a:pPr>
            <a:r>
              <a:rPr sz="2400" spc="-10" dirty="0">
                <a:latin typeface="Calibri"/>
                <a:cs typeface="Calibri"/>
              </a:rPr>
              <a:t>E(G</a:t>
            </a:r>
            <a:r>
              <a:rPr sz="1600" spc="-10" dirty="0">
                <a:latin typeface="Calibri"/>
                <a:cs typeface="Calibri"/>
              </a:rPr>
              <a:t>2</a:t>
            </a:r>
            <a:r>
              <a:rPr sz="2400" spc="-10" dirty="0">
                <a:latin typeface="Calibri"/>
                <a:cs typeface="Calibri"/>
              </a:rPr>
              <a:t>)={(0,1),(0,2),(1,3),(1,4),(2,5),(2,6)} E(G</a:t>
            </a:r>
            <a:r>
              <a:rPr sz="1600" spc="-10" dirty="0">
                <a:latin typeface="Calibri"/>
                <a:cs typeface="Calibri"/>
              </a:rPr>
              <a:t>3</a:t>
            </a:r>
            <a:r>
              <a:rPr sz="2400" spc="-10" dirty="0">
                <a:latin typeface="Calibri"/>
                <a:cs typeface="Calibri"/>
              </a:rPr>
              <a:t>)={&lt;0,1&gt;,&lt;1,0&gt;,&lt;1,2&gt;}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463545" y="5422798"/>
            <a:ext cx="534352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44536A"/>
                </a:solidFill>
                <a:latin typeface="Calibri"/>
                <a:cs typeface="Calibri"/>
              </a:rPr>
              <a:t>complete</a:t>
            </a:r>
            <a:r>
              <a:rPr sz="2400" spc="-50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44536A"/>
                </a:solidFill>
                <a:latin typeface="Calibri"/>
                <a:cs typeface="Calibri"/>
              </a:rPr>
              <a:t>undirected</a:t>
            </a:r>
            <a:r>
              <a:rPr sz="2400" spc="-55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4536A"/>
                </a:solidFill>
                <a:latin typeface="Calibri"/>
                <a:cs typeface="Calibri"/>
              </a:rPr>
              <a:t>graph:</a:t>
            </a:r>
            <a:r>
              <a:rPr sz="2400" spc="-45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44536A"/>
                </a:solidFill>
                <a:latin typeface="Calibri"/>
                <a:cs typeface="Calibri"/>
              </a:rPr>
              <a:t>n(n-</a:t>
            </a:r>
            <a:r>
              <a:rPr sz="2400" dirty="0">
                <a:solidFill>
                  <a:srgbClr val="44536A"/>
                </a:solidFill>
                <a:latin typeface="Calibri"/>
                <a:cs typeface="Calibri"/>
              </a:rPr>
              <a:t>1)/2</a:t>
            </a:r>
            <a:r>
              <a:rPr sz="2400" spc="-65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44536A"/>
                </a:solidFill>
                <a:latin typeface="Calibri"/>
                <a:cs typeface="Calibri"/>
              </a:rPr>
              <a:t>edges </a:t>
            </a:r>
            <a:r>
              <a:rPr sz="2400" dirty="0">
                <a:solidFill>
                  <a:srgbClr val="44536A"/>
                </a:solidFill>
                <a:latin typeface="Calibri"/>
                <a:cs typeface="Calibri"/>
              </a:rPr>
              <a:t>complete</a:t>
            </a:r>
            <a:r>
              <a:rPr sz="2400" spc="-80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4536A"/>
                </a:solidFill>
                <a:latin typeface="Calibri"/>
                <a:cs typeface="Calibri"/>
              </a:rPr>
              <a:t>directed</a:t>
            </a:r>
            <a:r>
              <a:rPr sz="2400" spc="-75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4536A"/>
                </a:solidFill>
                <a:latin typeface="Calibri"/>
                <a:cs typeface="Calibri"/>
              </a:rPr>
              <a:t>graph:</a:t>
            </a:r>
            <a:r>
              <a:rPr sz="2400" spc="-85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44536A"/>
                </a:solidFill>
                <a:latin typeface="Calibri"/>
                <a:cs typeface="Calibri"/>
              </a:rPr>
              <a:t>n(n-</a:t>
            </a:r>
            <a:r>
              <a:rPr sz="2400" dirty="0">
                <a:solidFill>
                  <a:srgbClr val="44536A"/>
                </a:solidFill>
                <a:latin typeface="Calibri"/>
                <a:cs typeface="Calibri"/>
              </a:rPr>
              <a:t>1)</a:t>
            </a:r>
            <a:r>
              <a:rPr sz="2400" spc="-70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44536A"/>
                </a:solidFill>
                <a:latin typeface="Calibri"/>
                <a:cs typeface="Calibri"/>
              </a:rPr>
              <a:t>edges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515606" y="3630548"/>
            <a:ext cx="21958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incomplete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graph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65327" rIns="0" bIns="0" rtlCol="0">
            <a:spAutoFit/>
          </a:bodyPr>
          <a:lstStyle/>
          <a:p>
            <a:pPr marL="3287395">
              <a:lnSpc>
                <a:spcPct val="100000"/>
              </a:lnSpc>
              <a:spcBef>
                <a:spcPts val="105"/>
              </a:spcBef>
            </a:pPr>
            <a:r>
              <a:rPr b="0" i="0" dirty="0">
                <a:solidFill>
                  <a:srgbClr val="44536A"/>
                </a:solidFill>
                <a:latin typeface="Times New Roman"/>
                <a:cs typeface="Times New Roman"/>
              </a:rPr>
              <a:t>Adjacent</a:t>
            </a:r>
            <a:r>
              <a:rPr b="0" i="0" spc="-30" dirty="0">
                <a:solidFill>
                  <a:srgbClr val="44536A"/>
                </a:solidFill>
                <a:latin typeface="Times New Roman"/>
                <a:cs typeface="Times New Roman"/>
              </a:rPr>
              <a:t> </a:t>
            </a:r>
            <a:r>
              <a:rPr b="0" i="0" dirty="0">
                <a:solidFill>
                  <a:srgbClr val="44536A"/>
                </a:solidFill>
                <a:latin typeface="Times New Roman"/>
                <a:cs typeface="Times New Roman"/>
              </a:rPr>
              <a:t>and</a:t>
            </a:r>
            <a:r>
              <a:rPr b="0" i="0" spc="-25" dirty="0">
                <a:solidFill>
                  <a:srgbClr val="44536A"/>
                </a:solidFill>
                <a:latin typeface="Times New Roman"/>
                <a:cs typeface="Times New Roman"/>
              </a:rPr>
              <a:t> </a:t>
            </a:r>
            <a:r>
              <a:rPr b="0" i="0" spc="-10" dirty="0">
                <a:solidFill>
                  <a:srgbClr val="44536A"/>
                </a:solidFill>
                <a:latin typeface="Times New Roman"/>
                <a:cs typeface="Times New Roman"/>
              </a:rPr>
              <a:t>Incident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68854" y="2078101"/>
            <a:ext cx="369417" cy="37947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68854" y="3687521"/>
            <a:ext cx="369417" cy="37978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099307" y="1866405"/>
            <a:ext cx="7334884" cy="3246755"/>
          </a:xfrm>
          <a:prstGeom prst="rect">
            <a:avLst/>
          </a:prstGeom>
        </p:spPr>
        <p:txBody>
          <a:bodyPr vert="horz" wrap="square" lIns="0" tIns="1111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75"/>
              </a:spcBef>
            </a:pPr>
            <a:r>
              <a:rPr sz="3200" dirty="0">
                <a:latin typeface="Times New Roman"/>
                <a:cs typeface="Times New Roman"/>
              </a:rPr>
              <a:t>If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(v</a:t>
            </a:r>
            <a:r>
              <a:rPr sz="1800" dirty="0">
                <a:latin typeface="Times New Roman"/>
                <a:cs typeface="Times New Roman"/>
              </a:rPr>
              <a:t>0</a:t>
            </a:r>
            <a:r>
              <a:rPr sz="3200" dirty="0">
                <a:latin typeface="Times New Roman"/>
                <a:cs typeface="Times New Roman"/>
              </a:rPr>
              <a:t>,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v</a:t>
            </a:r>
            <a:r>
              <a:rPr sz="1800" dirty="0">
                <a:latin typeface="Times New Roman"/>
                <a:cs typeface="Times New Roman"/>
              </a:rPr>
              <a:t>1</a:t>
            </a:r>
            <a:r>
              <a:rPr sz="3200" dirty="0">
                <a:latin typeface="Times New Roman"/>
                <a:cs typeface="Times New Roman"/>
              </a:rPr>
              <a:t>)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is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edge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undirected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graph,</a:t>
            </a:r>
            <a:endParaRPr sz="3200">
              <a:latin typeface="Times New Roman"/>
              <a:cs typeface="Times New Roman"/>
            </a:endParaRPr>
          </a:p>
          <a:p>
            <a:pPr marL="412750" indent="-285750">
              <a:lnSpc>
                <a:spcPct val="100000"/>
              </a:lnSpc>
              <a:spcBef>
                <a:spcPts val="680"/>
              </a:spcBef>
              <a:buChar char="–"/>
              <a:tabLst>
                <a:tab pos="412750" algn="l"/>
              </a:tabLst>
            </a:pPr>
            <a:r>
              <a:rPr sz="2800" dirty="0">
                <a:latin typeface="Times New Roman"/>
                <a:cs typeface="Times New Roman"/>
              </a:rPr>
              <a:t>v</a:t>
            </a:r>
            <a:r>
              <a:rPr sz="1600" dirty="0">
                <a:latin typeface="Times New Roman"/>
                <a:cs typeface="Times New Roman"/>
              </a:rPr>
              <a:t>0</a:t>
            </a:r>
            <a:r>
              <a:rPr sz="1600" spc="2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v</a:t>
            </a:r>
            <a:r>
              <a:rPr sz="1600" dirty="0">
                <a:latin typeface="Times New Roman"/>
                <a:cs typeface="Times New Roman"/>
              </a:rPr>
              <a:t>1</a:t>
            </a:r>
            <a:r>
              <a:rPr sz="1600" spc="2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are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CC3300"/>
                </a:solidFill>
                <a:latin typeface="Times New Roman"/>
                <a:cs typeface="Times New Roman"/>
              </a:rPr>
              <a:t>adjacent</a:t>
            </a:r>
            <a:endParaRPr sz="2800">
              <a:latin typeface="Times New Roman"/>
              <a:cs typeface="Times New Roman"/>
            </a:endParaRPr>
          </a:p>
          <a:p>
            <a:pPr marL="412750" indent="-285750">
              <a:lnSpc>
                <a:spcPct val="100000"/>
              </a:lnSpc>
              <a:spcBef>
                <a:spcPts val="675"/>
              </a:spcBef>
              <a:buChar char="–"/>
              <a:tabLst>
                <a:tab pos="412750" algn="l"/>
              </a:tabLst>
            </a:pP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edge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(v</a:t>
            </a:r>
            <a:r>
              <a:rPr sz="1600" dirty="0">
                <a:latin typeface="Times New Roman"/>
                <a:cs typeface="Times New Roman"/>
              </a:rPr>
              <a:t>0</a:t>
            </a:r>
            <a:r>
              <a:rPr sz="2800" dirty="0">
                <a:latin typeface="Times New Roman"/>
                <a:cs typeface="Times New Roman"/>
              </a:rPr>
              <a:t>,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v</a:t>
            </a:r>
            <a:r>
              <a:rPr sz="1600" dirty="0">
                <a:latin typeface="Times New Roman"/>
                <a:cs typeface="Times New Roman"/>
              </a:rPr>
              <a:t>1</a:t>
            </a:r>
            <a:r>
              <a:rPr sz="2800" dirty="0">
                <a:latin typeface="Times New Roman"/>
                <a:cs typeface="Times New Roman"/>
              </a:rPr>
              <a:t>)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incident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on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vertices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v</a:t>
            </a:r>
            <a:r>
              <a:rPr sz="1600" dirty="0">
                <a:latin typeface="Times New Roman"/>
                <a:cs typeface="Times New Roman"/>
              </a:rPr>
              <a:t>0</a:t>
            </a:r>
            <a:r>
              <a:rPr sz="1600" spc="2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v</a:t>
            </a:r>
            <a:r>
              <a:rPr sz="1600" spc="-25" dirty="0">
                <a:latin typeface="Times New Roman"/>
                <a:cs typeface="Times New Roman"/>
              </a:rPr>
              <a:t>1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60"/>
              </a:spcBef>
            </a:pPr>
            <a:r>
              <a:rPr sz="3200" dirty="0">
                <a:latin typeface="Times New Roman"/>
                <a:cs typeface="Times New Roman"/>
              </a:rPr>
              <a:t>If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&lt;v</a:t>
            </a:r>
            <a:r>
              <a:rPr sz="1800" dirty="0">
                <a:latin typeface="Times New Roman"/>
                <a:cs typeface="Times New Roman"/>
              </a:rPr>
              <a:t>0</a:t>
            </a:r>
            <a:r>
              <a:rPr sz="3200" dirty="0">
                <a:latin typeface="Times New Roman"/>
                <a:cs typeface="Times New Roman"/>
              </a:rPr>
              <a:t>,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v</a:t>
            </a:r>
            <a:r>
              <a:rPr sz="1800" dirty="0">
                <a:latin typeface="Times New Roman"/>
                <a:cs typeface="Times New Roman"/>
              </a:rPr>
              <a:t>1</a:t>
            </a:r>
            <a:r>
              <a:rPr sz="3200" dirty="0">
                <a:latin typeface="Times New Roman"/>
                <a:cs typeface="Times New Roman"/>
              </a:rPr>
              <a:t>&gt;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is an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edge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 a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directed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graph</a:t>
            </a:r>
            <a:endParaRPr sz="3200">
              <a:latin typeface="Times New Roman"/>
              <a:cs typeface="Times New Roman"/>
            </a:endParaRPr>
          </a:p>
          <a:p>
            <a:pPr marL="412750" indent="-285750">
              <a:lnSpc>
                <a:spcPct val="100000"/>
              </a:lnSpc>
              <a:spcBef>
                <a:spcPts val="680"/>
              </a:spcBef>
              <a:buChar char="–"/>
              <a:tabLst>
                <a:tab pos="412750" algn="l"/>
              </a:tabLst>
            </a:pPr>
            <a:r>
              <a:rPr sz="2800" dirty="0">
                <a:latin typeface="Times New Roman"/>
                <a:cs typeface="Times New Roman"/>
              </a:rPr>
              <a:t>v</a:t>
            </a:r>
            <a:r>
              <a:rPr sz="1600" dirty="0">
                <a:latin typeface="Times New Roman"/>
                <a:cs typeface="Times New Roman"/>
              </a:rPr>
              <a:t>0</a:t>
            </a:r>
            <a:r>
              <a:rPr sz="1600" spc="2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CC3300"/>
                </a:solidFill>
                <a:latin typeface="Times New Roman"/>
                <a:cs typeface="Times New Roman"/>
              </a:rPr>
              <a:t>adjacent</a:t>
            </a:r>
            <a:r>
              <a:rPr sz="2800" spc="-30" dirty="0">
                <a:solidFill>
                  <a:srgbClr val="CC33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CC3300"/>
                </a:solidFill>
                <a:latin typeface="Times New Roman"/>
                <a:cs typeface="Times New Roman"/>
              </a:rPr>
              <a:t>to</a:t>
            </a:r>
            <a:r>
              <a:rPr sz="2800" spc="-40" dirty="0">
                <a:solidFill>
                  <a:srgbClr val="CC33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v</a:t>
            </a:r>
            <a:r>
              <a:rPr sz="1600" dirty="0">
                <a:latin typeface="Times New Roman"/>
                <a:cs typeface="Times New Roman"/>
              </a:rPr>
              <a:t>1</a:t>
            </a:r>
            <a:r>
              <a:rPr sz="2800" dirty="0">
                <a:latin typeface="Times New Roman"/>
                <a:cs typeface="Times New Roman"/>
              </a:rPr>
              <a:t>,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v</a:t>
            </a:r>
            <a:r>
              <a:rPr sz="1600" dirty="0">
                <a:latin typeface="Times New Roman"/>
                <a:cs typeface="Times New Roman"/>
              </a:rPr>
              <a:t>1</a:t>
            </a:r>
            <a:r>
              <a:rPr sz="1600" spc="2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CC3300"/>
                </a:solidFill>
                <a:latin typeface="Times New Roman"/>
                <a:cs typeface="Times New Roman"/>
              </a:rPr>
              <a:t>adjacent</a:t>
            </a:r>
            <a:r>
              <a:rPr sz="2800" spc="-40" dirty="0">
                <a:solidFill>
                  <a:srgbClr val="CC33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CC3300"/>
                </a:solidFill>
                <a:latin typeface="Times New Roman"/>
                <a:cs typeface="Times New Roman"/>
              </a:rPr>
              <a:t>from</a:t>
            </a:r>
            <a:r>
              <a:rPr sz="2800" spc="-5" dirty="0">
                <a:solidFill>
                  <a:srgbClr val="CC3300"/>
                </a:solidFill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v</a:t>
            </a:r>
            <a:r>
              <a:rPr sz="1600" spc="-25" dirty="0">
                <a:latin typeface="Times New Roman"/>
                <a:cs typeface="Times New Roman"/>
              </a:rPr>
              <a:t>0</a:t>
            </a:r>
            <a:endParaRPr sz="1600">
              <a:latin typeface="Times New Roman"/>
              <a:cs typeface="Times New Roman"/>
            </a:endParaRPr>
          </a:p>
          <a:p>
            <a:pPr marL="412750" indent="-285750">
              <a:lnSpc>
                <a:spcPct val="100000"/>
              </a:lnSpc>
              <a:spcBef>
                <a:spcPts val="670"/>
              </a:spcBef>
              <a:buChar char="–"/>
              <a:tabLst>
                <a:tab pos="412750" algn="l"/>
              </a:tabLst>
            </a:pP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edge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&lt;v</a:t>
            </a:r>
            <a:r>
              <a:rPr sz="1600" dirty="0">
                <a:latin typeface="Times New Roman"/>
                <a:cs typeface="Times New Roman"/>
              </a:rPr>
              <a:t>0</a:t>
            </a:r>
            <a:r>
              <a:rPr sz="2800" dirty="0">
                <a:latin typeface="Times New Roman"/>
                <a:cs typeface="Times New Roman"/>
              </a:rPr>
              <a:t>,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v</a:t>
            </a:r>
            <a:r>
              <a:rPr sz="1600" dirty="0">
                <a:latin typeface="Times New Roman"/>
                <a:cs typeface="Times New Roman"/>
              </a:rPr>
              <a:t>1</a:t>
            </a:r>
            <a:r>
              <a:rPr sz="2800" dirty="0">
                <a:latin typeface="Times New Roman"/>
                <a:cs typeface="Times New Roman"/>
              </a:rPr>
              <a:t>&gt;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incident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on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v</a:t>
            </a:r>
            <a:r>
              <a:rPr sz="1600" dirty="0">
                <a:latin typeface="Times New Roman"/>
                <a:cs typeface="Times New Roman"/>
              </a:rPr>
              <a:t>0</a:t>
            </a:r>
            <a:r>
              <a:rPr sz="1600" spc="2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25" dirty="0">
                <a:latin typeface="Times New Roman"/>
                <a:cs typeface="Times New Roman"/>
              </a:rPr>
              <a:t> v</a:t>
            </a:r>
            <a:r>
              <a:rPr sz="1600" spc="-25" dirty="0">
                <a:latin typeface="Times New Roman"/>
                <a:cs typeface="Times New Roman"/>
              </a:rPr>
              <a:t>1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738876" y="6465214"/>
            <a:ext cx="71374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CHAPTER</a:t>
            </a:r>
            <a:r>
              <a:rPr sz="1200" spc="-4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spc="-50" dirty="0">
                <a:solidFill>
                  <a:srgbClr val="888888"/>
                </a:solidFill>
                <a:latin typeface="Calibri"/>
                <a:cs typeface="Calibri"/>
              </a:rPr>
              <a:t>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5</a:t>
            </a:fld>
            <a:endParaRPr spc="-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895600" y="2286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0" y="304800"/>
                </a:moveTo>
                <a:lnTo>
                  <a:pt x="3990" y="255374"/>
                </a:lnTo>
                <a:lnTo>
                  <a:pt x="15544" y="208483"/>
                </a:lnTo>
                <a:lnTo>
                  <a:pt x="34032" y="164753"/>
                </a:lnTo>
                <a:lnTo>
                  <a:pt x="58826" y="124815"/>
                </a:lnTo>
                <a:lnTo>
                  <a:pt x="89296" y="89296"/>
                </a:lnTo>
                <a:lnTo>
                  <a:pt x="124815" y="58826"/>
                </a:lnTo>
                <a:lnTo>
                  <a:pt x="164753" y="34032"/>
                </a:lnTo>
                <a:lnTo>
                  <a:pt x="208483" y="15544"/>
                </a:lnTo>
                <a:lnTo>
                  <a:pt x="255374" y="3990"/>
                </a:lnTo>
                <a:lnTo>
                  <a:pt x="304800" y="0"/>
                </a:lnTo>
                <a:lnTo>
                  <a:pt x="354225" y="3990"/>
                </a:lnTo>
                <a:lnTo>
                  <a:pt x="401116" y="15544"/>
                </a:lnTo>
                <a:lnTo>
                  <a:pt x="444846" y="34032"/>
                </a:lnTo>
                <a:lnTo>
                  <a:pt x="484784" y="58826"/>
                </a:lnTo>
                <a:lnTo>
                  <a:pt x="520303" y="89296"/>
                </a:lnTo>
                <a:lnTo>
                  <a:pt x="550773" y="124815"/>
                </a:lnTo>
                <a:lnTo>
                  <a:pt x="575567" y="164753"/>
                </a:lnTo>
                <a:lnTo>
                  <a:pt x="594055" y="208483"/>
                </a:lnTo>
                <a:lnTo>
                  <a:pt x="605609" y="255374"/>
                </a:lnTo>
                <a:lnTo>
                  <a:pt x="609600" y="304800"/>
                </a:lnTo>
                <a:lnTo>
                  <a:pt x="605609" y="354225"/>
                </a:lnTo>
                <a:lnTo>
                  <a:pt x="594055" y="401116"/>
                </a:lnTo>
                <a:lnTo>
                  <a:pt x="575567" y="444846"/>
                </a:lnTo>
                <a:lnTo>
                  <a:pt x="550773" y="484784"/>
                </a:lnTo>
                <a:lnTo>
                  <a:pt x="520303" y="520303"/>
                </a:lnTo>
                <a:lnTo>
                  <a:pt x="484784" y="550773"/>
                </a:lnTo>
                <a:lnTo>
                  <a:pt x="444846" y="575567"/>
                </a:lnTo>
                <a:lnTo>
                  <a:pt x="401116" y="594055"/>
                </a:lnTo>
                <a:lnTo>
                  <a:pt x="354225" y="605609"/>
                </a:lnTo>
                <a:lnTo>
                  <a:pt x="304800" y="609600"/>
                </a:lnTo>
                <a:lnTo>
                  <a:pt x="255374" y="605609"/>
                </a:lnTo>
                <a:lnTo>
                  <a:pt x="208483" y="594055"/>
                </a:lnTo>
                <a:lnTo>
                  <a:pt x="164753" y="575567"/>
                </a:lnTo>
                <a:lnTo>
                  <a:pt x="124815" y="550773"/>
                </a:lnTo>
                <a:lnTo>
                  <a:pt x="89296" y="520303"/>
                </a:lnTo>
                <a:lnTo>
                  <a:pt x="58826" y="484784"/>
                </a:lnTo>
                <a:lnTo>
                  <a:pt x="34032" y="444846"/>
                </a:lnTo>
                <a:lnTo>
                  <a:pt x="15544" y="401116"/>
                </a:lnTo>
                <a:lnTo>
                  <a:pt x="3990" y="354225"/>
                </a:lnTo>
                <a:lnTo>
                  <a:pt x="0" y="3048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064001" y="2376042"/>
            <a:ext cx="1803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latin typeface="Calibri"/>
                <a:cs typeface="Calibri"/>
              </a:rPr>
              <a:t>0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114800" y="2286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0" y="304800"/>
                </a:moveTo>
                <a:lnTo>
                  <a:pt x="3990" y="255374"/>
                </a:lnTo>
                <a:lnTo>
                  <a:pt x="15544" y="208483"/>
                </a:lnTo>
                <a:lnTo>
                  <a:pt x="34032" y="164753"/>
                </a:lnTo>
                <a:lnTo>
                  <a:pt x="58826" y="124815"/>
                </a:lnTo>
                <a:lnTo>
                  <a:pt x="89296" y="89296"/>
                </a:lnTo>
                <a:lnTo>
                  <a:pt x="124815" y="58826"/>
                </a:lnTo>
                <a:lnTo>
                  <a:pt x="164753" y="34032"/>
                </a:lnTo>
                <a:lnTo>
                  <a:pt x="208483" y="15544"/>
                </a:lnTo>
                <a:lnTo>
                  <a:pt x="255374" y="3990"/>
                </a:lnTo>
                <a:lnTo>
                  <a:pt x="304800" y="0"/>
                </a:lnTo>
                <a:lnTo>
                  <a:pt x="354225" y="3990"/>
                </a:lnTo>
                <a:lnTo>
                  <a:pt x="401116" y="15544"/>
                </a:lnTo>
                <a:lnTo>
                  <a:pt x="444846" y="34032"/>
                </a:lnTo>
                <a:lnTo>
                  <a:pt x="484784" y="58826"/>
                </a:lnTo>
                <a:lnTo>
                  <a:pt x="520303" y="89296"/>
                </a:lnTo>
                <a:lnTo>
                  <a:pt x="550773" y="124815"/>
                </a:lnTo>
                <a:lnTo>
                  <a:pt x="575567" y="164753"/>
                </a:lnTo>
                <a:lnTo>
                  <a:pt x="594055" y="208483"/>
                </a:lnTo>
                <a:lnTo>
                  <a:pt x="605609" y="255374"/>
                </a:lnTo>
                <a:lnTo>
                  <a:pt x="609600" y="304800"/>
                </a:lnTo>
                <a:lnTo>
                  <a:pt x="605609" y="354225"/>
                </a:lnTo>
                <a:lnTo>
                  <a:pt x="594055" y="401116"/>
                </a:lnTo>
                <a:lnTo>
                  <a:pt x="575567" y="444846"/>
                </a:lnTo>
                <a:lnTo>
                  <a:pt x="550773" y="484784"/>
                </a:lnTo>
                <a:lnTo>
                  <a:pt x="520303" y="520303"/>
                </a:lnTo>
                <a:lnTo>
                  <a:pt x="484784" y="550773"/>
                </a:lnTo>
                <a:lnTo>
                  <a:pt x="444846" y="575567"/>
                </a:lnTo>
                <a:lnTo>
                  <a:pt x="401116" y="594055"/>
                </a:lnTo>
                <a:lnTo>
                  <a:pt x="354225" y="605609"/>
                </a:lnTo>
                <a:lnTo>
                  <a:pt x="304800" y="609600"/>
                </a:lnTo>
                <a:lnTo>
                  <a:pt x="255374" y="605609"/>
                </a:lnTo>
                <a:lnTo>
                  <a:pt x="208483" y="594055"/>
                </a:lnTo>
                <a:lnTo>
                  <a:pt x="164753" y="575567"/>
                </a:lnTo>
                <a:lnTo>
                  <a:pt x="124815" y="550773"/>
                </a:lnTo>
                <a:lnTo>
                  <a:pt x="89296" y="520303"/>
                </a:lnTo>
                <a:lnTo>
                  <a:pt x="58826" y="484784"/>
                </a:lnTo>
                <a:lnTo>
                  <a:pt x="34032" y="444846"/>
                </a:lnTo>
                <a:lnTo>
                  <a:pt x="15544" y="401116"/>
                </a:lnTo>
                <a:lnTo>
                  <a:pt x="3990" y="354225"/>
                </a:lnTo>
                <a:lnTo>
                  <a:pt x="0" y="3048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283455" y="2376042"/>
            <a:ext cx="1803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latin typeface="Calibri"/>
                <a:cs typeface="Calibri"/>
              </a:rPr>
              <a:t>2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505200" y="35052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0" y="304800"/>
                </a:moveTo>
                <a:lnTo>
                  <a:pt x="3990" y="255374"/>
                </a:lnTo>
                <a:lnTo>
                  <a:pt x="15544" y="208483"/>
                </a:lnTo>
                <a:lnTo>
                  <a:pt x="34032" y="164753"/>
                </a:lnTo>
                <a:lnTo>
                  <a:pt x="58826" y="124815"/>
                </a:lnTo>
                <a:lnTo>
                  <a:pt x="89296" y="89296"/>
                </a:lnTo>
                <a:lnTo>
                  <a:pt x="124815" y="58826"/>
                </a:lnTo>
                <a:lnTo>
                  <a:pt x="164753" y="34032"/>
                </a:lnTo>
                <a:lnTo>
                  <a:pt x="208483" y="15544"/>
                </a:lnTo>
                <a:lnTo>
                  <a:pt x="255374" y="3990"/>
                </a:lnTo>
                <a:lnTo>
                  <a:pt x="304800" y="0"/>
                </a:lnTo>
                <a:lnTo>
                  <a:pt x="354225" y="3990"/>
                </a:lnTo>
                <a:lnTo>
                  <a:pt x="401116" y="15544"/>
                </a:lnTo>
                <a:lnTo>
                  <a:pt x="444846" y="34032"/>
                </a:lnTo>
                <a:lnTo>
                  <a:pt x="484784" y="58826"/>
                </a:lnTo>
                <a:lnTo>
                  <a:pt x="520303" y="89296"/>
                </a:lnTo>
                <a:lnTo>
                  <a:pt x="550773" y="124815"/>
                </a:lnTo>
                <a:lnTo>
                  <a:pt x="575567" y="164753"/>
                </a:lnTo>
                <a:lnTo>
                  <a:pt x="594055" y="208483"/>
                </a:lnTo>
                <a:lnTo>
                  <a:pt x="605609" y="255374"/>
                </a:lnTo>
                <a:lnTo>
                  <a:pt x="609600" y="304800"/>
                </a:lnTo>
                <a:lnTo>
                  <a:pt x="605609" y="354225"/>
                </a:lnTo>
                <a:lnTo>
                  <a:pt x="594055" y="401116"/>
                </a:lnTo>
                <a:lnTo>
                  <a:pt x="575567" y="444846"/>
                </a:lnTo>
                <a:lnTo>
                  <a:pt x="550773" y="484784"/>
                </a:lnTo>
                <a:lnTo>
                  <a:pt x="520303" y="520303"/>
                </a:lnTo>
                <a:lnTo>
                  <a:pt x="484784" y="550773"/>
                </a:lnTo>
                <a:lnTo>
                  <a:pt x="444846" y="575567"/>
                </a:lnTo>
                <a:lnTo>
                  <a:pt x="401116" y="594055"/>
                </a:lnTo>
                <a:lnTo>
                  <a:pt x="354225" y="605609"/>
                </a:lnTo>
                <a:lnTo>
                  <a:pt x="304800" y="609600"/>
                </a:lnTo>
                <a:lnTo>
                  <a:pt x="255374" y="605609"/>
                </a:lnTo>
                <a:lnTo>
                  <a:pt x="208483" y="594055"/>
                </a:lnTo>
                <a:lnTo>
                  <a:pt x="164753" y="575567"/>
                </a:lnTo>
                <a:lnTo>
                  <a:pt x="124815" y="550773"/>
                </a:lnTo>
                <a:lnTo>
                  <a:pt x="89296" y="520303"/>
                </a:lnTo>
                <a:lnTo>
                  <a:pt x="58826" y="484784"/>
                </a:lnTo>
                <a:lnTo>
                  <a:pt x="34032" y="444846"/>
                </a:lnTo>
                <a:lnTo>
                  <a:pt x="15544" y="401116"/>
                </a:lnTo>
                <a:lnTo>
                  <a:pt x="3990" y="354225"/>
                </a:lnTo>
                <a:lnTo>
                  <a:pt x="0" y="3048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673602" y="3595496"/>
            <a:ext cx="1803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latin typeface="Calibri"/>
                <a:cs typeface="Calibri"/>
              </a:rPr>
              <a:t>1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756535" y="1994661"/>
            <a:ext cx="1669414" cy="2373630"/>
          </a:xfrm>
          <a:custGeom>
            <a:avLst/>
            <a:gdLst/>
            <a:ahLst/>
            <a:cxnLst/>
            <a:rect l="l" t="t" r="r" b="b"/>
            <a:pathLst>
              <a:path w="1669414" h="2373629">
                <a:moveTo>
                  <a:pt x="198285" y="190"/>
                </a:moveTo>
                <a:lnTo>
                  <a:pt x="197993" y="127"/>
                </a:lnTo>
                <a:lnTo>
                  <a:pt x="197104" y="0"/>
                </a:lnTo>
                <a:lnTo>
                  <a:pt x="196088" y="0"/>
                </a:lnTo>
                <a:lnTo>
                  <a:pt x="195199" y="127"/>
                </a:lnTo>
                <a:lnTo>
                  <a:pt x="194995" y="190"/>
                </a:lnTo>
                <a:lnTo>
                  <a:pt x="195326" y="190"/>
                </a:lnTo>
                <a:lnTo>
                  <a:pt x="198285" y="190"/>
                </a:lnTo>
                <a:close/>
              </a:path>
              <a:path w="1669414" h="2373629">
                <a:moveTo>
                  <a:pt x="433705" y="135001"/>
                </a:moveTo>
                <a:lnTo>
                  <a:pt x="400900" y="139306"/>
                </a:lnTo>
                <a:lnTo>
                  <a:pt x="398119" y="127635"/>
                </a:lnTo>
                <a:lnTo>
                  <a:pt x="397814" y="126365"/>
                </a:lnTo>
                <a:lnTo>
                  <a:pt x="397129" y="123444"/>
                </a:lnTo>
                <a:lnTo>
                  <a:pt x="396875" y="122682"/>
                </a:lnTo>
                <a:lnTo>
                  <a:pt x="396621" y="122301"/>
                </a:lnTo>
                <a:lnTo>
                  <a:pt x="388239" y="104140"/>
                </a:lnTo>
                <a:lnTo>
                  <a:pt x="352552" y="60706"/>
                </a:lnTo>
                <a:lnTo>
                  <a:pt x="303657" y="30861"/>
                </a:lnTo>
                <a:lnTo>
                  <a:pt x="264795" y="16510"/>
                </a:lnTo>
                <a:lnTo>
                  <a:pt x="251891" y="12827"/>
                </a:lnTo>
                <a:lnTo>
                  <a:pt x="251015" y="12573"/>
                </a:lnTo>
                <a:lnTo>
                  <a:pt x="243459" y="10414"/>
                </a:lnTo>
                <a:lnTo>
                  <a:pt x="221234" y="5080"/>
                </a:lnTo>
                <a:lnTo>
                  <a:pt x="198577" y="254"/>
                </a:lnTo>
                <a:lnTo>
                  <a:pt x="194818" y="254"/>
                </a:lnTo>
                <a:lnTo>
                  <a:pt x="194183" y="254"/>
                </a:lnTo>
                <a:lnTo>
                  <a:pt x="147320" y="8763"/>
                </a:lnTo>
                <a:lnTo>
                  <a:pt x="102870" y="21209"/>
                </a:lnTo>
                <a:lnTo>
                  <a:pt x="58801" y="40513"/>
                </a:lnTo>
                <a:lnTo>
                  <a:pt x="25908" y="68580"/>
                </a:lnTo>
                <a:lnTo>
                  <a:pt x="9144" y="118237"/>
                </a:lnTo>
                <a:lnTo>
                  <a:pt x="4953" y="156972"/>
                </a:lnTo>
                <a:lnTo>
                  <a:pt x="2997" y="196469"/>
                </a:lnTo>
                <a:lnTo>
                  <a:pt x="2032" y="214757"/>
                </a:lnTo>
                <a:lnTo>
                  <a:pt x="0" y="235331"/>
                </a:lnTo>
                <a:lnTo>
                  <a:pt x="381" y="236728"/>
                </a:lnTo>
                <a:lnTo>
                  <a:pt x="1143" y="237871"/>
                </a:lnTo>
                <a:lnTo>
                  <a:pt x="7747" y="248539"/>
                </a:lnTo>
                <a:lnTo>
                  <a:pt x="13716" y="259334"/>
                </a:lnTo>
                <a:lnTo>
                  <a:pt x="24765" y="281559"/>
                </a:lnTo>
                <a:lnTo>
                  <a:pt x="35306" y="303911"/>
                </a:lnTo>
                <a:lnTo>
                  <a:pt x="46228" y="325628"/>
                </a:lnTo>
                <a:lnTo>
                  <a:pt x="74422" y="364871"/>
                </a:lnTo>
                <a:lnTo>
                  <a:pt x="105791" y="387350"/>
                </a:lnTo>
                <a:lnTo>
                  <a:pt x="142621" y="399669"/>
                </a:lnTo>
                <a:lnTo>
                  <a:pt x="190627" y="407797"/>
                </a:lnTo>
                <a:lnTo>
                  <a:pt x="214630" y="411861"/>
                </a:lnTo>
                <a:lnTo>
                  <a:pt x="216662" y="399415"/>
                </a:lnTo>
                <a:lnTo>
                  <a:pt x="192659" y="395224"/>
                </a:lnTo>
                <a:lnTo>
                  <a:pt x="168529" y="391668"/>
                </a:lnTo>
                <a:lnTo>
                  <a:pt x="144907" y="387223"/>
                </a:lnTo>
                <a:lnTo>
                  <a:pt x="100330" y="369697"/>
                </a:lnTo>
                <a:lnTo>
                  <a:pt x="68961" y="338582"/>
                </a:lnTo>
                <a:lnTo>
                  <a:pt x="46609" y="298196"/>
                </a:lnTo>
                <a:lnTo>
                  <a:pt x="36322" y="276225"/>
                </a:lnTo>
                <a:lnTo>
                  <a:pt x="25146" y="253619"/>
                </a:lnTo>
                <a:lnTo>
                  <a:pt x="18796" y="242316"/>
                </a:lnTo>
                <a:lnTo>
                  <a:pt x="14287" y="235204"/>
                </a:lnTo>
                <a:lnTo>
                  <a:pt x="13017" y="233197"/>
                </a:lnTo>
                <a:lnTo>
                  <a:pt x="13208" y="231267"/>
                </a:lnTo>
                <a:lnTo>
                  <a:pt x="14732" y="216027"/>
                </a:lnTo>
                <a:lnTo>
                  <a:pt x="15773" y="195707"/>
                </a:lnTo>
                <a:lnTo>
                  <a:pt x="17526" y="157607"/>
                </a:lnTo>
                <a:lnTo>
                  <a:pt x="25781" y="101981"/>
                </a:lnTo>
                <a:lnTo>
                  <a:pt x="44323" y="66802"/>
                </a:lnTo>
                <a:lnTo>
                  <a:pt x="78740" y="44450"/>
                </a:lnTo>
                <a:lnTo>
                  <a:pt x="121920" y="28448"/>
                </a:lnTo>
                <a:lnTo>
                  <a:pt x="163195" y="18415"/>
                </a:lnTo>
                <a:lnTo>
                  <a:pt x="195961" y="12827"/>
                </a:lnTo>
                <a:lnTo>
                  <a:pt x="196507" y="12827"/>
                </a:lnTo>
                <a:lnTo>
                  <a:pt x="240538" y="22860"/>
                </a:lnTo>
                <a:lnTo>
                  <a:pt x="280797" y="35306"/>
                </a:lnTo>
                <a:lnTo>
                  <a:pt x="315722" y="51054"/>
                </a:lnTo>
                <a:lnTo>
                  <a:pt x="357251" y="82804"/>
                </a:lnTo>
                <a:lnTo>
                  <a:pt x="384759" y="126720"/>
                </a:lnTo>
                <a:lnTo>
                  <a:pt x="388162" y="140982"/>
                </a:lnTo>
                <a:lnTo>
                  <a:pt x="358140" y="144907"/>
                </a:lnTo>
                <a:lnTo>
                  <a:pt x="405765" y="215519"/>
                </a:lnTo>
                <a:lnTo>
                  <a:pt x="427088" y="154051"/>
                </a:lnTo>
                <a:lnTo>
                  <a:pt x="433705" y="135001"/>
                </a:lnTo>
                <a:close/>
              </a:path>
              <a:path w="1669414" h="2373629">
                <a:moveTo>
                  <a:pt x="830453" y="1659890"/>
                </a:moveTo>
                <a:lnTo>
                  <a:pt x="486460" y="1040663"/>
                </a:lnTo>
                <a:lnTo>
                  <a:pt x="506425" y="1029589"/>
                </a:lnTo>
                <a:lnTo>
                  <a:pt x="514223" y="1025271"/>
                </a:lnTo>
                <a:lnTo>
                  <a:pt x="443865" y="977138"/>
                </a:lnTo>
                <a:lnTo>
                  <a:pt x="447548" y="1062228"/>
                </a:lnTo>
                <a:lnTo>
                  <a:pt x="475322" y="1046835"/>
                </a:lnTo>
                <a:lnTo>
                  <a:pt x="819277" y="1665986"/>
                </a:lnTo>
                <a:lnTo>
                  <a:pt x="830453" y="1659890"/>
                </a:lnTo>
                <a:close/>
              </a:path>
              <a:path w="1669414" h="2373629">
                <a:moveTo>
                  <a:pt x="1298575" y="2104644"/>
                </a:moveTo>
                <a:lnTo>
                  <a:pt x="1297076" y="2075180"/>
                </a:lnTo>
                <a:lnTo>
                  <a:pt x="1294257" y="2019554"/>
                </a:lnTo>
                <a:lnTo>
                  <a:pt x="1228725" y="2074037"/>
                </a:lnTo>
                <a:lnTo>
                  <a:pt x="1257846" y="2086813"/>
                </a:lnTo>
                <a:lnTo>
                  <a:pt x="1247521" y="2110105"/>
                </a:lnTo>
                <a:lnTo>
                  <a:pt x="1233805" y="2140077"/>
                </a:lnTo>
                <a:lnTo>
                  <a:pt x="1206627" y="2196846"/>
                </a:lnTo>
                <a:lnTo>
                  <a:pt x="1179449" y="2248154"/>
                </a:lnTo>
                <a:lnTo>
                  <a:pt x="1152398" y="2291969"/>
                </a:lnTo>
                <a:lnTo>
                  <a:pt x="1125601" y="2326386"/>
                </a:lnTo>
                <a:lnTo>
                  <a:pt x="1093216" y="2353183"/>
                </a:lnTo>
                <a:lnTo>
                  <a:pt x="1068959" y="2360549"/>
                </a:lnTo>
                <a:lnTo>
                  <a:pt x="1062990" y="2360295"/>
                </a:lnTo>
                <a:lnTo>
                  <a:pt x="1024890" y="2343150"/>
                </a:lnTo>
                <a:lnTo>
                  <a:pt x="985012" y="2301113"/>
                </a:lnTo>
                <a:lnTo>
                  <a:pt x="957961" y="2262124"/>
                </a:lnTo>
                <a:lnTo>
                  <a:pt x="930783" y="2216404"/>
                </a:lnTo>
                <a:lnTo>
                  <a:pt x="903605" y="2166112"/>
                </a:lnTo>
                <a:lnTo>
                  <a:pt x="862584" y="2085975"/>
                </a:lnTo>
                <a:lnTo>
                  <a:pt x="851154" y="2091817"/>
                </a:lnTo>
                <a:lnTo>
                  <a:pt x="878586" y="2145538"/>
                </a:lnTo>
                <a:lnTo>
                  <a:pt x="905891" y="2197735"/>
                </a:lnTo>
                <a:lnTo>
                  <a:pt x="933323" y="2246249"/>
                </a:lnTo>
                <a:lnTo>
                  <a:pt x="960882" y="2289429"/>
                </a:lnTo>
                <a:lnTo>
                  <a:pt x="988568" y="2325624"/>
                </a:lnTo>
                <a:lnTo>
                  <a:pt x="1016889" y="2352802"/>
                </a:lnTo>
                <a:lnTo>
                  <a:pt x="1053338" y="2371471"/>
                </a:lnTo>
                <a:lnTo>
                  <a:pt x="1068451" y="2373122"/>
                </a:lnTo>
                <a:lnTo>
                  <a:pt x="1076198" y="2372487"/>
                </a:lnTo>
                <a:lnTo>
                  <a:pt x="1083818" y="2370836"/>
                </a:lnTo>
                <a:lnTo>
                  <a:pt x="1091311" y="2368296"/>
                </a:lnTo>
                <a:lnTo>
                  <a:pt x="1098804" y="2364613"/>
                </a:lnTo>
                <a:lnTo>
                  <a:pt x="1105725" y="2360549"/>
                </a:lnTo>
                <a:lnTo>
                  <a:pt x="1106170" y="2360295"/>
                </a:lnTo>
                <a:lnTo>
                  <a:pt x="1134872" y="2335149"/>
                </a:lnTo>
                <a:lnTo>
                  <a:pt x="1162812" y="2299208"/>
                </a:lnTo>
                <a:lnTo>
                  <a:pt x="1190371" y="2254631"/>
                </a:lnTo>
                <a:lnTo>
                  <a:pt x="1217930" y="2202688"/>
                </a:lnTo>
                <a:lnTo>
                  <a:pt x="1245362" y="2145538"/>
                </a:lnTo>
                <a:lnTo>
                  <a:pt x="1269441" y="2091893"/>
                </a:lnTo>
                <a:lnTo>
                  <a:pt x="1298575" y="2104644"/>
                </a:lnTo>
                <a:close/>
              </a:path>
              <a:path w="1669414" h="2373629">
                <a:moveTo>
                  <a:pt x="1510665" y="824738"/>
                </a:moveTo>
                <a:lnTo>
                  <a:pt x="1429004" y="848868"/>
                </a:lnTo>
                <a:lnTo>
                  <a:pt x="1450568" y="871982"/>
                </a:lnTo>
                <a:lnTo>
                  <a:pt x="1449197" y="873252"/>
                </a:lnTo>
                <a:lnTo>
                  <a:pt x="1420749" y="899287"/>
                </a:lnTo>
                <a:lnTo>
                  <a:pt x="1392174" y="924814"/>
                </a:lnTo>
                <a:lnTo>
                  <a:pt x="1335278" y="973201"/>
                </a:lnTo>
                <a:lnTo>
                  <a:pt x="1278509" y="1016762"/>
                </a:lnTo>
                <a:lnTo>
                  <a:pt x="1221867" y="1054227"/>
                </a:lnTo>
                <a:lnTo>
                  <a:pt x="1179322" y="1077087"/>
                </a:lnTo>
                <a:lnTo>
                  <a:pt x="1137158" y="1094994"/>
                </a:lnTo>
                <a:lnTo>
                  <a:pt x="1095121" y="1107313"/>
                </a:lnTo>
                <a:lnTo>
                  <a:pt x="1053211" y="1113409"/>
                </a:lnTo>
                <a:lnTo>
                  <a:pt x="1039368" y="1113917"/>
                </a:lnTo>
                <a:lnTo>
                  <a:pt x="1025271" y="1113663"/>
                </a:lnTo>
                <a:lnTo>
                  <a:pt x="983361" y="1108964"/>
                </a:lnTo>
                <a:lnTo>
                  <a:pt x="941197" y="1098296"/>
                </a:lnTo>
                <a:lnTo>
                  <a:pt x="884809" y="1076198"/>
                </a:lnTo>
                <a:lnTo>
                  <a:pt x="828167" y="1046099"/>
                </a:lnTo>
                <a:lnTo>
                  <a:pt x="771398" y="1009904"/>
                </a:lnTo>
                <a:lnTo>
                  <a:pt x="714375" y="968883"/>
                </a:lnTo>
                <a:lnTo>
                  <a:pt x="657352" y="924687"/>
                </a:lnTo>
                <a:lnTo>
                  <a:pt x="600202" y="878840"/>
                </a:lnTo>
                <a:lnTo>
                  <a:pt x="592328" y="888746"/>
                </a:lnTo>
                <a:lnTo>
                  <a:pt x="649478" y="934593"/>
                </a:lnTo>
                <a:lnTo>
                  <a:pt x="706755" y="978916"/>
                </a:lnTo>
                <a:lnTo>
                  <a:pt x="764032" y="1020191"/>
                </a:lnTo>
                <a:lnTo>
                  <a:pt x="821563" y="1056894"/>
                </a:lnTo>
                <a:lnTo>
                  <a:pt x="879221" y="1087501"/>
                </a:lnTo>
                <a:lnTo>
                  <a:pt x="922655" y="1105408"/>
                </a:lnTo>
                <a:lnTo>
                  <a:pt x="966216" y="1118235"/>
                </a:lnTo>
                <a:lnTo>
                  <a:pt x="1009904" y="1125347"/>
                </a:lnTo>
                <a:lnTo>
                  <a:pt x="1039114" y="1126617"/>
                </a:lnTo>
                <a:lnTo>
                  <a:pt x="1053719" y="1126109"/>
                </a:lnTo>
                <a:lnTo>
                  <a:pt x="1097534" y="1119759"/>
                </a:lnTo>
                <a:lnTo>
                  <a:pt x="1120292" y="1113917"/>
                </a:lnTo>
                <a:lnTo>
                  <a:pt x="1126744" y="1112012"/>
                </a:lnTo>
                <a:lnTo>
                  <a:pt x="1170305" y="1095375"/>
                </a:lnTo>
                <a:lnTo>
                  <a:pt x="1227963" y="1065276"/>
                </a:lnTo>
                <a:lnTo>
                  <a:pt x="1285621" y="1027176"/>
                </a:lnTo>
                <a:lnTo>
                  <a:pt x="1343152" y="983107"/>
                </a:lnTo>
                <a:lnTo>
                  <a:pt x="1400556" y="934466"/>
                </a:lnTo>
                <a:lnTo>
                  <a:pt x="1429131" y="908812"/>
                </a:lnTo>
                <a:lnTo>
                  <a:pt x="1457833" y="882650"/>
                </a:lnTo>
                <a:lnTo>
                  <a:pt x="1459268" y="881291"/>
                </a:lnTo>
                <a:lnTo>
                  <a:pt x="1480947" y="904494"/>
                </a:lnTo>
                <a:lnTo>
                  <a:pt x="1496275" y="863346"/>
                </a:lnTo>
                <a:lnTo>
                  <a:pt x="1510665" y="824738"/>
                </a:lnTo>
                <a:close/>
              </a:path>
              <a:path w="1669414" h="2373629">
                <a:moveTo>
                  <a:pt x="1513967" y="317881"/>
                </a:moveTo>
                <a:lnTo>
                  <a:pt x="1456817" y="283464"/>
                </a:lnTo>
                <a:lnTo>
                  <a:pt x="1399540" y="250190"/>
                </a:lnTo>
                <a:lnTo>
                  <a:pt x="1342136" y="219202"/>
                </a:lnTo>
                <a:lnTo>
                  <a:pt x="1284732" y="191770"/>
                </a:lnTo>
                <a:lnTo>
                  <a:pt x="1227201" y="168783"/>
                </a:lnTo>
                <a:lnTo>
                  <a:pt x="1171295" y="152273"/>
                </a:lnTo>
                <a:lnTo>
                  <a:pt x="1169416" y="151765"/>
                </a:lnTo>
                <a:lnTo>
                  <a:pt x="1140460" y="145796"/>
                </a:lnTo>
                <a:lnTo>
                  <a:pt x="1111504" y="141732"/>
                </a:lnTo>
                <a:lnTo>
                  <a:pt x="1082421" y="139700"/>
                </a:lnTo>
                <a:lnTo>
                  <a:pt x="1067816" y="139573"/>
                </a:lnTo>
                <a:lnTo>
                  <a:pt x="1053338" y="140081"/>
                </a:lnTo>
                <a:lnTo>
                  <a:pt x="995299" y="147320"/>
                </a:lnTo>
                <a:lnTo>
                  <a:pt x="937260" y="162941"/>
                </a:lnTo>
                <a:lnTo>
                  <a:pt x="879602" y="185547"/>
                </a:lnTo>
                <a:lnTo>
                  <a:pt x="821944" y="213995"/>
                </a:lnTo>
                <a:lnTo>
                  <a:pt x="764413" y="247015"/>
                </a:lnTo>
                <a:lnTo>
                  <a:pt x="707136" y="283591"/>
                </a:lnTo>
                <a:lnTo>
                  <a:pt x="655205" y="318808"/>
                </a:lnTo>
                <a:lnTo>
                  <a:pt x="637032" y="292735"/>
                </a:lnTo>
                <a:lnTo>
                  <a:pt x="596265" y="367538"/>
                </a:lnTo>
                <a:lnTo>
                  <a:pt x="680593" y="355219"/>
                </a:lnTo>
                <a:lnTo>
                  <a:pt x="667486" y="336423"/>
                </a:lnTo>
                <a:lnTo>
                  <a:pt x="662457" y="329222"/>
                </a:lnTo>
                <a:lnTo>
                  <a:pt x="685546" y="313309"/>
                </a:lnTo>
                <a:lnTo>
                  <a:pt x="742569" y="275717"/>
                </a:lnTo>
                <a:lnTo>
                  <a:pt x="799338" y="241046"/>
                </a:lnTo>
                <a:lnTo>
                  <a:pt x="856107" y="210566"/>
                </a:lnTo>
                <a:lnTo>
                  <a:pt x="912749" y="185420"/>
                </a:lnTo>
                <a:lnTo>
                  <a:pt x="969264" y="166497"/>
                </a:lnTo>
                <a:lnTo>
                  <a:pt x="1025525" y="155194"/>
                </a:lnTo>
                <a:lnTo>
                  <a:pt x="1067689" y="152273"/>
                </a:lnTo>
                <a:lnTo>
                  <a:pt x="1081659" y="152400"/>
                </a:lnTo>
                <a:lnTo>
                  <a:pt x="1137920" y="158242"/>
                </a:lnTo>
                <a:lnTo>
                  <a:pt x="1194435" y="171577"/>
                </a:lnTo>
                <a:lnTo>
                  <a:pt x="1251077" y="191389"/>
                </a:lnTo>
                <a:lnTo>
                  <a:pt x="1307846" y="216408"/>
                </a:lnTo>
                <a:lnTo>
                  <a:pt x="1364742" y="245491"/>
                </a:lnTo>
                <a:lnTo>
                  <a:pt x="1421765" y="277622"/>
                </a:lnTo>
                <a:lnTo>
                  <a:pt x="1507363" y="328803"/>
                </a:lnTo>
                <a:lnTo>
                  <a:pt x="1513967" y="317881"/>
                </a:lnTo>
                <a:close/>
              </a:path>
              <a:path w="1669414" h="2373629">
                <a:moveTo>
                  <a:pt x="1668907" y="979678"/>
                </a:moveTo>
                <a:lnTo>
                  <a:pt x="1657223" y="974598"/>
                </a:lnTo>
                <a:lnTo>
                  <a:pt x="1383372" y="1590725"/>
                </a:lnTo>
                <a:lnTo>
                  <a:pt x="1354455" y="1577848"/>
                </a:lnTo>
                <a:lnTo>
                  <a:pt x="1358265" y="1662938"/>
                </a:lnTo>
                <a:lnTo>
                  <a:pt x="1424051" y="1608836"/>
                </a:lnTo>
                <a:lnTo>
                  <a:pt x="1420901" y="1607439"/>
                </a:lnTo>
                <a:lnTo>
                  <a:pt x="1395006" y="1595907"/>
                </a:lnTo>
                <a:lnTo>
                  <a:pt x="1668907" y="97967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736975" y="4434078"/>
            <a:ext cx="3562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Calibri"/>
                <a:cs typeface="Calibri"/>
              </a:rPr>
              <a:t>(a)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781800" y="36576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0" y="304800"/>
                </a:moveTo>
                <a:lnTo>
                  <a:pt x="3990" y="255374"/>
                </a:lnTo>
                <a:lnTo>
                  <a:pt x="15544" y="208483"/>
                </a:lnTo>
                <a:lnTo>
                  <a:pt x="34032" y="164753"/>
                </a:lnTo>
                <a:lnTo>
                  <a:pt x="58826" y="124815"/>
                </a:lnTo>
                <a:lnTo>
                  <a:pt x="89296" y="89296"/>
                </a:lnTo>
                <a:lnTo>
                  <a:pt x="124815" y="58826"/>
                </a:lnTo>
                <a:lnTo>
                  <a:pt x="164753" y="34032"/>
                </a:lnTo>
                <a:lnTo>
                  <a:pt x="208483" y="15544"/>
                </a:lnTo>
                <a:lnTo>
                  <a:pt x="255374" y="3990"/>
                </a:lnTo>
                <a:lnTo>
                  <a:pt x="304800" y="0"/>
                </a:lnTo>
                <a:lnTo>
                  <a:pt x="354225" y="3990"/>
                </a:lnTo>
                <a:lnTo>
                  <a:pt x="401116" y="15544"/>
                </a:lnTo>
                <a:lnTo>
                  <a:pt x="444846" y="34032"/>
                </a:lnTo>
                <a:lnTo>
                  <a:pt x="484784" y="58826"/>
                </a:lnTo>
                <a:lnTo>
                  <a:pt x="520303" y="89296"/>
                </a:lnTo>
                <a:lnTo>
                  <a:pt x="550773" y="124815"/>
                </a:lnTo>
                <a:lnTo>
                  <a:pt x="575567" y="164753"/>
                </a:lnTo>
                <a:lnTo>
                  <a:pt x="594055" y="208483"/>
                </a:lnTo>
                <a:lnTo>
                  <a:pt x="605609" y="255374"/>
                </a:lnTo>
                <a:lnTo>
                  <a:pt x="609600" y="304800"/>
                </a:lnTo>
                <a:lnTo>
                  <a:pt x="605609" y="354225"/>
                </a:lnTo>
                <a:lnTo>
                  <a:pt x="594055" y="401116"/>
                </a:lnTo>
                <a:lnTo>
                  <a:pt x="575567" y="444846"/>
                </a:lnTo>
                <a:lnTo>
                  <a:pt x="550773" y="484784"/>
                </a:lnTo>
                <a:lnTo>
                  <a:pt x="520303" y="520303"/>
                </a:lnTo>
                <a:lnTo>
                  <a:pt x="484784" y="550773"/>
                </a:lnTo>
                <a:lnTo>
                  <a:pt x="444846" y="575567"/>
                </a:lnTo>
                <a:lnTo>
                  <a:pt x="401116" y="594055"/>
                </a:lnTo>
                <a:lnTo>
                  <a:pt x="354225" y="605609"/>
                </a:lnTo>
                <a:lnTo>
                  <a:pt x="304800" y="609600"/>
                </a:lnTo>
                <a:lnTo>
                  <a:pt x="255374" y="605609"/>
                </a:lnTo>
                <a:lnTo>
                  <a:pt x="208483" y="594055"/>
                </a:lnTo>
                <a:lnTo>
                  <a:pt x="164753" y="575567"/>
                </a:lnTo>
                <a:lnTo>
                  <a:pt x="124815" y="550773"/>
                </a:lnTo>
                <a:lnTo>
                  <a:pt x="89296" y="520303"/>
                </a:lnTo>
                <a:lnTo>
                  <a:pt x="58826" y="484784"/>
                </a:lnTo>
                <a:lnTo>
                  <a:pt x="34032" y="444846"/>
                </a:lnTo>
                <a:lnTo>
                  <a:pt x="15544" y="401116"/>
                </a:lnTo>
                <a:lnTo>
                  <a:pt x="3990" y="354225"/>
                </a:lnTo>
                <a:lnTo>
                  <a:pt x="0" y="3048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950709" y="3747896"/>
            <a:ext cx="1803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latin typeface="Calibri"/>
                <a:cs typeface="Calibri"/>
              </a:rPr>
              <a:t>2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781800" y="23622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0" y="304800"/>
                </a:moveTo>
                <a:lnTo>
                  <a:pt x="3990" y="255374"/>
                </a:lnTo>
                <a:lnTo>
                  <a:pt x="15544" y="208483"/>
                </a:lnTo>
                <a:lnTo>
                  <a:pt x="34032" y="164753"/>
                </a:lnTo>
                <a:lnTo>
                  <a:pt x="58826" y="124815"/>
                </a:lnTo>
                <a:lnTo>
                  <a:pt x="89296" y="89296"/>
                </a:lnTo>
                <a:lnTo>
                  <a:pt x="124815" y="58826"/>
                </a:lnTo>
                <a:lnTo>
                  <a:pt x="164753" y="34032"/>
                </a:lnTo>
                <a:lnTo>
                  <a:pt x="208483" y="15544"/>
                </a:lnTo>
                <a:lnTo>
                  <a:pt x="255374" y="3990"/>
                </a:lnTo>
                <a:lnTo>
                  <a:pt x="304800" y="0"/>
                </a:lnTo>
                <a:lnTo>
                  <a:pt x="354225" y="3990"/>
                </a:lnTo>
                <a:lnTo>
                  <a:pt x="401116" y="15544"/>
                </a:lnTo>
                <a:lnTo>
                  <a:pt x="444846" y="34032"/>
                </a:lnTo>
                <a:lnTo>
                  <a:pt x="484784" y="58826"/>
                </a:lnTo>
                <a:lnTo>
                  <a:pt x="520303" y="89296"/>
                </a:lnTo>
                <a:lnTo>
                  <a:pt x="550773" y="124815"/>
                </a:lnTo>
                <a:lnTo>
                  <a:pt x="575567" y="164753"/>
                </a:lnTo>
                <a:lnTo>
                  <a:pt x="594055" y="208483"/>
                </a:lnTo>
                <a:lnTo>
                  <a:pt x="605609" y="255374"/>
                </a:lnTo>
                <a:lnTo>
                  <a:pt x="609600" y="304800"/>
                </a:lnTo>
                <a:lnTo>
                  <a:pt x="605609" y="354225"/>
                </a:lnTo>
                <a:lnTo>
                  <a:pt x="594055" y="401116"/>
                </a:lnTo>
                <a:lnTo>
                  <a:pt x="575567" y="444846"/>
                </a:lnTo>
                <a:lnTo>
                  <a:pt x="550773" y="484784"/>
                </a:lnTo>
                <a:lnTo>
                  <a:pt x="520303" y="520303"/>
                </a:lnTo>
                <a:lnTo>
                  <a:pt x="484784" y="550773"/>
                </a:lnTo>
                <a:lnTo>
                  <a:pt x="444846" y="575567"/>
                </a:lnTo>
                <a:lnTo>
                  <a:pt x="401116" y="594055"/>
                </a:lnTo>
                <a:lnTo>
                  <a:pt x="354225" y="605609"/>
                </a:lnTo>
                <a:lnTo>
                  <a:pt x="304800" y="609600"/>
                </a:lnTo>
                <a:lnTo>
                  <a:pt x="255374" y="605609"/>
                </a:lnTo>
                <a:lnTo>
                  <a:pt x="208483" y="594055"/>
                </a:lnTo>
                <a:lnTo>
                  <a:pt x="164753" y="575567"/>
                </a:lnTo>
                <a:lnTo>
                  <a:pt x="124815" y="550773"/>
                </a:lnTo>
                <a:lnTo>
                  <a:pt x="89296" y="520303"/>
                </a:lnTo>
                <a:lnTo>
                  <a:pt x="58826" y="484784"/>
                </a:lnTo>
                <a:lnTo>
                  <a:pt x="34032" y="444846"/>
                </a:lnTo>
                <a:lnTo>
                  <a:pt x="15544" y="401116"/>
                </a:lnTo>
                <a:lnTo>
                  <a:pt x="3990" y="354225"/>
                </a:lnTo>
                <a:lnTo>
                  <a:pt x="0" y="3048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6950709" y="2452242"/>
            <a:ext cx="1803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latin typeface="Calibri"/>
                <a:cs typeface="Calibri"/>
              </a:rPr>
              <a:t>1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781800" y="1143000"/>
            <a:ext cx="2057400" cy="1828800"/>
          </a:xfrm>
          <a:custGeom>
            <a:avLst/>
            <a:gdLst/>
            <a:ahLst/>
            <a:cxnLst/>
            <a:rect l="l" t="t" r="r" b="b"/>
            <a:pathLst>
              <a:path w="2057400" h="1828800">
                <a:moveTo>
                  <a:pt x="0" y="304800"/>
                </a:moveTo>
                <a:lnTo>
                  <a:pt x="3990" y="255374"/>
                </a:lnTo>
                <a:lnTo>
                  <a:pt x="15544" y="208483"/>
                </a:lnTo>
                <a:lnTo>
                  <a:pt x="34032" y="164753"/>
                </a:lnTo>
                <a:lnTo>
                  <a:pt x="58826" y="124815"/>
                </a:lnTo>
                <a:lnTo>
                  <a:pt x="89296" y="89296"/>
                </a:lnTo>
                <a:lnTo>
                  <a:pt x="124815" y="58826"/>
                </a:lnTo>
                <a:lnTo>
                  <a:pt x="164753" y="34032"/>
                </a:lnTo>
                <a:lnTo>
                  <a:pt x="208483" y="15544"/>
                </a:lnTo>
                <a:lnTo>
                  <a:pt x="255374" y="3990"/>
                </a:lnTo>
                <a:lnTo>
                  <a:pt x="304800" y="0"/>
                </a:lnTo>
                <a:lnTo>
                  <a:pt x="354225" y="3990"/>
                </a:lnTo>
                <a:lnTo>
                  <a:pt x="401116" y="15544"/>
                </a:lnTo>
                <a:lnTo>
                  <a:pt x="444846" y="34032"/>
                </a:lnTo>
                <a:lnTo>
                  <a:pt x="484784" y="58826"/>
                </a:lnTo>
                <a:lnTo>
                  <a:pt x="520303" y="89296"/>
                </a:lnTo>
                <a:lnTo>
                  <a:pt x="550773" y="124815"/>
                </a:lnTo>
                <a:lnTo>
                  <a:pt x="575567" y="164753"/>
                </a:lnTo>
                <a:lnTo>
                  <a:pt x="594055" y="208483"/>
                </a:lnTo>
                <a:lnTo>
                  <a:pt x="605609" y="255374"/>
                </a:lnTo>
                <a:lnTo>
                  <a:pt x="609600" y="304800"/>
                </a:lnTo>
                <a:lnTo>
                  <a:pt x="605609" y="354225"/>
                </a:lnTo>
                <a:lnTo>
                  <a:pt x="594055" y="401116"/>
                </a:lnTo>
                <a:lnTo>
                  <a:pt x="575567" y="444846"/>
                </a:lnTo>
                <a:lnTo>
                  <a:pt x="550773" y="484784"/>
                </a:lnTo>
                <a:lnTo>
                  <a:pt x="520303" y="520303"/>
                </a:lnTo>
                <a:lnTo>
                  <a:pt x="484784" y="550773"/>
                </a:lnTo>
                <a:lnTo>
                  <a:pt x="444846" y="575567"/>
                </a:lnTo>
                <a:lnTo>
                  <a:pt x="401116" y="594055"/>
                </a:lnTo>
                <a:lnTo>
                  <a:pt x="354225" y="605609"/>
                </a:lnTo>
                <a:lnTo>
                  <a:pt x="304800" y="609600"/>
                </a:lnTo>
                <a:lnTo>
                  <a:pt x="255374" y="605609"/>
                </a:lnTo>
                <a:lnTo>
                  <a:pt x="208483" y="594055"/>
                </a:lnTo>
                <a:lnTo>
                  <a:pt x="164753" y="575567"/>
                </a:lnTo>
                <a:lnTo>
                  <a:pt x="124815" y="550773"/>
                </a:lnTo>
                <a:lnTo>
                  <a:pt x="89296" y="520303"/>
                </a:lnTo>
                <a:lnTo>
                  <a:pt x="58826" y="484784"/>
                </a:lnTo>
                <a:lnTo>
                  <a:pt x="34032" y="444846"/>
                </a:lnTo>
                <a:lnTo>
                  <a:pt x="15544" y="401116"/>
                </a:lnTo>
                <a:lnTo>
                  <a:pt x="3990" y="354225"/>
                </a:lnTo>
                <a:lnTo>
                  <a:pt x="0" y="304800"/>
                </a:lnTo>
                <a:close/>
              </a:path>
              <a:path w="2057400" h="1828800">
                <a:moveTo>
                  <a:pt x="1447800" y="1524000"/>
                </a:moveTo>
                <a:lnTo>
                  <a:pt x="1451790" y="1474574"/>
                </a:lnTo>
                <a:lnTo>
                  <a:pt x="1463344" y="1427683"/>
                </a:lnTo>
                <a:lnTo>
                  <a:pt x="1481832" y="1383953"/>
                </a:lnTo>
                <a:lnTo>
                  <a:pt x="1506626" y="1344015"/>
                </a:lnTo>
                <a:lnTo>
                  <a:pt x="1537096" y="1308496"/>
                </a:lnTo>
                <a:lnTo>
                  <a:pt x="1572615" y="1278026"/>
                </a:lnTo>
                <a:lnTo>
                  <a:pt x="1612553" y="1253232"/>
                </a:lnTo>
                <a:lnTo>
                  <a:pt x="1656283" y="1234744"/>
                </a:lnTo>
                <a:lnTo>
                  <a:pt x="1703174" y="1223190"/>
                </a:lnTo>
                <a:lnTo>
                  <a:pt x="1752600" y="1219200"/>
                </a:lnTo>
                <a:lnTo>
                  <a:pt x="1802025" y="1223190"/>
                </a:lnTo>
                <a:lnTo>
                  <a:pt x="1848916" y="1234744"/>
                </a:lnTo>
                <a:lnTo>
                  <a:pt x="1892646" y="1253232"/>
                </a:lnTo>
                <a:lnTo>
                  <a:pt x="1932584" y="1278026"/>
                </a:lnTo>
                <a:lnTo>
                  <a:pt x="1968103" y="1308496"/>
                </a:lnTo>
                <a:lnTo>
                  <a:pt x="1998573" y="1344015"/>
                </a:lnTo>
                <a:lnTo>
                  <a:pt x="2023367" y="1383953"/>
                </a:lnTo>
                <a:lnTo>
                  <a:pt x="2041855" y="1427683"/>
                </a:lnTo>
                <a:lnTo>
                  <a:pt x="2053409" y="1474574"/>
                </a:lnTo>
                <a:lnTo>
                  <a:pt x="2057400" y="1524000"/>
                </a:lnTo>
                <a:lnTo>
                  <a:pt x="2053409" y="1573425"/>
                </a:lnTo>
                <a:lnTo>
                  <a:pt x="2041855" y="1620316"/>
                </a:lnTo>
                <a:lnTo>
                  <a:pt x="2023367" y="1664046"/>
                </a:lnTo>
                <a:lnTo>
                  <a:pt x="1998573" y="1703984"/>
                </a:lnTo>
                <a:lnTo>
                  <a:pt x="1968103" y="1739503"/>
                </a:lnTo>
                <a:lnTo>
                  <a:pt x="1932584" y="1769973"/>
                </a:lnTo>
                <a:lnTo>
                  <a:pt x="1892646" y="1794767"/>
                </a:lnTo>
                <a:lnTo>
                  <a:pt x="1848916" y="1813255"/>
                </a:lnTo>
                <a:lnTo>
                  <a:pt x="1802025" y="1824809"/>
                </a:lnTo>
                <a:lnTo>
                  <a:pt x="1752600" y="1828800"/>
                </a:lnTo>
                <a:lnTo>
                  <a:pt x="1703174" y="1824809"/>
                </a:lnTo>
                <a:lnTo>
                  <a:pt x="1656283" y="1813255"/>
                </a:lnTo>
                <a:lnTo>
                  <a:pt x="1612553" y="1794767"/>
                </a:lnTo>
                <a:lnTo>
                  <a:pt x="1572615" y="1769973"/>
                </a:lnTo>
                <a:lnTo>
                  <a:pt x="1537096" y="1739503"/>
                </a:lnTo>
                <a:lnTo>
                  <a:pt x="1506626" y="1703984"/>
                </a:lnTo>
                <a:lnTo>
                  <a:pt x="1481832" y="1664046"/>
                </a:lnTo>
                <a:lnTo>
                  <a:pt x="1463344" y="1620316"/>
                </a:lnTo>
                <a:lnTo>
                  <a:pt x="1451790" y="1573425"/>
                </a:lnTo>
                <a:lnTo>
                  <a:pt x="1447800" y="15240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8398509" y="2452242"/>
            <a:ext cx="1803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latin typeface="Calibri"/>
                <a:cs typeface="Calibri"/>
              </a:rPr>
              <a:t>3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7086600" y="1752600"/>
            <a:ext cx="1524000" cy="2277745"/>
          </a:xfrm>
          <a:custGeom>
            <a:avLst/>
            <a:gdLst/>
            <a:ahLst/>
            <a:cxnLst/>
            <a:rect l="l" t="t" r="r" b="b"/>
            <a:pathLst>
              <a:path w="1524000" h="2277745">
                <a:moveTo>
                  <a:pt x="0" y="0"/>
                </a:moveTo>
                <a:lnTo>
                  <a:pt x="0" y="609600"/>
                </a:lnTo>
              </a:path>
              <a:path w="1524000" h="2277745">
                <a:moveTo>
                  <a:pt x="0" y="1219200"/>
                </a:moveTo>
                <a:lnTo>
                  <a:pt x="0" y="1905000"/>
                </a:lnTo>
              </a:path>
              <a:path w="1524000" h="2277745">
                <a:moveTo>
                  <a:pt x="304800" y="762000"/>
                </a:moveTo>
                <a:lnTo>
                  <a:pt x="350520" y="739216"/>
                </a:lnTo>
                <a:lnTo>
                  <a:pt x="396240" y="716889"/>
                </a:lnTo>
                <a:lnTo>
                  <a:pt x="441960" y="695477"/>
                </a:lnTo>
                <a:lnTo>
                  <a:pt x="487680" y="675436"/>
                </a:lnTo>
                <a:lnTo>
                  <a:pt x="533400" y="657225"/>
                </a:lnTo>
                <a:lnTo>
                  <a:pt x="579120" y="641299"/>
                </a:lnTo>
                <a:lnTo>
                  <a:pt x="624840" y="628116"/>
                </a:lnTo>
                <a:lnTo>
                  <a:pt x="670560" y="618134"/>
                </a:lnTo>
                <a:lnTo>
                  <a:pt x="716280" y="611809"/>
                </a:lnTo>
                <a:lnTo>
                  <a:pt x="762000" y="609600"/>
                </a:lnTo>
                <a:lnTo>
                  <a:pt x="809777" y="613181"/>
                </a:lnTo>
                <a:lnTo>
                  <a:pt x="860755" y="623011"/>
                </a:lnTo>
                <a:lnTo>
                  <a:pt x="913561" y="637717"/>
                </a:lnTo>
                <a:lnTo>
                  <a:pt x="966825" y="655929"/>
                </a:lnTo>
                <a:lnTo>
                  <a:pt x="1019175" y="676275"/>
                </a:lnTo>
                <a:lnTo>
                  <a:pt x="1069238" y="697382"/>
                </a:lnTo>
                <a:lnTo>
                  <a:pt x="1115644" y="717880"/>
                </a:lnTo>
                <a:lnTo>
                  <a:pt x="1157020" y="736396"/>
                </a:lnTo>
                <a:lnTo>
                  <a:pt x="1191996" y="751560"/>
                </a:lnTo>
                <a:lnTo>
                  <a:pt x="1219200" y="762000"/>
                </a:lnTo>
              </a:path>
              <a:path w="1524000" h="2277745">
                <a:moveTo>
                  <a:pt x="1143000" y="1066800"/>
                </a:moveTo>
                <a:lnTo>
                  <a:pt x="1097279" y="1089583"/>
                </a:lnTo>
                <a:lnTo>
                  <a:pt x="1051559" y="1111910"/>
                </a:lnTo>
                <a:lnTo>
                  <a:pt x="1005839" y="1133322"/>
                </a:lnTo>
                <a:lnTo>
                  <a:pt x="960119" y="1153363"/>
                </a:lnTo>
                <a:lnTo>
                  <a:pt x="914399" y="1171574"/>
                </a:lnTo>
                <a:lnTo>
                  <a:pt x="868679" y="1187500"/>
                </a:lnTo>
                <a:lnTo>
                  <a:pt x="822959" y="1200683"/>
                </a:lnTo>
                <a:lnTo>
                  <a:pt x="777239" y="1210665"/>
                </a:lnTo>
                <a:lnTo>
                  <a:pt x="731519" y="1216990"/>
                </a:lnTo>
                <a:lnTo>
                  <a:pt x="685800" y="1219200"/>
                </a:lnTo>
                <a:lnTo>
                  <a:pt x="638022" y="1215618"/>
                </a:lnTo>
                <a:lnTo>
                  <a:pt x="587044" y="1205788"/>
                </a:lnTo>
                <a:lnTo>
                  <a:pt x="534238" y="1191082"/>
                </a:lnTo>
                <a:lnTo>
                  <a:pt x="480974" y="1172870"/>
                </a:lnTo>
                <a:lnTo>
                  <a:pt x="428625" y="1152525"/>
                </a:lnTo>
                <a:lnTo>
                  <a:pt x="378561" y="1131417"/>
                </a:lnTo>
                <a:lnTo>
                  <a:pt x="332155" y="1110919"/>
                </a:lnTo>
                <a:lnTo>
                  <a:pt x="290779" y="1092403"/>
                </a:lnTo>
                <a:lnTo>
                  <a:pt x="255803" y="1077239"/>
                </a:lnTo>
                <a:lnTo>
                  <a:pt x="228600" y="1066800"/>
                </a:lnTo>
              </a:path>
              <a:path w="1524000" h="2277745">
                <a:moveTo>
                  <a:pt x="1371600" y="1219200"/>
                </a:moveTo>
                <a:lnTo>
                  <a:pt x="1365223" y="1276233"/>
                </a:lnTo>
                <a:lnTo>
                  <a:pt x="1358690" y="1332804"/>
                </a:lnTo>
                <a:lnTo>
                  <a:pt x="1351844" y="1388439"/>
                </a:lnTo>
                <a:lnTo>
                  <a:pt x="1344527" y="1442666"/>
                </a:lnTo>
                <a:lnTo>
                  <a:pt x="1336583" y="1495012"/>
                </a:lnTo>
                <a:lnTo>
                  <a:pt x="1327855" y="1545006"/>
                </a:lnTo>
                <a:lnTo>
                  <a:pt x="1318186" y="1592175"/>
                </a:lnTo>
                <a:lnTo>
                  <a:pt x="1307420" y="1636045"/>
                </a:lnTo>
                <a:lnTo>
                  <a:pt x="1295400" y="1676146"/>
                </a:lnTo>
                <a:lnTo>
                  <a:pt x="1276173" y="1728347"/>
                </a:lnTo>
                <a:lnTo>
                  <a:pt x="1255888" y="1772068"/>
                </a:lnTo>
                <a:lnTo>
                  <a:pt x="1233487" y="1809432"/>
                </a:lnTo>
                <a:lnTo>
                  <a:pt x="1207911" y="1842563"/>
                </a:lnTo>
                <a:lnTo>
                  <a:pt x="1178101" y="1873583"/>
                </a:lnTo>
                <a:lnTo>
                  <a:pt x="1143000" y="1904619"/>
                </a:lnTo>
                <a:lnTo>
                  <a:pt x="1107454" y="1931055"/>
                </a:lnTo>
                <a:lnTo>
                  <a:pt x="1067022" y="1955934"/>
                </a:lnTo>
                <a:lnTo>
                  <a:pt x="1023034" y="1979253"/>
                </a:lnTo>
                <a:lnTo>
                  <a:pt x="976826" y="2001011"/>
                </a:lnTo>
                <a:lnTo>
                  <a:pt x="929728" y="2021205"/>
                </a:lnTo>
                <a:lnTo>
                  <a:pt x="883075" y="2039832"/>
                </a:lnTo>
                <a:lnTo>
                  <a:pt x="838200" y="2056892"/>
                </a:lnTo>
                <a:lnTo>
                  <a:pt x="786518" y="2074883"/>
                </a:lnTo>
                <a:lnTo>
                  <a:pt x="733777" y="2090758"/>
                </a:lnTo>
                <a:lnTo>
                  <a:pt x="681037" y="2104517"/>
                </a:lnTo>
                <a:lnTo>
                  <a:pt x="629355" y="2116158"/>
                </a:lnTo>
                <a:lnTo>
                  <a:pt x="579790" y="2125683"/>
                </a:lnTo>
                <a:lnTo>
                  <a:pt x="533400" y="2133092"/>
                </a:lnTo>
                <a:lnTo>
                  <a:pt x="479145" y="2137968"/>
                </a:lnTo>
                <a:lnTo>
                  <a:pt x="425500" y="2138578"/>
                </a:lnTo>
                <a:lnTo>
                  <a:pt x="376123" y="2136749"/>
                </a:lnTo>
                <a:lnTo>
                  <a:pt x="334670" y="2134311"/>
                </a:lnTo>
                <a:lnTo>
                  <a:pt x="304800" y="2133092"/>
                </a:lnTo>
              </a:path>
              <a:path w="1524000" h="2277745">
                <a:moveTo>
                  <a:pt x="1447800" y="1219200"/>
                </a:moveTo>
                <a:lnTo>
                  <a:pt x="1441649" y="1274082"/>
                </a:lnTo>
                <a:lnTo>
                  <a:pt x="1435381" y="1328605"/>
                </a:lnTo>
                <a:lnTo>
                  <a:pt x="1428873" y="1382402"/>
                </a:lnTo>
                <a:lnTo>
                  <a:pt x="1421999" y="1435104"/>
                </a:lnTo>
                <a:lnTo>
                  <a:pt x="1414637" y="1486344"/>
                </a:lnTo>
                <a:lnTo>
                  <a:pt x="1406661" y="1535756"/>
                </a:lnTo>
                <a:lnTo>
                  <a:pt x="1397947" y="1582971"/>
                </a:lnTo>
                <a:lnTo>
                  <a:pt x="1388372" y="1627623"/>
                </a:lnTo>
                <a:lnTo>
                  <a:pt x="1377810" y="1669345"/>
                </a:lnTo>
                <a:lnTo>
                  <a:pt x="1366139" y="1707769"/>
                </a:lnTo>
                <a:lnTo>
                  <a:pt x="1345556" y="1763527"/>
                </a:lnTo>
                <a:lnTo>
                  <a:pt x="1323824" y="1810257"/>
                </a:lnTo>
                <a:lnTo>
                  <a:pt x="1299813" y="1850215"/>
                </a:lnTo>
                <a:lnTo>
                  <a:pt x="1272394" y="1885653"/>
                </a:lnTo>
                <a:lnTo>
                  <a:pt x="1240438" y="1918827"/>
                </a:lnTo>
                <a:lnTo>
                  <a:pt x="1202817" y="1951989"/>
                </a:lnTo>
                <a:lnTo>
                  <a:pt x="1164769" y="1980229"/>
                </a:lnTo>
                <a:lnTo>
                  <a:pt x="1121467" y="2006816"/>
                </a:lnTo>
                <a:lnTo>
                  <a:pt x="1074344" y="2031746"/>
                </a:lnTo>
                <a:lnTo>
                  <a:pt x="1024833" y="2055014"/>
                </a:lnTo>
                <a:lnTo>
                  <a:pt x="974366" y="2076616"/>
                </a:lnTo>
                <a:lnTo>
                  <a:pt x="924378" y="2096547"/>
                </a:lnTo>
                <a:lnTo>
                  <a:pt x="876300" y="2114804"/>
                </a:lnTo>
                <a:lnTo>
                  <a:pt x="828941" y="2131436"/>
                </a:lnTo>
                <a:lnTo>
                  <a:pt x="780632" y="2146394"/>
                </a:lnTo>
                <a:lnTo>
                  <a:pt x="732085" y="2159680"/>
                </a:lnTo>
                <a:lnTo>
                  <a:pt x="684013" y="2171301"/>
                </a:lnTo>
                <a:lnTo>
                  <a:pt x="637130" y="2181260"/>
                </a:lnTo>
                <a:lnTo>
                  <a:pt x="592149" y="2189562"/>
                </a:lnTo>
                <a:lnTo>
                  <a:pt x="549782" y="2196211"/>
                </a:lnTo>
                <a:lnTo>
                  <a:pt x="491642" y="2201429"/>
                </a:lnTo>
                <a:lnTo>
                  <a:pt x="434141" y="2202081"/>
                </a:lnTo>
                <a:lnTo>
                  <a:pt x="381213" y="2200124"/>
                </a:lnTo>
                <a:lnTo>
                  <a:pt x="336788" y="2197515"/>
                </a:lnTo>
                <a:lnTo>
                  <a:pt x="304800" y="2196211"/>
                </a:lnTo>
              </a:path>
              <a:path w="1524000" h="2277745">
                <a:moveTo>
                  <a:pt x="1524000" y="1219200"/>
                </a:moveTo>
                <a:lnTo>
                  <a:pt x="1518057" y="1272943"/>
                </a:lnTo>
                <a:lnTo>
                  <a:pt x="1512012" y="1326396"/>
                </a:lnTo>
                <a:lnTo>
                  <a:pt x="1505765" y="1379259"/>
                </a:lnTo>
                <a:lnTo>
                  <a:pt x="1499220" y="1431235"/>
                </a:lnTo>
                <a:lnTo>
                  <a:pt x="1492279" y="1482027"/>
                </a:lnTo>
                <a:lnTo>
                  <a:pt x="1484846" y="1531337"/>
                </a:lnTo>
                <a:lnTo>
                  <a:pt x="1476822" y="1578867"/>
                </a:lnTo>
                <a:lnTo>
                  <a:pt x="1468110" y="1624319"/>
                </a:lnTo>
                <a:lnTo>
                  <a:pt x="1458614" y="1667396"/>
                </a:lnTo>
                <a:lnTo>
                  <a:pt x="1448236" y="1707800"/>
                </a:lnTo>
                <a:lnTo>
                  <a:pt x="1436877" y="1745234"/>
                </a:lnTo>
                <a:lnTo>
                  <a:pt x="1414905" y="1805330"/>
                </a:lnTo>
                <a:lnTo>
                  <a:pt x="1391736" y="1855676"/>
                </a:lnTo>
                <a:lnTo>
                  <a:pt x="1366154" y="1898713"/>
                </a:lnTo>
                <a:lnTo>
                  <a:pt x="1336943" y="1936881"/>
                </a:lnTo>
                <a:lnTo>
                  <a:pt x="1302884" y="1972622"/>
                </a:lnTo>
                <a:lnTo>
                  <a:pt x="1262760" y="2008377"/>
                </a:lnTo>
                <a:lnTo>
                  <a:pt x="1227539" y="2035078"/>
                </a:lnTo>
                <a:lnTo>
                  <a:pt x="1187898" y="2060410"/>
                </a:lnTo>
                <a:lnTo>
                  <a:pt x="1144857" y="2084376"/>
                </a:lnTo>
                <a:lnTo>
                  <a:pt x="1099438" y="2106977"/>
                </a:lnTo>
                <a:lnTo>
                  <a:pt x="1052662" y="2128215"/>
                </a:lnTo>
                <a:lnTo>
                  <a:pt x="1005550" y="2148091"/>
                </a:lnTo>
                <a:lnTo>
                  <a:pt x="959122" y="2166607"/>
                </a:lnTo>
                <a:lnTo>
                  <a:pt x="914400" y="2183765"/>
                </a:lnTo>
                <a:lnTo>
                  <a:pt x="863885" y="2201648"/>
                </a:lnTo>
                <a:lnTo>
                  <a:pt x="812346" y="2217743"/>
                </a:lnTo>
                <a:lnTo>
                  <a:pt x="760548" y="2232050"/>
                </a:lnTo>
                <a:lnTo>
                  <a:pt x="709253" y="2244569"/>
                </a:lnTo>
                <a:lnTo>
                  <a:pt x="659228" y="2255299"/>
                </a:lnTo>
                <a:lnTo>
                  <a:pt x="611235" y="2264241"/>
                </a:lnTo>
                <a:lnTo>
                  <a:pt x="566039" y="2271395"/>
                </a:lnTo>
                <a:lnTo>
                  <a:pt x="504037" y="2277003"/>
                </a:lnTo>
                <a:lnTo>
                  <a:pt x="442737" y="2277704"/>
                </a:lnTo>
                <a:lnTo>
                  <a:pt x="386313" y="2275601"/>
                </a:lnTo>
                <a:lnTo>
                  <a:pt x="338942" y="2272797"/>
                </a:lnTo>
                <a:lnTo>
                  <a:pt x="304800" y="2271395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2683891" y="430784"/>
            <a:ext cx="6564630" cy="1193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*Figure</a:t>
            </a:r>
            <a:r>
              <a:rPr sz="2200" b="1" u="sng" spc="-4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2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6.3:</a:t>
            </a:r>
            <a:r>
              <a:rPr sz="22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Example</a:t>
            </a:r>
            <a:r>
              <a:rPr sz="2200" u="sng" spc="-4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2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of</a:t>
            </a:r>
            <a:r>
              <a:rPr sz="2200" u="sng" spc="-5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2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</a:t>
            </a:r>
            <a:r>
              <a:rPr sz="2200" u="sng" spc="-5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2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graph</a:t>
            </a:r>
            <a:r>
              <a:rPr sz="2200" u="sng" spc="-6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2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with</a:t>
            </a:r>
            <a:r>
              <a:rPr sz="2200" u="sng" spc="-5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2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feedback</a:t>
            </a:r>
            <a:r>
              <a:rPr sz="2200" u="sng" spc="-5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2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loops</a:t>
            </a:r>
            <a:r>
              <a:rPr sz="2200" u="sng" spc="-5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2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and</a:t>
            </a:r>
            <a:r>
              <a:rPr sz="2200" u="sng" spc="-5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200" u="sng" spc="-6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200" u="sng" spc="-6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2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multigraph</a:t>
            </a:r>
            <a:r>
              <a:rPr sz="2200" u="sng" spc="-6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2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(p.260)</a:t>
            </a:r>
            <a:endParaRPr sz="2200">
              <a:latin typeface="Calibri"/>
              <a:cs typeface="Calibri"/>
            </a:endParaRPr>
          </a:p>
          <a:p>
            <a:pPr marL="4279265">
              <a:lnSpc>
                <a:spcPct val="100000"/>
              </a:lnSpc>
              <a:spcBef>
                <a:spcPts val="1035"/>
              </a:spcBef>
            </a:pPr>
            <a:r>
              <a:rPr sz="2400" b="1" spc="-50" dirty="0">
                <a:latin typeface="Calibri"/>
                <a:cs typeface="Calibri"/>
              </a:rPr>
              <a:t>0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738876" y="6465214"/>
            <a:ext cx="71374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CHAPTER</a:t>
            </a:r>
            <a:r>
              <a:rPr sz="1200" spc="-4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spc="-50" dirty="0">
                <a:solidFill>
                  <a:srgbClr val="888888"/>
                </a:solidFill>
                <a:latin typeface="Calibri"/>
                <a:cs typeface="Calibri"/>
              </a:rPr>
              <a:t>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6</a:t>
            </a:fld>
            <a:endParaRPr spc="-50" dirty="0"/>
          </a:p>
        </p:txBody>
      </p:sp>
      <p:sp>
        <p:nvSpPr>
          <p:cNvPr id="18" name="object 18"/>
          <p:cNvSpPr txBox="1"/>
          <p:nvPr/>
        </p:nvSpPr>
        <p:spPr>
          <a:xfrm>
            <a:off x="6914133" y="4399026"/>
            <a:ext cx="3702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Calibri"/>
                <a:cs typeface="Calibri"/>
              </a:rPr>
              <a:t>(b)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227321" y="4124325"/>
            <a:ext cx="11328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self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edge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771256" y="4059758"/>
            <a:ext cx="262255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Calibri"/>
                <a:cs typeface="Calibri"/>
              </a:rPr>
              <a:t>multigraph:</a:t>
            </a:r>
            <a:endParaRPr sz="24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solidFill>
                  <a:srgbClr val="EC7C30"/>
                </a:solidFill>
                <a:latin typeface="Calibri"/>
                <a:cs typeface="Calibri"/>
              </a:rPr>
              <a:t>multiple</a:t>
            </a:r>
            <a:r>
              <a:rPr sz="2400" spc="-10" dirty="0">
                <a:solidFill>
                  <a:srgbClr val="EC7C30"/>
                </a:solidFill>
                <a:latin typeface="Calibri"/>
                <a:cs typeface="Calibri"/>
              </a:rPr>
              <a:t> occurrences </a:t>
            </a:r>
            <a:r>
              <a:rPr sz="2400" dirty="0">
                <a:solidFill>
                  <a:srgbClr val="EC7C30"/>
                </a:solidFill>
                <a:latin typeface="Calibri"/>
                <a:cs typeface="Calibri"/>
              </a:rPr>
              <a:t>of</a:t>
            </a:r>
            <a:r>
              <a:rPr sz="2400" spc="-3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EC7C30"/>
                </a:solidFill>
                <a:latin typeface="Calibri"/>
                <a:cs typeface="Calibri"/>
              </a:rPr>
              <a:t>the</a:t>
            </a:r>
            <a:r>
              <a:rPr sz="2400" spc="-2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EC7C30"/>
                </a:solidFill>
                <a:latin typeface="Calibri"/>
                <a:cs typeface="Calibri"/>
              </a:rPr>
              <a:t>same</a:t>
            </a:r>
            <a:r>
              <a:rPr sz="2400" spc="-3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EC7C30"/>
                </a:solidFill>
                <a:latin typeface="Calibri"/>
                <a:cs typeface="Calibri"/>
              </a:rPr>
              <a:t>edge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21382" y="1673351"/>
            <a:ext cx="368807" cy="37947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21382" y="2745943"/>
            <a:ext cx="368807" cy="37978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21382" y="4795139"/>
            <a:ext cx="368807" cy="37947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72085" rIns="0" bIns="0" rtlCol="0">
            <a:spAutoFit/>
          </a:bodyPr>
          <a:lstStyle/>
          <a:p>
            <a:pPr marL="17145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Times New Roman"/>
                <a:cs typeface="Times New Roman"/>
              </a:rPr>
              <a:t>A</a:t>
            </a:r>
            <a:r>
              <a:rPr spc="-195" dirty="0"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CC3300"/>
                </a:solidFill>
                <a:latin typeface="Times New Roman"/>
                <a:cs typeface="Times New Roman"/>
              </a:rPr>
              <a:t>subgraph</a:t>
            </a:r>
            <a:r>
              <a:rPr spc="-50" dirty="0">
                <a:solidFill>
                  <a:srgbClr val="CC3300"/>
                </a:solidFill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of</a:t>
            </a:r>
            <a:r>
              <a:rPr spc="-1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G</a:t>
            </a:r>
            <a:r>
              <a:rPr spc="-1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is</a:t>
            </a:r>
            <a:r>
              <a:rPr spc="-1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a</a:t>
            </a:r>
            <a:r>
              <a:rPr spc="-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graph</a:t>
            </a:r>
            <a:r>
              <a:rPr spc="-3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G’</a:t>
            </a:r>
            <a:r>
              <a:rPr spc="-24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such</a:t>
            </a:r>
            <a:r>
              <a:rPr spc="-3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that</a:t>
            </a:r>
            <a:r>
              <a:rPr spc="-75" dirty="0">
                <a:latin typeface="Times New Roman"/>
                <a:cs typeface="Times New Roman"/>
              </a:rPr>
              <a:t> </a:t>
            </a:r>
            <a:r>
              <a:rPr spc="-10" dirty="0">
                <a:latin typeface="Times New Roman"/>
                <a:cs typeface="Times New Roman"/>
              </a:rPr>
              <a:t>V(G’)</a:t>
            </a:r>
          </a:p>
          <a:p>
            <a:pPr marL="17145">
              <a:lnSpc>
                <a:spcPct val="100000"/>
              </a:lnSpc>
            </a:pPr>
            <a:r>
              <a:rPr dirty="0">
                <a:latin typeface="Times New Roman"/>
                <a:cs typeface="Times New Roman"/>
              </a:rPr>
              <a:t>is</a:t>
            </a:r>
            <a:r>
              <a:rPr spc="-3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a</a:t>
            </a:r>
            <a:r>
              <a:rPr spc="-2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subset</a:t>
            </a:r>
            <a:r>
              <a:rPr spc="-2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of</a:t>
            </a:r>
            <a:r>
              <a:rPr spc="-8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V(G)</a:t>
            </a:r>
            <a:r>
              <a:rPr spc="-3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and</a:t>
            </a:r>
            <a:r>
              <a:rPr spc="-2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E(G’)</a:t>
            </a:r>
            <a:r>
              <a:rPr spc="-2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is</a:t>
            </a:r>
            <a:r>
              <a:rPr spc="-2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a</a:t>
            </a:r>
            <a:r>
              <a:rPr spc="-2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subset</a:t>
            </a:r>
            <a:r>
              <a:rPr spc="-4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of</a:t>
            </a:r>
            <a:r>
              <a:rPr spc="-35" dirty="0">
                <a:latin typeface="Times New Roman"/>
                <a:cs typeface="Times New Roman"/>
              </a:rPr>
              <a:t> </a:t>
            </a:r>
            <a:r>
              <a:rPr spc="-20" dirty="0">
                <a:latin typeface="Times New Roman"/>
                <a:cs typeface="Times New Roman"/>
              </a:rPr>
              <a:t>E(G)</a:t>
            </a:r>
          </a:p>
          <a:p>
            <a:pPr marL="17145" marR="255270">
              <a:lnSpc>
                <a:spcPct val="100000"/>
              </a:lnSpc>
              <a:spcBef>
                <a:spcPts val="765"/>
              </a:spcBef>
            </a:pPr>
            <a:r>
              <a:rPr dirty="0">
                <a:latin typeface="Times New Roman"/>
                <a:cs typeface="Times New Roman"/>
              </a:rPr>
              <a:t>A</a:t>
            </a:r>
            <a:r>
              <a:rPr spc="-180" dirty="0"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CC3300"/>
                </a:solidFill>
                <a:latin typeface="Times New Roman"/>
                <a:cs typeface="Times New Roman"/>
              </a:rPr>
              <a:t>path</a:t>
            </a:r>
            <a:r>
              <a:rPr spc="-10" dirty="0">
                <a:solidFill>
                  <a:srgbClr val="CC3300"/>
                </a:solidFill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from</a:t>
            </a:r>
            <a:r>
              <a:rPr spc="-2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vertex</a:t>
            </a:r>
            <a:r>
              <a:rPr spc="-2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v</a:t>
            </a:r>
            <a:r>
              <a:rPr sz="1800" dirty="0">
                <a:latin typeface="Times New Roman"/>
                <a:cs typeface="Times New Roman"/>
              </a:rPr>
              <a:t>p</a:t>
            </a:r>
            <a:r>
              <a:rPr sz="1800" spc="34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to vertex</a:t>
            </a:r>
            <a:r>
              <a:rPr spc="-1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v</a:t>
            </a:r>
            <a:r>
              <a:rPr sz="1800" dirty="0">
                <a:latin typeface="Times New Roman"/>
                <a:cs typeface="Times New Roman"/>
              </a:rPr>
              <a:t>q</a:t>
            </a:r>
            <a:r>
              <a:rPr sz="1800" spc="34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in a</a:t>
            </a:r>
            <a:r>
              <a:rPr spc="-1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graph</a:t>
            </a:r>
            <a:r>
              <a:rPr spc="-25" dirty="0">
                <a:latin typeface="Times New Roman"/>
                <a:cs typeface="Times New Roman"/>
              </a:rPr>
              <a:t> G, </a:t>
            </a:r>
            <a:r>
              <a:rPr dirty="0">
                <a:latin typeface="Times New Roman"/>
                <a:cs typeface="Times New Roman"/>
              </a:rPr>
              <a:t>is</a:t>
            </a:r>
            <a:r>
              <a:rPr spc="-2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a</a:t>
            </a:r>
            <a:r>
              <a:rPr spc="-1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sequence</a:t>
            </a:r>
            <a:r>
              <a:rPr spc="-4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of</a:t>
            </a:r>
            <a:r>
              <a:rPr spc="-1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vertices,</a:t>
            </a:r>
            <a:r>
              <a:rPr spc="-4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v</a:t>
            </a:r>
            <a:r>
              <a:rPr sz="1800" dirty="0">
                <a:latin typeface="Times New Roman"/>
                <a:cs typeface="Times New Roman"/>
              </a:rPr>
              <a:t>p</a:t>
            </a:r>
            <a:r>
              <a:rPr dirty="0">
                <a:latin typeface="Times New Roman"/>
                <a:cs typeface="Times New Roman"/>
              </a:rPr>
              <a:t>,</a:t>
            </a:r>
            <a:r>
              <a:rPr spc="-1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v</a:t>
            </a:r>
            <a:r>
              <a:rPr sz="1800" dirty="0">
                <a:latin typeface="Times New Roman"/>
                <a:cs typeface="Times New Roman"/>
              </a:rPr>
              <a:t>i</a:t>
            </a:r>
            <a:r>
              <a:rPr sz="1400" dirty="0">
                <a:latin typeface="Times New Roman"/>
                <a:cs typeface="Times New Roman"/>
              </a:rPr>
              <a:t>1</a:t>
            </a:r>
            <a:r>
              <a:rPr dirty="0">
                <a:latin typeface="Times New Roman"/>
                <a:cs typeface="Times New Roman"/>
              </a:rPr>
              <a:t>,</a:t>
            </a:r>
            <a:r>
              <a:rPr spc="-4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v</a:t>
            </a:r>
            <a:r>
              <a:rPr sz="1800" dirty="0">
                <a:latin typeface="Times New Roman"/>
                <a:cs typeface="Times New Roman"/>
              </a:rPr>
              <a:t>i</a:t>
            </a:r>
            <a:r>
              <a:rPr sz="1400" dirty="0">
                <a:latin typeface="Times New Roman"/>
                <a:cs typeface="Times New Roman"/>
              </a:rPr>
              <a:t>2</a:t>
            </a:r>
            <a:r>
              <a:rPr dirty="0">
                <a:latin typeface="Times New Roman"/>
                <a:cs typeface="Times New Roman"/>
              </a:rPr>
              <a:t>,</a:t>
            </a:r>
            <a:r>
              <a:rPr spc="-3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...,</a:t>
            </a:r>
            <a:r>
              <a:rPr spc="-3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v</a:t>
            </a:r>
            <a:r>
              <a:rPr sz="1800" dirty="0">
                <a:latin typeface="Times New Roman"/>
                <a:cs typeface="Times New Roman"/>
              </a:rPr>
              <a:t>i</a:t>
            </a:r>
            <a:r>
              <a:rPr sz="1400" dirty="0">
                <a:latin typeface="Times New Roman"/>
                <a:cs typeface="Times New Roman"/>
              </a:rPr>
              <a:t>n</a:t>
            </a:r>
            <a:r>
              <a:rPr dirty="0">
                <a:latin typeface="Times New Roman"/>
                <a:cs typeface="Times New Roman"/>
              </a:rPr>
              <a:t>,</a:t>
            </a:r>
            <a:r>
              <a:rPr spc="-35" dirty="0">
                <a:latin typeface="Times New Roman"/>
                <a:cs typeface="Times New Roman"/>
              </a:rPr>
              <a:t> </a:t>
            </a:r>
            <a:r>
              <a:rPr spc="-25" dirty="0">
                <a:latin typeface="Times New Roman"/>
                <a:cs typeface="Times New Roman"/>
              </a:rPr>
              <a:t>v</a:t>
            </a:r>
            <a:r>
              <a:rPr sz="1800" spc="-25" dirty="0">
                <a:latin typeface="Times New Roman"/>
                <a:cs typeface="Times New Roman"/>
              </a:rPr>
              <a:t>q</a:t>
            </a:r>
            <a:r>
              <a:rPr spc="-25" dirty="0">
                <a:latin typeface="Times New Roman"/>
                <a:cs typeface="Times New Roman"/>
              </a:rPr>
              <a:t>, </a:t>
            </a:r>
            <a:r>
              <a:rPr dirty="0">
                <a:latin typeface="Times New Roman"/>
                <a:cs typeface="Times New Roman"/>
              </a:rPr>
              <a:t>such</a:t>
            </a:r>
            <a:r>
              <a:rPr spc="-2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that</a:t>
            </a:r>
            <a:r>
              <a:rPr spc="-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(v</a:t>
            </a:r>
            <a:r>
              <a:rPr sz="1800" dirty="0">
                <a:latin typeface="Times New Roman"/>
                <a:cs typeface="Times New Roman"/>
              </a:rPr>
              <a:t>p</a:t>
            </a:r>
            <a:r>
              <a:rPr dirty="0">
                <a:latin typeface="Times New Roman"/>
                <a:cs typeface="Times New Roman"/>
              </a:rPr>
              <a:t>,</a:t>
            </a:r>
            <a:r>
              <a:rPr spc="-2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v</a:t>
            </a:r>
            <a:r>
              <a:rPr sz="1800" dirty="0">
                <a:latin typeface="Times New Roman"/>
                <a:cs typeface="Times New Roman"/>
              </a:rPr>
              <a:t>i</a:t>
            </a:r>
            <a:r>
              <a:rPr sz="1400" dirty="0">
                <a:latin typeface="Times New Roman"/>
                <a:cs typeface="Times New Roman"/>
              </a:rPr>
              <a:t>1</a:t>
            </a:r>
            <a:r>
              <a:rPr dirty="0">
                <a:latin typeface="Times New Roman"/>
                <a:cs typeface="Times New Roman"/>
              </a:rPr>
              <a:t>),</a:t>
            </a:r>
            <a:r>
              <a:rPr spc="-3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(v</a:t>
            </a:r>
            <a:r>
              <a:rPr sz="1800" dirty="0">
                <a:latin typeface="Times New Roman"/>
                <a:cs typeface="Times New Roman"/>
              </a:rPr>
              <a:t>i</a:t>
            </a:r>
            <a:r>
              <a:rPr sz="1400" dirty="0">
                <a:latin typeface="Times New Roman"/>
                <a:cs typeface="Times New Roman"/>
              </a:rPr>
              <a:t>1</a:t>
            </a:r>
            <a:r>
              <a:rPr dirty="0">
                <a:latin typeface="Times New Roman"/>
                <a:cs typeface="Times New Roman"/>
              </a:rPr>
              <a:t>,</a:t>
            </a:r>
            <a:r>
              <a:rPr spc="-2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v</a:t>
            </a:r>
            <a:r>
              <a:rPr sz="1800" dirty="0">
                <a:latin typeface="Times New Roman"/>
                <a:cs typeface="Times New Roman"/>
              </a:rPr>
              <a:t>i</a:t>
            </a:r>
            <a:r>
              <a:rPr sz="1400" dirty="0">
                <a:latin typeface="Times New Roman"/>
                <a:cs typeface="Times New Roman"/>
              </a:rPr>
              <a:t>2</a:t>
            </a:r>
            <a:r>
              <a:rPr dirty="0">
                <a:latin typeface="Times New Roman"/>
                <a:cs typeface="Times New Roman"/>
              </a:rPr>
              <a:t>),</a:t>
            </a:r>
            <a:r>
              <a:rPr spc="-2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...,</a:t>
            </a:r>
            <a:r>
              <a:rPr spc="-2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(v</a:t>
            </a:r>
            <a:r>
              <a:rPr sz="1800" dirty="0">
                <a:latin typeface="Times New Roman"/>
                <a:cs typeface="Times New Roman"/>
              </a:rPr>
              <a:t>i</a:t>
            </a:r>
            <a:r>
              <a:rPr sz="1400" dirty="0">
                <a:latin typeface="Times New Roman"/>
                <a:cs typeface="Times New Roman"/>
              </a:rPr>
              <a:t>n</a:t>
            </a:r>
            <a:r>
              <a:rPr dirty="0">
                <a:latin typeface="Times New Roman"/>
                <a:cs typeface="Times New Roman"/>
              </a:rPr>
              <a:t>,</a:t>
            </a:r>
            <a:r>
              <a:rPr spc="-3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v</a:t>
            </a:r>
            <a:r>
              <a:rPr sz="1800" dirty="0">
                <a:latin typeface="Times New Roman"/>
                <a:cs typeface="Times New Roman"/>
              </a:rPr>
              <a:t>q</a:t>
            </a:r>
            <a:r>
              <a:rPr dirty="0">
                <a:latin typeface="Times New Roman"/>
                <a:cs typeface="Times New Roman"/>
              </a:rPr>
              <a:t>) are</a:t>
            </a:r>
            <a:r>
              <a:rPr spc="-5" dirty="0">
                <a:latin typeface="Times New Roman"/>
                <a:cs typeface="Times New Roman"/>
              </a:rPr>
              <a:t> </a:t>
            </a:r>
            <a:r>
              <a:rPr spc="-10" dirty="0">
                <a:latin typeface="Times New Roman"/>
                <a:cs typeface="Times New Roman"/>
              </a:rPr>
              <a:t>edges </a:t>
            </a:r>
            <a:r>
              <a:rPr dirty="0">
                <a:latin typeface="Times New Roman"/>
                <a:cs typeface="Times New Roman"/>
              </a:rPr>
              <a:t>in</a:t>
            </a:r>
            <a:r>
              <a:rPr spc="-1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an</a:t>
            </a:r>
            <a:r>
              <a:rPr spc="-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undirected</a:t>
            </a:r>
            <a:r>
              <a:rPr spc="-50" dirty="0">
                <a:latin typeface="Times New Roman"/>
                <a:cs typeface="Times New Roman"/>
              </a:rPr>
              <a:t> </a:t>
            </a:r>
            <a:r>
              <a:rPr spc="-10" dirty="0">
                <a:latin typeface="Times New Roman"/>
                <a:cs typeface="Times New Roman"/>
              </a:rPr>
              <a:t>graph</a:t>
            </a:r>
            <a:endParaRPr sz="1800">
              <a:latin typeface="Times New Roman"/>
              <a:cs typeface="Times New Roman"/>
            </a:endParaRPr>
          </a:p>
          <a:p>
            <a:pPr marL="17145" marR="369570">
              <a:lnSpc>
                <a:spcPct val="100000"/>
              </a:lnSpc>
              <a:spcBef>
                <a:spcPts val="775"/>
              </a:spcBef>
            </a:pPr>
            <a:r>
              <a:rPr dirty="0">
                <a:latin typeface="Times New Roman"/>
                <a:cs typeface="Times New Roman"/>
              </a:rPr>
              <a:t>The</a:t>
            </a:r>
            <a:r>
              <a:rPr spc="-15" dirty="0"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CC3300"/>
                </a:solidFill>
                <a:latin typeface="Times New Roman"/>
                <a:cs typeface="Times New Roman"/>
              </a:rPr>
              <a:t>length</a:t>
            </a:r>
            <a:r>
              <a:rPr spc="-20" dirty="0">
                <a:solidFill>
                  <a:srgbClr val="CC3300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CC3300"/>
                </a:solidFill>
                <a:latin typeface="Times New Roman"/>
                <a:cs typeface="Times New Roman"/>
              </a:rPr>
              <a:t>of</a:t>
            </a:r>
            <a:r>
              <a:rPr spc="-20" dirty="0">
                <a:solidFill>
                  <a:srgbClr val="CC3300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CC3300"/>
                </a:solidFill>
                <a:latin typeface="Times New Roman"/>
                <a:cs typeface="Times New Roman"/>
              </a:rPr>
              <a:t>a path</a:t>
            </a:r>
            <a:r>
              <a:rPr spc="-5" dirty="0">
                <a:solidFill>
                  <a:srgbClr val="CC3300"/>
                </a:solidFill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is</a:t>
            </a:r>
            <a:r>
              <a:rPr spc="-1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the number</a:t>
            </a:r>
            <a:r>
              <a:rPr spc="-4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of</a:t>
            </a:r>
            <a:r>
              <a:rPr spc="-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edges</a:t>
            </a:r>
            <a:r>
              <a:rPr spc="-15" dirty="0">
                <a:latin typeface="Times New Roman"/>
                <a:cs typeface="Times New Roman"/>
              </a:rPr>
              <a:t> </a:t>
            </a:r>
            <a:r>
              <a:rPr spc="-25" dirty="0">
                <a:latin typeface="Times New Roman"/>
                <a:cs typeface="Times New Roman"/>
              </a:rPr>
              <a:t>on it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738876" y="6465214"/>
            <a:ext cx="71374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CHAPTER</a:t>
            </a:r>
            <a:r>
              <a:rPr sz="1200" spc="-4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spc="-50" dirty="0">
                <a:solidFill>
                  <a:srgbClr val="888888"/>
                </a:solidFill>
                <a:latin typeface="Calibri"/>
                <a:cs typeface="Calibri"/>
              </a:rPr>
              <a:t>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7</a:t>
            </a:fld>
            <a:endParaRPr spc="-50" dirty="0"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970782" y="609676"/>
            <a:ext cx="424942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0" i="0" dirty="0">
                <a:solidFill>
                  <a:srgbClr val="000000"/>
                </a:solidFill>
                <a:latin typeface="Calibri Light"/>
                <a:cs typeface="Calibri Light"/>
              </a:rPr>
              <a:t>Subgraph</a:t>
            </a:r>
            <a:r>
              <a:rPr b="0" i="0" spc="-80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b="0" i="0" dirty="0">
                <a:solidFill>
                  <a:srgbClr val="000000"/>
                </a:solidFill>
                <a:latin typeface="Calibri Light"/>
                <a:cs typeface="Calibri Light"/>
              </a:rPr>
              <a:t>and</a:t>
            </a:r>
            <a:r>
              <a:rPr b="0" i="0" spc="-40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b="0" i="0" spc="-20" dirty="0">
                <a:solidFill>
                  <a:srgbClr val="000000"/>
                </a:solidFill>
                <a:latin typeface="Calibri Light"/>
                <a:cs typeface="Calibri Light"/>
              </a:rPr>
              <a:t>Path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738876" y="6427114"/>
            <a:ext cx="7137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CHAPTER</a:t>
            </a:r>
            <a:r>
              <a:rPr sz="1200" spc="-4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spc="-50" dirty="0">
                <a:solidFill>
                  <a:srgbClr val="888888"/>
                </a:solidFill>
                <a:latin typeface="Calibri"/>
                <a:cs typeface="Calibri"/>
              </a:rPr>
              <a:t>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171935" y="6427114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888888"/>
                </a:solidFill>
                <a:latin typeface="Calibri"/>
                <a:cs typeface="Calibri"/>
              </a:rPr>
              <a:t>8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175759" y="609600"/>
            <a:ext cx="550545" cy="533400"/>
          </a:xfrm>
          <a:custGeom>
            <a:avLst/>
            <a:gdLst/>
            <a:ahLst/>
            <a:cxnLst/>
            <a:rect l="l" t="t" r="r" b="b"/>
            <a:pathLst>
              <a:path w="550545" h="533400">
                <a:moveTo>
                  <a:pt x="0" y="266700"/>
                </a:moveTo>
                <a:lnTo>
                  <a:pt x="4432" y="218753"/>
                </a:lnTo>
                <a:lnTo>
                  <a:pt x="17213" y="173629"/>
                </a:lnTo>
                <a:lnTo>
                  <a:pt x="37563" y="132080"/>
                </a:lnTo>
                <a:lnTo>
                  <a:pt x="64706" y="94858"/>
                </a:lnTo>
                <a:lnTo>
                  <a:pt x="97863" y="62716"/>
                </a:lnTo>
                <a:lnTo>
                  <a:pt x="136256" y="36406"/>
                </a:lnTo>
                <a:lnTo>
                  <a:pt x="179109" y="16682"/>
                </a:lnTo>
                <a:lnTo>
                  <a:pt x="225643" y="4296"/>
                </a:lnTo>
                <a:lnTo>
                  <a:pt x="275081" y="0"/>
                </a:lnTo>
                <a:lnTo>
                  <a:pt x="324520" y="4296"/>
                </a:lnTo>
                <a:lnTo>
                  <a:pt x="371054" y="16682"/>
                </a:lnTo>
                <a:lnTo>
                  <a:pt x="413907" y="36406"/>
                </a:lnTo>
                <a:lnTo>
                  <a:pt x="452300" y="62716"/>
                </a:lnTo>
                <a:lnTo>
                  <a:pt x="485457" y="94858"/>
                </a:lnTo>
                <a:lnTo>
                  <a:pt x="512600" y="132079"/>
                </a:lnTo>
                <a:lnTo>
                  <a:pt x="532950" y="173629"/>
                </a:lnTo>
                <a:lnTo>
                  <a:pt x="545731" y="218753"/>
                </a:lnTo>
                <a:lnTo>
                  <a:pt x="550163" y="266700"/>
                </a:lnTo>
                <a:lnTo>
                  <a:pt x="545731" y="314646"/>
                </a:lnTo>
                <a:lnTo>
                  <a:pt x="532950" y="359770"/>
                </a:lnTo>
                <a:lnTo>
                  <a:pt x="512600" y="401319"/>
                </a:lnTo>
                <a:lnTo>
                  <a:pt x="485457" y="438541"/>
                </a:lnTo>
                <a:lnTo>
                  <a:pt x="452300" y="470683"/>
                </a:lnTo>
                <a:lnTo>
                  <a:pt x="413907" y="496993"/>
                </a:lnTo>
                <a:lnTo>
                  <a:pt x="371054" y="516717"/>
                </a:lnTo>
                <a:lnTo>
                  <a:pt x="324520" y="529103"/>
                </a:lnTo>
                <a:lnTo>
                  <a:pt x="275081" y="533400"/>
                </a:lnTo>
                <a:lnTo>
                  <a:pt x="225643" y="529103"/>
                </a:lnTo>
                <a:lnTo>
                  <a:pt x="179109" y="516717"/>
                </a:lnTo>
                <a:lnTo>
                  <a:pt x="136256" y="496993"/>
                </a:lnTo>
                <a:lnTo>
                  <a:pt x="97863" y="470683"/>
                </a:lnTo>
                <a:lnTo>
                  <a:pt x="64706" y="438541"/>
                </a:lnTo>
                <a:lnTo>
                  <a:pt x="37563" y="401320"/>
                </a:lnTo>
                <a:lnTo>
                  <a:pt x="17213" y="359770"/>
                </a:lnTo>
                <a:lnTo>
                  <a:pt x="4432" y="314646"/>
                </a:lnTo>
                <a:lnTo>
                  <a:pt x="0" y="2667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117591" y="609600"/>
            <a:ext cx="1495425" cy="1295400"/>
          </a:xfrm>
          <a:custGeom>
            <a:avLst/>
            <a:gdLst/>
            <a:ahLst/>
            <a:cxnLst/>
            <a:rect l="l" t="t" r="r" b="b"/>
            <a:pathLst>
              <a:path w="1495425" h="1295400">
                <a:moveTo>
                  <a:pt x="472440" y="266700"/>
                </a:moveTo>
                <a:lnTo>
                  <a:pt x="476872" y="218753"/>
                </a:lnTo>
                <a:lnTo>
                  <a:pt x="489653" y="173629"/>
                </a:lnTo>
                <a:lnTo>
                  <a:pt x="510003" y="132080"/>
                </a:lnTo>
                <a:lnTo>
                  <a:pt x="537146" y="94858"/>
                </a:lnTo>
                <a:lnTo>
                  <a:pt x="570303" y="62716"/>
                </a:lnTo>
                <a:lnTo>
                  <a:pt x="608696" y="36406"/>
                </a:lnTo>
                <a:lnTo>
                  <a:pt x="651549" y="16682"/>
                </a:lnTo>
                <a:lnTo>
                  <a:pt x="698083" y="4296"/>
                </a:lnTo>
                <a:lnTo>
                  <a:pt x="747522" y="0"/>
                </a:lnTo>
                <a:lnTo>
                  <a:pt x="796960" y="4296"/>
                </a:lnTo>
                <a:lnTo>
                  <a:pt x="843494" y="16682"/>
                </a:lnTo>
                <a:lnTo>
                  <a:pt x="886347" y="36406"/>
                </a:lnTo>
                <a:lnTo>
                  <a:pt x="924740" y="62716"/>
                </a:lnTo>
                <a:lnTo>
                  <a:pt x="957897" y="94858"/>
                </a:lnTo>
                <a:lnTo>
                  <a:pt x="985040" y="132079"/>
                </a:lnTo>
                <a:lnTo>
                  <a:pt x="1005390" y="173629"/>
                </a:lnTo>
                <a:lnTo>
                  <a:pt x="1018171" y="218753"/>
                </a:lnTo>
                <a:lnTo>
                  <a:pt x="1022604" y="266700"/>
                </a:lnTo>
                <a:lnTo>
                  <a:pt x="1018171" y="314646"/>
                </a:lnTo>
                <a:lnTo>
                  <a:pt x="1005390" y="359770"/>
                </a:lnTo>
                <a:lnTo>
                  <a:pt x="985040" y="401319"/>
                </a:lnTo>
                <a:lnTo>
                  <a:pt x="957897" y="438541"/>
                </a:lnTo>
                <a:lnTo>
                  <a:pt x="924740" y="470683"/>
                </a:lnTo>
                <a:lnTo>
                  <a:pt x="886347" y="496993"/>
                </a:lnTo>
                <a:lnTo>
                  <a:pt x="843494" y="516717"/>
                </a:lnTo>
                <a:lnTo>
                  <a:pt x="796960" y="529103"/>
                </a:lnTo>
                <a:lnTo>
                  <a:pt x="747522" y="533400"/>
                </a:lnTo>
                <a:lnTo>
                  <a:pt x="698083" y="529103"/>
                </a:lnTo>
                <a:lnTo>
                  <a:pt x="651549" y="516717"/>
                </a:lnTo>
                <a:lnTo>
                  <a:pt x="608696" y="496993"/>
                </a:lnTo>
                <a:lnTo>
                  <a:pt x="570303" y="470683"/>
                </a:lnTo>
                <a:lnTo>
                  <a:pt x="537146" y="438541"/>
                </a:lnTo>
                <a:lnTo>
                  <a:pt x="510003" y="401320"/>
                </a:lnTo>
                <a:lnTo>
                  <a:pt x="489653" y="359770"/>
                </a:lnTo>
                <a:lnTo>
                  <a:pt x="476872" y="314646"/>
                </a:lnTo>
                <a:lnTo>
                  <a:pt x="472440" y="266700"/>
                </a:lnTo>
                <a:close/>
              </a:path>
              <a:path w="1495425" h="1295400">
                <a:moveTo>
                  <a:pt x="0" y="1028700"/>
                </a:moveTo>
                <a:lnTo>
                  <a:pt x="4432" y="980753"/>
                </a:lnTo>
                <a:lnTo>
                  <a:pt x="17213" y="935629"/>
                </a:lnTo>
                <a:lnTo>
                  <a:pt x="37563" y="894080"/>
                </a:lnTo>
                <a:lnTo>
                  <a:pt x="64706" y="856858"/>
                </a:lnTo>
                <a:lnTo>
                  <a:pt x="97863" y="824716"/>
                </a:lnTo>
                <a:lnTo>
                  <a:pt x="136256" y="798406"/>
                </a:lnTo>
                <a:lnTo>
                  <a:pt x="179109" y="778682"/>
                </a:lnTo>
                <a:lnTo>
                  <a:pt x="225643" y="766296"/>
                </a:lnTo>
                <a:lnTo>
                  <a:pt x="275082" y="762000"/>
                </a:lnTo>
                <a:lnTo>
                  <a:pt x="324520" y="766296"/>
                </a:lnTo>
                <a:lnTo>
                  <a:pt x="371054" y="778682"/>
                </a:lnTo>
                <a:lnTo>
                  <a:pt x="413907" y="798406"/>
                </a:lnTo>
                <a:lnTo>
                  <a:pt x="452300" y="824716"/>
                </a:lnTo>
                <a:lnTo>
                  <a:pt x="485457" y="856858"/>
                </a:lnTo>
                <a:lnTo>
                  <a:pt x="512600" y="894079"/>
                </a:lnTo>
                <a:lnTo>
                  <a:pt x="532950" y="935629"/>
                </a:lnTo>
                <a:lnTo>
                  <a:pt x="545731" y="980753"/>
                </a:lnTo>
                <a:lnTo>
                  <a:pt x="550163" y="1028700"/>
                </a:lnTo>
                <a:lnTo>
                  <a:pt x="545731" y="1076646"/>
                </a:lnTo>
                <a:lnTo>
                  <a:pt x="532950" y="1121770"/>
                </a:lnTo>
                <a:lnTo>
                  <a:pt x="512600" y="1163319"/>
                </a:lnTo>
                <a:lnTo>
                  <a:pt x="485457" y="1200541"/>
                </a:lnTo>
                <a:lnTo>
                  <a:pt x="452300" y="1232683"/>
                </a:lnTo>
                <a:lnTo>
                  <a:pt x="413907" y="1258993"/>
                </a:lnTo>
                <a:lnTo>
                  <a:pt x="371054" y="1278717"/>
                </a:lnTo>
                <a:lnTo>
                  <a:pt x="324520" y="1291103"/>
                </a:lnTo>
                <a:lnTo>
                  <a:pt x="275082" y="1295400"/>
                </a:lnTo>
                <a:lnTo>
                  <a:pt x="225643" y="1291103"/>
                </a:lnTo>
                <a:lnTo>
                  <a:pt x="179109" y="1278717"/>
                </a:lnTo>
                <a:lnTo>
                  <a:pt x="136256" y="1258993"/>
                </a:lnTo>
                <a:lnTo>
                  <a:pt x="97863" y="1232683"/>
                </a:lnTo>
                <a:lnTo>
                  <a:pt x="64706" y="1200541"/>
                </a:lnTo>
                <a:lnTo>
                  <a:pt x="37563" y="1163320"/>
                </a:lnTo>
                <a:lnTo>
                  <a:pt x="17213" y="1121770"/>
                </a:lnTo>
                <a:lnTo>
                  <a:pt x="4432" y="1076646"/>
                </a:lnTo>
                <a:lnTo>
                  <a:pt x="0" y="1028700"/>
                </a:lnTo>
                <a:close/>
              </a:path>
              <a:path w="1495425" h="1295400">
                <a:moveTo>
                  <a:pt x="943356" y="1028700"/>
                </a:moveTo>
                <a:lnTo>
                  <a:pt x="947798" y="980753"/>
                </a:lnTo>
                <a:lnTo>
                  <a:pt x="960607" y="935629"/>
                </a:lnTo>
                <a:lnTo>
                  <a:pt x="981004" y="894080"/>
                </a:lnTo>
                <a:lnTo>
                  <a:pt x="1008212" y="856858"/>
                </a:lnTo>
                <a:lnTo>
                  <a:pt x="1041454" y="824716"/>
                </a:lnTo>
                <a:lnTo>
                  <a:pt x="1079951" y="798406"/>
                </a:lnTo>
                <a:lnTo>
                  <a:pt x="1122926" y="778682"/>
                </a:lnTo>
                <a:lnTo>
                  <a:pt x="1169602" y="766296"/>
                </a:lnTo>
                <a:lnTo>
                  <a:pt x="1219200" y="762000"/>
                </a:lnTo>
                <a:lnTo>
                  <a:pt x="1268797" y="766296"/>
                </a:lnTo>
                <a:lnTo>
                  <a:pt x="1315473" y="778682"/>
                </a:lnTo>
                <a:lnTo>
                  <a:pt x="1358448" y="798406"/>
                </a:lnTo>
                <a:lnTo>
                  <a:pt x="1396945" y="824716"/>
                </a:lnTo>
                <a:lnTo>
                  <a:pt x="1430187" y="856858"/>
                </a:lnTo>
                <a:lnTo>
                  <a:pt x="1457395" y="894079"/>
                </a:lnTo>
                <a:lnTo>
                  <a:pt x="1477792" y="935629"/>
                </a:lnTo>
                <a:lnTo>
                  <a:pt x="1490601" y="980753"/>
                </a:lnTo>
                <a:lnTo>
                  <a:pt x="1495043" y="1028700"/>
                </a:lnTo>
                <a:lnTo>
                  <a:pt x="1490601" y="1076646"/>
                </a:lnTo>
                <a:lnTo>
                  <a:pt x="1477792" y="1121770"/>
                </a:lnTo>
                <a:lnTo>
                  <a:pt x="1457395" y="1163319"/>
                </a:lnTo>
                <a:lnTo>
                  <a:pt x="1430187" y="1200541"/>
                </a:lnTo>
                <a:lnTo>
                  <a:pt x="1396945" y="1232683"/>
                </a:lnTo>
                <a:lnTo>
                  <a:pt x="1358448" y="1258993"/>
                </a:lnTo>
                <a:lnTo>
                  <a:pt x="1315473" y="1278717"/>
                </a:lnTo>
                <a:lnTo>
                  <a:pt x="1268797" y="1291103"/>
                </a:lnTo>
                <a:lnTo>
                  <a:pt x="1219200" y="1295400"/>
                </a:lnTo>
                <a:lnTo>
                  <a:pt x="1169602" y="1291103"/>
                </a:lnTo>
                <a:lnTo>
                  <a:pt x="1122926" y="1278717"/>
                </a:lnTo>
                <a:lnTo>
                  <a:pt x="1079951" y="1258993"/>
                </a:lnTo>
                <a:lnTo>
                  <a:pt x="1041454" y="1232683"/>
                </a:lnTo>
                <a:lnTo>
                  <a:pt x="1008212" y="1200541"/>
                </a:lnTo>
                <a:lnTo>
                  <a:pt x="981004" y="1163320"/>
                </a:lnTo>
                <a:lnTo>
                  <a:pt x="960607" y="1121770"/>
                </a:lnTo>
                <a:lnTo>
                  <a:pt x="947798" y="1076646"/>
                </a:lnTo>
                <a:lnTo>
                  <a:pt x="943356" y="1028700"/>
                </a:lnTo>
                <a:close/>
              </a:path>
              <a:path w="1495425" h="1295400">
                <a:moveTo>
                  <a:pt x="550163" y="457200"/>
                </a:moveTo>
                <a:lnTo>
                  <a:pt x="315468" y="762000"/>
                </a:lnTo>
              </a:path>
              <a:path w="1495425" h="1295400">
                <a:moveTo>
                  <a:pt x="943356" y="457200"/>
                </a:moveTo>
                <a:lnTo>
                  <a:pt x="1101852" y="7620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397495" y="1371600"/>
            <a:ext cx="550545" cy="533400"/>
          </a:xfrm>
          <a:custGeom>
            <a:avLst/>
            <a:gdLst/>
            <a:ahLst/>
            <a:cxnLst/>
            <a:rect l="l" t="t" r="r" b="b"/>
            <a:pathLst>
              <a:path w="550545" h="533400">
                <a:moveTo>
                  <a:pt x="0" y="266700"/>
                </a:moveTo>
                <a:lnTo>
                  <a:pt x="4432" y="218753"/>
                </a:lnTo>
                <a:lnTo>
                  <a:pt x="17213" y="173629"/>
                </a:lnTo>
                <a:lnTo>
                  <a:pt x="37563" y="132080"/>
                </a:lnTo>
                <a:lnTo>
                  <a:pt x="64706" y="94858"/>
                </a:lnTo>
                <a:lnTo>
                  <a:pt x="97863" y="62716"/>
                </a:lnTo>
                <a:lnTo>
                  <a:pt x="136256" y="36406"/>
                </a:lnTo>
                <a:lnTo>
                  <a:pt x="179109" y="16682"/>
                </a:lnTo>
                <a:lnTo>
                  <a:pt x="225643" y="4296"/>
                </a:lnTo>
                <a:lnTo>
                  <a:pt x="275081" y="0"/>
                </a:lnTo>
                <a:lnTo>
                  <a:pt x="324520" y="4296"/>
                </a:lnTo>
                <a:lnTo>
                  <a:pt x="371054" y="16682"/>
                </a:lnTo>
                <a:lnTo>
                  <a:pt x="413907" y="36406"/>
                </a:lnTo>
                <a:lnTo>
                  <a:pt x="452300" y="62716"/>
                </a:lnTo>
                <a:lnTo>
                  <a:pt x="485457" y="94858"/>
                </a:lnTo>
                <a:lnTo>
                  <a:pt x="512600" y="132079"/>
                </a:lnTo>
                <a:lnTo>
                  <a:pt x="532950" y="173629"/>
                </a:lnTo>
                <a:lnTo>
                  <a:pt x="545731" y="218753"/>
                </a:lnTo>
                <a:lnTo>
                  <a:pt x="550163" y="266700"/>
                </a:lnTo>
                <a:lnTo>
                  <a:pt x="545731" y="314646"/>
                </a:lnTo>
                <a:lnTo>
                  <a:pt x="532950" y="359770"/>
                </a:lnTo>
                <a:lnTo>
                  <a:pt x="512600" y="401319"/>
                </a:lnTo>
                <a:lnTo>
                  <a:pt x="485457" y="438541"/>
                </a:lnTo>
                <a:lnTo>
                  <a:pt x="452300" y="470683"/>
                </a:lnTo>
                <a:lnTo>
                  <a:pt x="413907" y="496993"/>
                </a:lnTo>
                <a:lnTo>
                  <a:pt x="371054" y="516717"/>
                </a:lnTo>
                <a:lnTo>
                  <a:pt x="324520" y="529103"/>
                </a:lnTo>
                <a:lnTo>
                  <a:pt x="275081" y="533400"/>
                </a:lnTo>
                <a:lnTo>
                  <a:pt x="225643" y="529103"/>
                </a:lnTo>
                <a:lnTo>
                  <a:pt x="179109" y="516717"/>
                </a:lnTo>
                <a:lnTo>
                  <a:pt x="136256" y="496993"/>
                </a:lnTo>
                <a:lnTo>
                  <a:pt x="97863" y="470683"/>
                </a:lnTo>
                <a:lnTo>
                  <a:pt x="64706" y="438541"/>
                </a:lnTo>
                <a:lnTo>
                  <a:pt x="37563" y="401320"/>
                </a:lnTo>
                <a:lnTo>
                  <a:pt x="17213" y="359770"/>
                </a:lnTo>
                <a:lnTo>
                  <a:pt x="4432" y="314646"/>
                </a:lnTo>
                <a:lnTo>
                  <a:pt x="0" y="2667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7557896" y="1422857"/>
            <a:ext cx="18034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latin typeface="Calibri"/>
                <a:cs typeface="Calibri"/>
              </a:rPr>
              <a:t>3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926580" y="609600"/>
            <a:ext cx="548640" cy="533400"/>
          </a:xfrm>
          <a:custGeom>
            <a:avLst/>
            <a:gdLst/>
            <a:ahLst/>
            <a:cxnLst/>
            <a:rect l="l" t="t" r="r" b="b"/>
            <a:pathLst>
              <a:path w="548640" h="533400">
                <a:moveTo>
                  <a:pt x="0" y="266700"/>
                </a:moveTo>
                <a:lnTo>
                  <a:pt x="4419" y="218753"/>
                </a:lnTo>
                <a:lnTo>
                  <a:pt x="17161" y="173629"/>
                </a:lnTo>
                <a:lnTo>
                  <a:pt x="37450" y="132080"/>
                </a:lnTo>
                <a:lnTo>
                  <a:pt x="64513" y="94858"/>
                </a:lnTo>
                <a:lnTo>
                  <a:pt x="97575" y="62716"/>
                </a:lnTo>
                <a:lnTo>
                  <a:pt x="135861" y="36406"/>
                </a:lnTo>
                <a:lnTo>
                  <a:pt x="178597" y="16682"/>
                </a:lnTo>
                <a:lnTo>
                  <a:pt x="225008" y="4296"/>
                </a:lnTo>
                <a:lnTo>
                  <a:pt x="274320" y="0"/>
                </a:lnTo>
                <a:lnTo>
                  <a:pt x="323631" y="4296"/>
                </a:lnTo>
                <a:lnTo>
                  <a:pt x="370042" y="16682"/>
                </a:lnTo>
                <a:lnTo>
                  <a:pt x="412778" y="36406"/>
                </a:lnTo>
                <a:lnTo>
                  <a:pt x="451064" y="62716"/>
                </a:lnTo>
                <a:lnTo>
                  <a:pt x="484126" y="94858"/>
                </a:lnTo>
                <a:lnTo>
                  <a:pt x="511189" y="132079"/>
                </a:lnTo>
                <a:lnTo>
                  <a:pt x="531478" y="173629"/>
                </a:lnTo>
                <a:lnTo>
                  <a:pt x="544220" y="218753"/>
                </a:lnTo>
                <a:lnTo>
                  <a:pt x="548640" y="266700"/>
                </a:lnTo>
                <a:lnTo>
                  <a:pt x="544220" y="314646"/>
                </a:lnTo>
                <a:lnTo>
                  <a:pt x="531478" y="359770"/>
                </a:lnTo>
                <a:lnTo>
                  <a:pt x="511189" y="401319"/>
                </a:lnTo>
                <a:lnTo>
                  <a:pt x="484126" y="438541"/>
                </a:lnTo>
                <a:lnTo>
                  <a:pt x="451064" y="470683"/>
                </a:lnTo>
                <a:lnTo>
                  <a:pt x="412778" y="496993"/>
                </a:lnTo>
                <a:lnTo>
                  <a:pt x="370042" y="516717"/>
                </a:lnTo>
                <a:lnTo>
                  <a:pt x="323631" y="529103"/>
                </a:lnTo>
                <a:lnTo>
                  <a:pt x="274320" y="533400"/>
                </a:lnTo>
                <a:lnTo>
                  <a:pt x="225008" y="529103"/>
                </a:lnTo>
                <a:lnTo>
                  <a:pt x="178597" y="516717"/>
                </a:lnTo>
                <a:lnTo>
                  <a:pt x="135861" y="496993"/>
                </a:lnTo>
                <a:lnTo>
                  <a:pt x="97575" y="470683"/>
                </a:lnTo>
                <a:lnTo>
                  <a:pt x="64513" y="438541"/>
                </a:lnTo>
                <a:lnTo>
                  <a:pt x="37450" y="401320"/>
                </a:lnTo>
                <a:lnTo>
                  <a:pt x="17161" y="359770"/>
                </a:lnTo>
                <a:lnTo>
                  <a:pt x="4419" y="314646"/>
                </a:lnTo>
                <a:lnTo>
                  <a:pt x="0" y="2667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335017" y="661161"/>
            <a:ext cx="2931795" cy="1153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26845" algn="l"/>
                <a:tab pos="2763520" algn="l"/>
              </a:tabLst>
            </a:pPr>
            <a:r>
              <a:rPr sz="2400" b="1" spc="-50" dirty="0">
                <a:latin typeface="Calibri"/>
                <a:cs typeface="Calibri"/>
              </a:rPr>
              <a:t>0</a:t>
            </a:r>
            <a:r>
              <a:rPr sz="2400" b="1" dirty="0">
                <a:latin typeface="Calibri"/>
                <a:cs typeface="Calibri"/>
              </a:rPr>
              <a:t>	</a:t>
            </a:r>
            <a:r>
              <a:rPr sz="2400" b="1" spc="-50" dirty="0">
                <a:latin typeface="Calibri"/>
                <a:cs typeface="Calibri"/>
              </a:rPr>
              <a:t>0</a:t>
            </a:r>
            <a:r>
              <a:rPr sz="2400" b="1" dirty="0">
                <a:latin typeface="Calibri"/>
                <a:cs typeface="Calibri"/>
              </a:rPr>
              <a:t>	</a:t>
            </a:r>
            <a:r>
              <a:rPr sz="2400" b="1" spc="-50" dirty="0">
                <a:latin typeface="Calibri"/>
                <a:cs typeface="Calibri"/>
              </a:rPr>
              <a:t>1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90"/>
              </a:spcBef>
            </a:pPr>
            <a:endParaRPr sz="2400">
              <a:latin typeface="Calibri"/>
              <a:cs typeface="Calibri"/>
            </a:endParaRPr>
          </a:p>
          <a:p>
            <a:pPr marL="955675">
              <a:lnSpc>
                <a:spcPct val="100000"/>
              </a:lnSpc>
              <a:tabLst>
                <a:tab pos="1899285" algn="l"/>
              </a:tabLst>
            </a:pPr>
            <a:r>
              <a:rPr sz="2400" b="1" spc="-50" dirty="0">
                <a:latin typeface="Calibri"/>
                <a:cs typeface="Calibri"/>
              </a:rPr>
              <a:t>1</a:t>
            </a:r>
            <a:r>
              <a:rPr sz="2400" b="1" dirty="0">
                <a:latin typeface="Calibri"/>
                <a:cs typeface="Calibri"/>
              </a:rPr>
              <a:t>	</a:t>
            </a:r>
            <a:r>
              <a:rPr sz="2400" b="1" spc="-50" dirty="0">
                <a:latin typeface="Calibri"/>
                <a:cs typeface="Calibri"/>
              </a:rPr>
              <a:t>2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869935" y="609600"/>
            <a:ext cx="548640" cy="533400"/>
          </a:xfrm>
          <a:custGeom>
            <a:avLst/>
            <a:gdLst/>
            <a:ahLst/>
            <a:cxnLst/>
            <a:rect l="l" t="t" r="r" b="b"/>
            <a:pathLst>
              <a:path w="548640" h="533400">
                <a:moveTo>
                  <a:pt x="0" y="266700"/>
                </a:moveTo>
                <a:lnTo>
                  <a:pt x="4419" y="218753"/>
                </a:lnTo>
                <a:lnTo>
                  <a:pt x="17161" y="173629"/>
                </a:lnTo>
                <a:lnTo>
                  <a:pt x="37450" y="132080"/>
                </a:lnTo>
                <a:lnTo>
                  <a:pt x="64513" y="94858"/>
                </a:lnTo>
                <a:lnTo>
                  <a:pt x="97575" y="62716"/>
                </a:lnTo>
                <a:lnTo>
                  <a:pt x="135861" y="36406"/>
                </a:lnTo>
                <a:lnTo>
                  <a:pt x="178597" y="16682"/>
                </a:lnTo>
                <a:lnTo>
                  <a:pt x="225008" y="4296"/>
                </a:lnTo>
                <a:lnTo>
                  <a:pt x="274320" y="0"/>
                </a:lnTo>
                <a:lnTo>
                  <a:pt x="323631" y="4296"/>
                </a:lnTo>
                <a:lnTo>
                  <a:pt x="370042" y="16682"/>
                </a:lnTo>
                <a:lnTo>
                  <a:pt x="412778" y="36406"/>
                </a:lnTo>
                <a:lnTo>
                  <a:pt x="451064" y="62716"/>
                </a:lnTo>
                <a:lnTo>
                  <a:pt x="484126" y="94858"/>
                </a:lnTo>
                <a:lnTo>
                  <a:pt x="511189" y="132079"/>
                </a:lnTo>
                <a:lnTo>
                  <a:pt x="531478" y="173629"/>
                </a:lnTo>
                <a:lnTo>
                  <a:pt x="544220" y="218753"/>
                </a:lnTo>
                <a:lnTo>
                  <a:pt x="548640" y="266700"/>
                </a:lnTo>
                <a:lnTo>
                  <a:pt x="544220" y="314646"/>
                </a:lnTo>
                <a:lnTo>
                  <a:pt x="531478" y="359770"/>
                </a:lnTo>
                <a:lnTo>
                  <a:pt x="511189" y="401319"/>
                </a:lnTo>
                <a:lnTo>
                  <a:pt x="484126" y="438541"/>
                </a:lnTo>
                <a:lnTo>
                  <a:pt x="451064" y="470683"/>
                </a:lnTo>
                <a:lnTo>
                  <a:pt x="412778" y="496993"/>
                </a:lnTo>
                <a:lnTo>
                  <a:pt x="370042" y="516717"/>
                </a:lnTo>
                <a:lnTo>
                  <a:pt x="323631" y="529103"/>
                </a:lnTo>
                <a:lnTo>
                  <a:pt x="274320" y="533400"/>
                </a:lnTo>
                <a:lnTo>
                  <a:pt x="225008" y="529103"/>
                </a:lnTo>
                <a:lnTo>
                  <a:pt x="178597" y="516717"/>
                </a:lnTo>
                <a:lnTo>
                  <a:pt x="135861" y="496993"/>
                </a:lnTo>
                <a:lnTo>
                  <a:pt x="97575" y="470683"/>
                </a:lnTo>
                <a:lnTo>
                  <a:pt x="64513" y="438541"/>
                </a:lnTo>
                <a:lnTo>
                  <a:pt x="37450" y="401320"/>
                </a:lnTo>
                <a:lnTo>
                  <a:pt x="17161" y="359770"/>
                </a:lnTo>
                <a:lnTo>
                  <a:pt x="4419" y="314646"/>
                </a:lnTo>
                <a:lnTo>
                  <a:pt x="0" y="2667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8029447" y="661161"/>
            <a:ext cx="1803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latin typeface="Calibri"/>
                <a:cs typeface="Calibri"/>
              </a:rPr>
              <a:t>2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240523" y="1143000"/>
            <a:ext cx="786765" cy="304800"/>
          </a:xfrm>
          <a:custGeom>
            <a:avLst/>
            <a:gdLst/>
            <a:ahLst/>
            <a:cxnLst/>
            <a:rect l="l" t="t" r="r" b="b"/>
            <a:pathLst>
              <a:path w="786765" h="304800">
                <a:moveTo>
                  <a:pt x="234696" y="304800"/>
                </a:moveTo>
                <a:lnTo>
                  <a:pt x="0" y="0"/>
                </a:lnTo>
              </a:path>
              <a:path w="786765" h="304800">
                <a:moveTo>
                  <a:pt x="629411" y="304800"/>
                </a:moveTo>
                <a:lnTo>
                  <a:pt x="786383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9441180" y="609600"/>
            <a:ext cx="548640" cy="533400"/>
          </a:xfrm>
          <a:custGeom>
            <a:avLst/>
            <a:gdLst/>
            <a:ahLst/>
            <a:cxnLst/>
            <a:rect l="l" t="t" r="r" b="b"/>
            <a:pathLst>
              <a:path w="548640" h="533400">
                <a:moveTo>
                  <a:pt x="0" y="266700"/>
                </a:moveTo>
                <a:lnTo>
                  <a:pt x="4419" y="218753"/>
                </a:lnTo>
                <a:lnTo>
                  <a:pt x="17161" y="173629"/>
                </a:lnTo>
                <a:lnTo>
                  <a:pt x="37450" y="132080"/>
                </a:lnTo>
                <a:lnTo>
                  <a:pt x="64513" y="94858"/>
                </a:lnTo>
                <a:lnTo>
                  <a:pt x="97575" y="62716"/>
                </a:lnTo>
                <a:lnTo>
                  <a:pt x="135861" y="36406"/>
                </a:lnTo>
                <a:lnTo>
                  <a:pt x="178597" y="16682"/>
                </a:lnTo>
                <a:lnTo>
                  <a:pt x="225008" y="4296"/>
                </a:lnTo>
                <a:lnTo>
                  <a:pt x="274320" y="0"/>
                </a:lnTo>
                <a:lnTo>
                  <a:pt x="323631" y="4296"/>
                </a:lnTo>
                <a:lnTo>
                  <a:pt x="370042" y="16682"/>
                </a:lnTo>
                <a:lnTo>
                  <a:pt x="412778" y="36406"/>
                </a:lnTo>
                <a:lnTo>
                  <a:pt x="451064" y="62716"/>
                </a:lnTo>
                <a:lnTo>
                  <a:pt x="484126" y="94858"/>
                </a:lnTo>
                <a:lnTo>
                  <a:pt x="511189" y="132079"/>
                </a:lnTo>
                <a:lnTo>
                  <a:pt x="531478" y="173629"/>
                </a:lnTo>
                <a:lnTo>
                  <a:pt x="544220" y="218753"/>
                </a:lnTo>
                <a:lnTo>
                  <a:pt x="548640" y="266700"/>
                </a:lnTo>
                <a:lnTo>
                  <a:pt x="544220" y="314646"/>
                </a:lnTo>
                <a:lnTo>
                  <a:pt x="531478" y="359770"/>
                </a:lnTo>
                <a:lnTo>
                  <a:pt x="511189" y="401319"/>
                </a:lnTo>
                <a:lnTo>
                  <a:pt x="484126" y="438541"/>
                </a:lnTo>
                <a:lnTo>
                  <a:pt x="451064" y="470683"/>
                </a:lnTo>
                <a:lnTo>
                  <a:pt x="412778" y="496993"/>
                </a:lnTo>
                <a:lnTo>
                  <a:pt x="370042" y="516717"/>
                </a:lnTo>
                <a:lnTo>
                  <a:pt x="323631" y="529103"/>
                </a:lnTo>
                <a:lnTo>
                  <a:pt x="274320" y="533400"/>
                </a:lnTo>
                <a:lnTo>
                  <a:pt x="225008" y="529103"/>
                </a:lnTo>
                <a:lnTo>
                  <a:pt x="178597" y="516717"/>
                </a:lnTo>
                <a:lnTo>
                  <a:pt x="135861" y="496993"/>
                </a:lnTo>
                <a:lnTo>
                  <a:pt x="97575" y="470683"/>
                </a:lnTo>
                <a:lnTo>
                  <a:pt x="64513" y="438541"/>
                </a:lnTo>
                <a:lnTo>
                  <a:pt x="37450" y="401320"/>
                </a:lnTo>
                <a:lnTo>
                  <a:pt x="17161" y="359770"/>
                </a:lnTo>
                <a:lnTo>
                  <a:pt x="4419" y="314646"/>
                </a:lnTo>
                <a:lnTo>
                  <a:pt x="0" y="2667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9601327" y="661161"/>
            <a:ext cx="1803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latin typeface="Calibri"/>
                <a:cs typeface="Calibri"/>
              </a:rPr>
              <a:t>0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968740" y="1371600"/>
            <a:ext cx="550545" cy="533400"/>
          </a:xfrm>
          <a:custGeom>
            <a:avLst/>
            <a:gdLst/>
            <a:ahLst/>
            <a:cxnLst/>
            <a:rect l="l" t="t" r="r" b="b"/>
            <a:pathLst>
              <a:path w="550545" h="533400">
                <a:moveTo>
                  <a:pt x="0" y="266700"/>
                </a:moveTo>
                <a:lnTo>
                  <a:pt x="4432" y="218753"/>
                </a:lnTo>
                <a:lnTo>
                  <a:pt x="17213" y="173629"/>
                </a:lnTo>
                <a:lnTo>
                  <a:pt x="37563" y="132080"/>
                </a:lnTo>
                <a:lnTo>
                  <a:pt x="64706" y="94858"/>
                </a:lnTo>
                <a:lnTo>
                  <a:pt x="97863" y="62716"/>
                </a:lnTo>
                <a:lnTo>
                  <a:pt x="136256" y="36406"/>
                </a:lnTo>
                <a:lnTo>
                  <a:pt x="179109" y="16682"/>
                </a:lnTo>
                <a:lnTo>
                  <a:pt x="225643" y="4296"/>
                </a:lnTo>
                <a:lnTo>
                  <a:pt x="275081" y="0"/>
                </a:lnTo>
                <a:lnTo>
                  <a:pt x="324520" y="4296"/>
                </a:lnTo>
                <a:lnTo>
                  <a:pt x="371054" y="16682"/>
                </a:lnTo>
                <a:lnTo>
                  <a:pt x="413907" y="36406"/>
                </a:lnTo>
                <a:lnTo>
                  <a:pt x="452300" y="62716"/>
                </a:lnTo>
                <a:lnTo>
                  <a:pt x="485457" y="94858"/>
                </a:lnTo>
                <a:lnTo>
                  <a:pt x="512600" y="132079"/>
                </a:lnTo>
                <a:lnTo>
                  <a:pt x="532950" y="173629"/>
                </a:lnTo>
                <a:lnTo>
                  <a:pt x="545731" y="218753"/>
                </a:lnTo>
                <a:lnTo>
                  <a:pt x="550163" y="266700"/>
                </a:lnTo>
                <a:lnTo>
                  <a:pt x="545731" y="314646"/>
                </a:lnTo>
                <a:lnTo>
                  <a:pt x="532950" y="359770"/>
                </a:lnTo>
                <a:lnTo>
                  <a:pt x="512600" y="401319"/>
                </a:lnTo>
                <a:lnTo>
                  <a:pt x="485457" y="438541"/>
                </a:lnTo>
                <a:lnTo>
                  <a:pt x="452300" y="470683"/>
                </a:lnTo>
                <a:lnTo>
                  <a:pt x="413907" y="496993"/>
                </a:lnTo>
                <a:lnTo>
                  <a:pt x="371054" y="516717"/>
                </a:lnTo>
                <a:lnTo>
                  <a:pt x="324520" y="529103"/>
                </a:lnTo>
                <a:lnTo>
                  <a:pt x="275081" y="533400"/>
                </a:lnTo>
                <a:lnTo>
                  <a:pt x="225643" y="529103"/>
                </a:lnTo>
                <a:lnTo>
                  <a:pt x="179109" y="516717"/>
                </a:lnTo>
                <a:lnTo>
                  <a:pt x="136256" y="496993"/>
                </a:lnTo>
                <a:lnTo>
                  <a:pt x="97863" y="470683"/>
                </a:lnTo>
                <a:lnTo>
                  <a:pt x="64706" y="438541"/>
                </a:lnTo>
                <a:lnTo>
                  <a:pt x="37563" y="401320"/>
                </a:lnTo>
                <a:lnTo>
                  <a:pt x="17213" y="359770"/>
                </a:lnTo>
                <a:lnTo>
                  <a:pt x="4432" y="314646"/>
                </a:lnTo>
                <a:lnTo>
                  <a:pt x="0" y="2667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9129776" y="1422857"/>
            <a:ext cx="18034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latin typeface="Calibri"/>
                <a:cs typeface="Calibri"/>
              </a:rPr>
              <a:t>1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9912095" y="1371600"/>
            <a:ext cx="550545" cy="533400"/>
          </a:xfrm>
          <a:custGeom>
            <a:avLst/>
            <a:gdLst/>
            <a:ahLst/>
            <a:cxnLst/>
            <a:rect l="l" t="t" r="r" b="b"/>
            <a:pathLst>
              <a:path w="550545" h="533400">
                <a:moveTo>
                  <a:pt x="0" y="266700"/>
                </a:moveTo>
                <a:lnTo>
                  <a:pt x="4432" y="218753"/>
                </a:lnTo>
                <a:lnTo>
                  <a:pt x="17213" y="173629"/>
                </a:lnTo>
                <a:lnTo>
                  <a:pt x="37563" y="132080"/>
                </a:lnTo>
                <a:lnTo>
                  <a:pt x="64706" y="94858"/>
                </a:lnTo>
                <a:lnTo>
                  <a:pt x="97863" y="62716"/>
                </a:lnTo>
                <a:lnTo>
                  <a:pt x="136256" y="36406"/>
                </a:lnTo>
                <a:lnTo>
                  <a:pt x="179109" y="16682"/>
                </a:lnTo>
                <a:lnTo>
                  <a:pt x="225643" y="4296"/>
                </a:lnTo>
                <a:lnTo>
                  <a:pt x="275081" y="0"/>
                </a:lnTo>
                <a:lnTo>
                  <a:pt x="324520" y="4296"/>
                </a:lnTo>
                <a:lnTo>
                  <a:pt x="371054" y="16682"/>
                </a:lnTo>
                <a:lnTo>
                  <a:pt x="413907" y="36406"/>
                </a:lnTo>
                <a:lnTo>
                  <a:pt x="452300" y="62716"/>
                </a:lnTo>
                <a:lnTo>
                  <a:pt x="485457" y="94858"/>
                </a:lnTo>
                <a:lnTo>
                  <a:pt x="512600" y="132079"/>
                </a:lnTo>
                <a:lnTo>
                  <a:pt x="532950" y="173629"/>
                </a:lnTo>
                <a:lnTo>
                  <a:pt x="545731" y="218753"/>
                </a:lnTo>
                <a:lnTo>
                  <a:pt x="550163" y="266700"/>
                </a:lnTo>
                <a:lnTo>
                  <a:pt x="545731" y="314646"/>
                </a:lnTo>
                <a:lnTo>
                  <a:pt x="532950" y="359770"/>
                </a:lnTo>
                <a:lnTo>
                  <a:pt x="512600" y="401319"/>
                </a:lnTo>
                <a:lnTo>
                  <a:pt x="485457" y="438541"/>
                </a:lnTo>
                <a:lnTo>
                  <a:pt x="452300" y="470683"/>
                </a:lnTo>
                <a:lnTo>
                  <a:pt x="413907" y="496993"/>
                </a:lnTo>
                <a:lnTo>
                  <a:pt x="371054" y="516717"/>
                </a:lnTo>
                <a:lnTo>
                  <a:pt x="324520" y="529103"/>
                </a:lnTo>
                <a:lnTo>
                  <a:pt x="275081" y="533400"/>
                </a:lnTo>
                <a:lnTo>
                  <a:pt x="225643" y="529103"/>
                </a:lnTo>
                <a:lnTo>
                  <a:pt x="179109" y="516717"/>
                </a:lnTo>
                <a:lnTo>
                  <a:pt x="136256" y="496993"/>
                </a:lnTo>
                <a:lnTo>
                  <a:pt x="97863" y="470683"/>
                </a:lnTo>
                <a:lnTo>
                  <a:pt x="64706" y="438541"/>
                </a:lnTo>
                <a:lnTo>
                  <a:pt x="37563" y="401320"/>
                </a:lnTo>
                <a:lnTo>
                  <a:pt x="17213" y="359770"/>
                </a:lnTo>
                <a:lnTo>
                  <a:pt x="4432" y="314646"/>
                </a:lnTo>
                <a:lnTo>
                  <a:pt x="0" y="2667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0072878" y="1422857"/>
            <a:ext cx="18034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latin typeface="Calibri"/>
                <a:cs typeface="Calibri"/>
              </a:rPr>
              <a:t>2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9441180" y="2057400"/>
            <a:ext cx="548640" cy="533400"/>
          </a:xfrm>
          <a:custGeom>
            <a:avLst/>
            <a:gdLst/>
            <a:ahLst/>
            <a:cxnLst/>
            <a:rect l="l" t="t" r="r" b="b"/>
            <a:pathLst>
              <a:path w="548640" h="533400">
                <a:moveTo>
                  <a:pt x="0" y="266700"/>
                </a:moveTo>
                <a:lnTo>
                  <a:pt x="4419" y="218753"/>
                </a:lnTo>
                <a:lnTo>
                  <a:pt x="17161" y="173629"/>
                </a:lnTo>
                <a:lnTo>
                  <a:pt x="37450" y="132080"/>
                </a:lnTo>
                <a:lnTo>
                  <a:pt x="64513" y="94858"/>
                </a:lnTo>
                <a:lnTo>
                  <a:pt x="97575" y="62716"/>
                </a:lnTo>
                <a:lnTo>
                  <a:pt x="135861" y="36406"/>
                </a:lnTo>
                <a:lnTo>
                  <a:pt x="178597" y="16682"/>
                </a:lnTo>
                <a:lnTo>
                  <a:pt x="225008" y="4296"/>
                </a:lnTo>
                <a:lnTo>
                  <a:pt x="274320" y="0"/>
                </a:lnTo>
                <a:lnTo>
                  <a:pt x="323631" y="4296"/>
                </a:lnTo>
                <a:lnTo>
                  <a:pt x="370042" y="16682"/>
                </a:lnTo>
                <a:lnTo>
                  <a:pt x="412778" y="36406"/>
                </a:lnTo>
                <a:lnTo>
                  <a:pt x="451064" y="62716"/>
                </a:lnTo>
                <a:lnTo>
                  <a:pt x="484126" y="94858"/>
                </a:lnTo>
                <a:lnTo>
                  <a:pt x="511189" y="132079"/>
                </a:lnTo>
                <a:lnTo>
                  <a:pt x="531478" y="173629"/>
                </a:lnTo>
                <a:lnTo>
                  <a:pt x="544220" y="218753"/>
                </a:lnTo>
                <a:lnTo>
                  <a:pt x="548640" y="266700"/>
                </a:lnTo>
                <a:lnTo>
                  <a:pt x="544220" y="314646"/>
                </a:lnTo>
                <a:lnTo>
                  <a:pt x="531478" y="359770"/>
                </a:lnTo>
                <a:lnTo>
                  <a:pt x="511189" y="401319"/>
                </a:lnTo>
                <a:lnTo>
                  <a:pt x="484126" y="438541"/>
                </a:lnTo>
                <a:lnTo>
                  <a:pt x="451064" y="470683"/>
                </a:lnTo>
                <a:lnTo>
                  <a:pt x="412778" y="496993"/>
                </a:lnTo>
                <a:lnTo>
                  <a:pt x="370042" y="516717"/>
                </a:lnTo>
                <a:lnTo>
                  <a:pt x="323631" y="529103"/>
                </a:lnTo>
                <a:lnTo>
                  <a:pt x="274320" y="533400"/>
                </a:lnTo>
                <a:lnTo>
                  <a:pt x="225008" y="529103"/>
                </a:lnTo>
                <a:lnTo>
                  <a:pt x="178597" y="516717"/>
                </a:lnTo>
                <a:lnTo>
                  <a:pt x="135861" y="496993"/>
                </a:lnTo>
                <a:lnTo>
                  <a:pt x="97575" y="470683"/>
                </a:lnTo>
                <a:lnTo>
                  <a:pt x="64513" y="438541"/>
                </a:lnTo>
                <a:lnTo>
                  <a:pt x="37450" y="401320"/>
                </a:lnTo>
                <a:lnTo>
                  <a:pt x="17161" y="359770"/>
                </a:lnTo>
                <a:lnTo>
                  <a:pt x="4419" y="314646"/>
                </a:lnTo>
                <a:lnTo>
                  <a:pt x="0" y="2667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9601327" y="2109342"/>
            <a:ext cx="1803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latin typeface="Calibri"/>
                <a:cs typeface="Calibri"/>
              </a:rPr>
              <a:t>3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9518904" y="1143000"/>
            <a:ext cx="570230" cy="1010919"/>
          </a:xfrm>
          <a:custGeom>
            <a:avLst/>
            <a:gdLst/>
            <a:ahLst/>
            <a:cxnLst/>
            <a:rect l="l" t="t" r="r" b="b"/>
            <a:pathLst>
              <a:path w="570229" h="1010919">
                <a:moveTo>
                  <a:pt x="0" y="457200"/>
                </a:moveTo>
                <a:lnTo>
                  <a:pt x="393192" y="457200"/>
                </a:lnTo>
              </a:path>
              <a:path w="570229" h="1010919">
                <a:moveTo>
                  <a:pt x="175260" y="0"/>
                </a:moveTo>
                <a:lnTo>
                  <a:pt x="175260" y="914400"/>
                </a:lnTo>
              </a:path>
              <a:path w="570229" h="1010919">
                <a:moveTo>
                  <a:pt x="569976" y="743712"/>
                </a:moveTo>
                <a:lnTo>
                  <a:pt x="413003" y="1010412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4223130" y="2569845"/>
            <a:ext cx="2159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(i)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321934" y="2550033"/>
            <a:ext cx="2965450" cy="614045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151130">
              <a:lnSpc>
                <a:spcPct val="100000"/>
              </a:lnSpc>
              <a:spcBef>
                <a:spcPts val="254"/>
              </a:spcBef>
              <a:tabLst>
                <a:tab pos="1598930" algn="l"/>
              </a:tabLst>
            </a:pPr>
            <a:r>
              <a:rPr sz="1800" spc="-20" dirty="0">
                <a:latin typeface="Calibri"/>
                <a:cs typeface="Calibri"/>
              </a:rPr>
              <a:t>(ii)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1800" spc="-20" dirty="0">
                <a:latin typeface="Calibri"/>
                <a:cs typeface="Calibri"/>
              </a:rPr>
              <a:t>(iii)</a:t>
            </a:r>
            <a:endParaRPr sz="1800">
              <a:latin typeface="Calibri"/>
              <a:cs typeface="Calibri"/>
            </a:endParaRPr>
          </a:p>
          <a:p>
            <a:pPr marL="50800">
              <a:lnSpc>
                <a:spcPct val="100000"/>
              </a:lnSpc>
              <a:spcBef>
                <a:spcPts val="155"/>
              </a:spcBef>
            </a:pPr>
            <a:r>
              <a:rPr sz="1800" dirty="0">
                <a:latin typeface="Calibri"/>
                <a:cs typeface="Calibri"/>
              </a:rPr>
              <a:t>(a)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Some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subgraph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G</a:t>
            </a:r>
            <a:r>
              <a:rPr sz="1800" spc="-37" baseline="-20833" dirty="0">
                <a:latin typeface="Calibri"/>
                <a:cs typeface="Calibri"/>
              </a:rPr>
              <a:t>1</a:t>
            </a:r>
            <a:endParaRPr sz="1800" baseline="-20833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618238" y="2569845"/>
            <a:ext cx="3187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Calibri"/>
                <a:cs typeface="Calibri"/>
              </a:rPr>
              <a:t>(iv)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4346447" y="3314700"/>
            <a:ext cx="551815" cy="533400"/>
          </a:xfrm>
          <a:custGeom>
            <a:avLst/>
            <a:gdLst/>
            <a:ahLst/>
            <a:cxnLst/>
            <a:rect l="l" t="t" r="r" b="b"/>
            <a:pathLst>
              <a:path w="551814" h="533400">
                <a:moveTo>
                  <a:pt x="0" y="266700"/>
                </a:moveTo>
                <a:lnTo>
                  <a:pt x="4442" y="218753"/>
                </a:lnTo>
                <a:lnTo>
                  <a:pt x="17251" y="173629"/>
                </a:lnTo>
                <a:lnTo>
                  <a:pt x="37648" y="132080"/>
                </a:lnTo>
                <a:lnTo>
                  <a:pt x="64856" y="94858"/>
                </a:lnTo>
                <a:lnTo>
                  <a:pt x="98098" y="62716"/>
                </a:lnTo>
                <a:lnTo>
                  <a:pt x="136595" y="36406"/>
                </a:lnTo>
                <a:lnTo>
                  <a:pt x="179570" y="16682"/>
                </a:lnTo>
                <a:lnTo>
                  <a:pt x="226246" y="4296"/>
                </a:lnTo>
                <a:lnTo>
                  <a:pt x="275843" y="0"/>
                </a:lnTo>
                <a:lnTo>
                  <a:pt x="325441" y="4296"/>
                </a:lnTo>
                <a:lnTo>
                  <a:pt x="372117" y="16682"/>
                </a:lnTo>
                <a:lnTo>
                  <a:pt x="415092" y="36406"/>
                </a:lnTo>
                <a:lnTo>
                  <a:pt x="453589" y="62716"/>
                </a:lnTo>
                <a:lnTo>
                  <a:pt x="486831" y="94858"/>
                </a:lnTo>
                <a:lnTo>
                  <a:pt x="514039" y="132079"/>
                </a:lnTo>
                <a:lnTo>
                  <a:pt x="534436" y="173629"/>
                </a:lnTo>
                <a:lnTo>
                  <a:pt x="547245" y="218753"/>
                </a:lnTo>
                <a:lnTo>
                  <a:pt x="551688" y="266700"/>
                </a:lnTo>
                <a:lnTo>
                  <a:pt x="547245" y="314646"/>
                </a:lnTo>
                <a:lnTo>
                  <a:pt x="534436" y="359770"/>
                </a:lnTo>
                <a:lnTo>
                  <a:pt x="514039" y="401319"/>
                </a:lnTo>
                <a:lnTo>
                  <a:pt x="486831" y="438541"/>
                </a:lnTo>
                <a:lnTo>
                  <a:pt x="453589" y="470683"/>
                </a:lnTo>
                <a:lnTo>
                  <a:pt x="415092" y="496993"/>
                </a:lnTo>
                <a:lnTo>
                  <a:pt x="372117" y="516717"/>
                </a:lnTo>
                <a:lnTo>
                  <a:pt x="325441" y="529103"/>
                </a:lnTo>
                <a:lnTo>
                  <a:pt x="275843" y="533400"/>
                </a:lnTo>
                <a:lnTo>
                  <a:pt x="226246" y="529103"/>
                </a:lnTo>
                <a:lnTo>
                  <a:pt x="179570" y="516717"/>
                </a:lnTo>
                <a:lnTo>
                  <a:pt x="136595" y="496993"/>
                </a:lnTo>
                <a:lnTo>
                  <a:pt x="98098" y="470683"/>
                </a:lnTo>
                <a:lnTo>
                  <a:pt x="64856" y="438541"/>
                </a:lnTo>
                <a:lnTo>
                  <a:pt x="37648" y="401319"/>
                </a:lnTo>
                <a:lnTo>
                  <a:pt x="17251" y="359770"/>
                </a:lnTo>
                <a:lnTo>
                  <a:pt x="4442" y="314646"/>
                </a:lnTo>
                <a:lnTo>
                  <a:pt x="0" y="2667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4506595" y="3366896"/>
            <a:ext cx="1803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latin typeface="Calibri"/>
                <a:cs typeface="Calibri"/>
              </a:rPr>
              <a:t>0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5814059" y="3296411"/>
            <a:ext cx="550545" cy="533400"/>
          </a:xfrm>
          <a:custGeom>
            <a:avLst/>
            <a:gdLst/>
            <a:ahLst/>
            <a:cxnLst/>
            <a:rect l="l" t="t" r="r" b="b"/>
            <a:pathLst>
              <a:path w="550545" h="533400">
                <a:moveTo>
                  <a:pt x="0" y="266700"/>
                </a:moveTo>
                <a:lnTo>
                  <a:pt x="4432" y="218753"/>
                </a:lnTo>
                <a:lnTo>
                  <a:pt x="17213" y="173629"/>
                </a:lnTo>
                <a:lnTo>
                  <a:pt x="37563" y="132080"/>
                </a:lnTo>
                <a:lnTo>
                  <a:pt x="64706" y="94858"/>
                </a:lnTo>
                <a:lnTo>
                  <a:pt x="97863" y="62716"/>
                </a:lnTo>
                <a:lnTo>
                  <a:pt x="136256" y="36406"/>
                </a:lnTo>
                <a:lnTo>
                  <a:pt x="179109" y="16682"/>
                </a:lnTo>
                <a:lnTo>
                  <a:pt x="225643" y="4296"/>
                </a:lnTo>
                <a:lnTo>
                  <a:pt x="275081" y="0"/>
                </a:lnTo>
                <a:lnTo>
                  <a:pt x="324520" y="4296"/>
                </a:lnTo>
                <a:lnTo>
                  <a:pt x="371054" y="16682"/>
                </a:lnTo>
                <a:lnTo>
                  <a:pt x="413907" y="36406"/>
                </a:lnTo>
                <a:lnTo>
                  <a:pt x="452300" y="62716"/>
                </a:lnTo>
                <a:lnTo>
                  <a:pt x="485457" y="94858"/>
                </a:lnTo>
                <a:lnTo>
                  <a:pt x="512600" y="132079"/>
                </a:lnTo>
                <a:lnTo>
                  <a:pt x="532950" y="173629"/>
                </a:lnTo>
                <a:lnTo>
                  <a:pt x="545731" y="218753"/>
                </a:lnTo>
                <a:lnTo>
                  <a:pt x="550163" y="266700"/>
                </a:lnTo>
                <a:lnTo>
                  <a:pt x="545731" y="314646"/>
                </a:lnTo>
                <a:lnTo>
                  <a:pt x="532950" y="359770"/>
                </a:lnTo>
                <a:lnTo>
                  <a:pt x="512600" y="401319"/>
                </a:lnTo>
                <a:lnTo>
                  <a:pt x="485457" y="438541"/>
                </a:lnTo>
                <a:lnTo>
                  <a:pt x="452300" y="470683"/>
                </a:lnTo>
                <a:lnTo>
                  <a:pt x="413907" y="496993"/>
                </a:lnTo>
                <a:lnTo>
                  <a:pt x="371054" y="516717"/>
                </a:lnTo>
                <a:lnTo>
                  <a:pt x="324520" y="529103"/>
                </a:lnTo>
                <a:lnTo>
                  <a:pt x="275081" y="533400"/>
                </a:lnTo>
                <a:lnTo>
                  <a:pt x="225643" y="529103"/>
                </a:lnTo>
                <a:lnTo>
                  <a:pt x="179109" y="516717"/>
                </a:lnTo>
                <a:lnTo>
                  <a:pt x="136256" y="496993"/>
                </a:lnTo>
                <a:lnTo>
                  <a:pt x="97863" y="470683"/>
                </a:lnTo>
                <a:lnTo>
                  <a:pt x="64706" y="438541"/>
                </a:lnTo>
                <a:lnTo>
                  <a:pt x="37563" y="401319"/>
                </a:lnTo>
                <a:lnTo>
                  <a:pt x="17213" y="359770"/>
                </a:lnTo>
                <a:lnTo>
                  <a:pt x="4432" y="314646"/>
                </a:lnTo>
                <a:lnTo>
                  <a:pt x="0" y="2667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5973571" y="3347415"/>
            <a:ext cx="18034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latin typeface="Calibri"/>
                <a:cs typeface="Calibri"/>
              </a:rPr>
              <a:t>0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5814059" y="4134611"/>
            <a:ext cx="550545" cy="533400"/>
          </a:xfrm>
          <a:custGeom>
            <a:avLst/>
            <a:gdLst/>
            <a:ahLst/>
            <a:cxnLst/>
            <a:rect l="l" t="t" r="r" b="b"/>
            <a:pathLst>
              <a:path w="550545" h="533400">
                <a:moveTo>
                  <a:pt x="0" y="266700"/>
                </a:moveTo>
                <a:lnTo>
                  <a:pt x="4432" y="218753"/>
                </a:lnTo>
                <a:lnTo>
                  <a:pt x="17213" y="173629"/>
                </a:lnTo>
                <a:lnTo>
                  <a:pt x="37563" y="132080"/>
                </a:lnTo>
                <a:lnTo>
                  <a:pt x="64706" y="94858"/>
                </a:lnTo>
                <a:lnTo>
                  <a:pt x="97863" y="62716"/>
                </a:lnTo>
                <a:lnTo>
                  <a:pt x="136256" y="36406"/>
                </a:lnTo>
                <a:lnTo>
                  <a:pt x="179109" y="16682"/>
                </a:lnTo>
                <a:lnTo>
                  <a:pt x="225643" y="4296"/>
                </a:lnTo>
                <a:lnTo>
                  <a:pt x="275081" y="0"/>
                </a:lnTo>
                <a:lnTo>
                  <a:pt x="324520" y="4296"/>
                </a:lnTo>
                <a:lnTo>
                  <a:pt x="371054" y="16682"/>
                </a:lnTo>
                <a:lnTo>
                  <a:pt x="413907" y="36406"/>
                </a:lnTo>
                <a:lnTo>
                  <a:pt x="452300" y="62716"/>
                </a:lnTo>
                <a:lnTo>
                  <a:pt x="485457" y="94858"/>
                </a:lnTo>
                <a:lnTo>
                  <a:pt x="512600" y="132080"/>
                </a:lnTo>
                <a:lnTo>
                  <a:pt x="532950" y="173629"/>
                </a:lnTo>
                <a:lnTo>
                  <a:pt x="545731" y="218753"/>
                </a:lnTo>
                <a:lnTo>
                  <a:pt x="550163" y="266700"/>
                </a:lnTo>
                <a:lnTo>
                  <a:pt x="545731" y="314646"/>
                </a:lnTo>
                <a:lnTo>
                  <a:pt x="532950" y="359770"/>
                </a:lnTo>
                <a:lnTo>
                  <a:pt x="512600" y="401319"/>
                </a:lnTo>
                <a:lnTo>
                  <a:pt x="485457" y="438541"/>
                </a:lnTo>
                <a:lnTo>
                  <a:pt x="452300" y="470683"/>
                </a:lnTo>
                <a:lnTo>
                  <a:pt x="413907" y="496993"/>
                </a:lnTo>
                <a:lnTo>
                  <a:pt x="371054" y="516717"/>
                </a:lnTo>
                <a:lnTo>
                  <a:pt x="324520" y="529103"/>
                </a:lnTo>
                <a:lnTo>
                  <a:pt x="275081" y="533400"/>
                </a:lnTo>
                <a:lnTo>
                  <a:pt x="225643" y="529103"/>
                </a:lnTo>
                <a:lnTo>
                  <a:pt x="179109" y="516717"/>
                </a:lnTo>
                <a:lnTo>
                  <a:pt x="136256" y="496993"/>
                </a:lnTo>
                <a:lnTo>
                  <a:pt x="97863" y="470683"/>
                </a:lnTo>
                <a:lnTo>
                  <a:pt x="64706" y="438541"/>
                </a:lnTo>
                <a:lnTo>
                  <a:pt x="37563" y="401319"/>
                </a:lnTo>
                <a:lnTo>
                  <a:pt x="17213" y="359770"/>
                </a:lnTo>
                <a:lnTo>
                  <a:pt x="4432" y="314646"/>
                </a:lnTo>
                <a:lnTo>
                  <a:pt x="0" y="2667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5973571" y="4186173"/>
            <a:ext cx="1803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latin typeface="Calibri"/>
                <a:cs typeface="Calibri"/>
              </a:rPr>
              <a:t>1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7566659" y="3238500"/>
            <a:ext cx="550545" cy="533400"/>
          </a:xfrm>
          <a:custGeom>
            <a:avLst/>
            <a:gdLst/>
            <a:ahLst/>
            <a:cxnLst/>
            <a:rect l="l" t="t" r="r" b="b"/>
            <a:pathLst>
              <a:path w="550545" h="533400">
                <a:moveTo>
                  <a:pt x="0" y="266700"/>
                </a:moveTo>
                <a:lnTo>
                  <a:pt x="4432" y="218753"/>
                </a:lnTo>
                <a:lnTo>
                  <a:pt x="17213" y="173629"/>
                </a:lnTo>
                <a:lnTo>
                  <a:pt x="37563" y="132080"/>
                </a:lnTo>
                <a:lnTo>
                  <a:pt x="64706" y="94858"/>
                </a:lnTo>
                <a:lnTo>
                  <a:pt x="97863" y="62716"/>
                </a:lnTo>
                <a:lnTo>
                  <a:pt x="136256" y="36406"/>
                </a:lnTo>
                <a:lnTo>
                  <a:pt x="179109" y="16682"/>
                </a:lnTo>
                <a:lnTo>
                  <a:pt x="225643" y="4296"/>
                </a:lnTo>
                <a:lnTo>
                  <a:pt x="275082" y="0"/>
                </a:lnTo>
                <a:lnTo>
                  <a:pt x="324520" y="4296"/>
                </a:lnTo>
                <a:lnTo>
                  <a:pt x="371054" y="16682"/>
                </a:lnTo>
                <a:lnTo>
                  <a:pt x="413907" y="36406"/>
                </a:lnTo>
                <a:lnTo>
                  <a:pt x="452300" y="62716"/>
                </a:lnTo>
                <a:lnTo>
                  <a:pt x="485457" y="94858"/>
                </a:lnTo>
                <a:lnTo>
                  <a:pt x="512600" y="132079"/>
                </a:lnTo>
                <a:lnTo>
                  <a:pt x="532950" y="173629"/>
                </a:lnTo>
                <a:lnTo>
                  <a:pt x="545731" y="218753"/>
                </a:lnTo>
                <a:lnTo>
                  <a:pt x="550164" y="266700"/>
                </a:lnTo>
                <a:lnTo>
                  <a:pt x="545731" y="314646"/>
                </a:lnTo>
                <a:lnTo>
                  <a:pt x="532950" y="359770"/>
                </a:lnTo>
                <a:lnTo>
                  <a:pt x="512600" y="401319"/>
                </a:lnTo>
                <a:lnTo>
                  <a:pt x="485457" y="438541"/>
                </a:lnTo>
                <a:lnTo>
                  <a:pt x="452300" y="470683"/>
                </a:lnTo>
                <a:lnTo>
                  <a:pt x="413907" y="496993"/>
                </a:lnTo>
                <a:lnTo>
                  <a:pt x="371054" y="516717"/>
                </a:lnTo>
                <a:lnTo>
                  <a:pt x="324520" y="529103"/>
                </a:lnTo>
                <a:lnTo>
                  <a:pt x="275082" y="533400"/>
                </a:lnTo>
                <a:lnTo>
                  <a:pt x="225643" y="529103"/>
                </a:lnTo>
                <a:lnTo>
                  <a:pt x="179109" y="516717"/>
                </a:lnTo>
                <a:lnTo>
                  <a:pt x="136256" y="496993"/>
                </a:lnTo>
                <a:lnTo>
                  <a:pt x="97863" y="470683"/>
                </a:lnTo>
                <a:lnTo>
                  <a:pt x="64706" y="438541"/>
                </a:lnTo>
                <a:lnTo>
                  <a:pt x="37563" y="401319"/>
                </a:lnTo>
                <a:lnTo>
                  <a:pt x="17213" y="359770"/>
                </a:lnTo>
                <a:lnTo>
                  <a:pt x="4432" y="314646"/>
                </a:lnTo>
                <a:lnTo>
                  <a:pt x="0" y="2667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7726426" y="3290696"/>
            <a:ext cx="1803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latin typeface="Calibri"/>
                <a:cs typeface="Calibri"/>
              </a:rPr>
              <a:t>0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7566659" y="4076700"/>
            <a:ext cx="550545" cy="533400"/>
          </a:xfrm>
          <a:custGeom>
            <a:avLst/>
            <a:gdLst/>
            <a:ahLst/>
            <a:cxnLst/>
            <a:rect l="l" t="t" r="r" b="b"/>
            <a:pathLst>
              <a:path w="550545" h="533400">
                <a:moveTo>
                  <a:pt x="0" y="266700"/>
                </a:moveTo>
                <a:lnTo>
                  <a:pt x="4432" y="218753"/>
                </a:lnTo>
                <a:lnTo>
                  <a:pt x="17213" y="173629"/>
                </a:lnTo>
                <a:lnTo>
                  <a:pt x="37563" y="132080"/>
                </a:lnTo>
                <a:lnTo>
                  <a:pt x="64706" y="94858"/>
                </a:lnTo>
                <a:lnTo>
                  <a:pt x="97863" y="62716"/>
                </a:lnTo>
                <a:lnTo>
                  <a:pt x="136256" y="36406"/>
                </a:lnTo>
                <a:lnTo>
                  <a:pt x="179109" y="16682"/>
                </a:lnTo>
                <a:lnTo>
                  <a:pt x="225643" y="4296"/>
                </a:lnTo>
                <a:lnTo>
                  <a:pt x="275082" y="0"/>
                </a:lnTo>
                <a:lnTo>
                  <a:pt x="324520" y="4296"/>
                </a:lnTo>
                <a:lnTo>
                  <a:pt x="371054" y="16682"/>
                </a:lnTo>
                <a:lnTo>
                  <a:pt x="413907" y="36406"/>
                </a:lnTo>
                <a:lnTo>
                  <a:pt x="452300" y="62716"/>
                </a:lnTo>
                <a:lnTo>
                  <a:pt x="485457" y="94858"/>
                </a:lnTo>
                <a:lnTo>
                  <a:pt x="512600" y="132080"/>
                </a:lnTo>
                <a:lnTo>
                  <a:pt x="532950" y="173629"/>
                </a:lnTo>
                <a:lnTo>
                  <a:pt x="545731" y="218753"/>
                </a:lnTo>
                <a:lnTo>
                  <a:pt x="550164" y="266700"/>
                </a:lnTo>
                <a:lnTo>
                  <a:pt x="545731" y="314646"/>
                </a:lnTo>
                <a:lnTo>
                  <a:pt x="532950" y="359770"/>
                </a:lnTo>
                <a:lnTo>
                  <a:pt x="512600" y="401319"/>
                </a:lnTo>
                <a:lnTo>
                  <a:pt x="485457" y="438541"/>
                </a:lnTo>
                <a:lnTo>
                  <a:pt x="452300" y="470683"/>
                </a:lnTo>
                <a:lnTo>
                  <a:pt x="413907" y="496993"/>
                </a:lnTo>
                <a:lnTo>
                  <a:pt x="371054" y="516717"/>
                </a:lnTo>
                <a:lnTo>
                  <a:pt x="324520" y="529103"/>
                </a:lnTo>
                <a:lnTo>
                  <a:pt x="275082" y="533400"/>
                </a:lnTo>
                <a:lnTo>
                  <a:pt x="225643" y="529103"/>
                </a:lnTo>
                <a:lnTo>
                  <a:pt x="179109" y="516717"/>
                </a:lnTo>
                <a:lnTo>
                  <a:pt x="136256" y="496993"/>
                </a:lnTo>
                <a:lnTo>
                  <a:pt x="97863" y="470683"/>
                </a:lnTo>
                <a:lnTo>
                  <a:pt x="64706" y="438541"/>
                </a:lnTo>
                <a:lnTo>
                  <a:pt x="37563" y="401319"/>
                </a:lnTo>
                <a:lnTo>
                  <a:pt x="17213" y="359770"/>
                </a:lnTo>
                <a:lnTo>
                  <a:pt x="4432" y="314646"/>
                </a:lnTo>
                <a:lnTo>
                  <a:pt x="0" y="2667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7726426" y="4128592"/>
            <a:ext cx="18034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latin typeface="Calibri"/>
                <a:cs typeface="Calibri"/>
              </a:rPr>
              <a:t>1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7566659" y="4953000"/>
            <a:ext cx="550545" cy="533400"/>
          </a:xfrm>
          <a:custGeom>
            <a:avLst/>
            <a:gdLst/>
            <a:ahLst/>
            <a:cxnLst/>
            <a:rect l="l" t="t" r="r" b="b"/>
            <a:pathLst>
              <a:path w="550545" h="533400">
                <a:moveTo>
                  <a:pt x="0" y="266700"/>
                </a:moveTo>
                <a:lnTo>
                  <a:pt x="4432" y="218753"/>
                </a:lnTo>
                <a:lnTo>
                  <a:pt x="17213" y="173629"/>
                </a:lnTo>
                <a:lnTo>
                  <a:pt x="37563" y="132080"/>
                </a:lnTo>
                <a:lnTo>
                  <a:pt x="64706" y="94858"/>
                </a:lnTo>
                <a:lnTo>
                  <a:pt x="97863" y="62716"/>
                </a:lnTo>
                <a:lnTo>
                  <a:pt x="136256" y="36406"/>
                </a:lnTo>
                <a:lnTo>
                  <a:pt x="179109" y="16682"/>
                </a:lnTo>
                <a:lnTo>
                  <a:pt x="225643" y="4296"/>
                </a:lnTo>
                <a:lnTo>
                  <a:pt x="275082" y="0"/>
                </a:lnTo>
                <a:lnTo>
                  <a:pt x="324520" y="4296"/>
                </a:lnTo>
                <a:lnTo>
                  <a:pt x="371054" y="16682"/>
                </a:lnTo>
                <a:lnTo>
                  <a:pt x="413907" y="36406"/>
                </a:lnTo>
                <a:lnTo>
                  <a:pt x="452300" y="62716"/>
                </a:lnTo>
                <a:lnTo>
                  <a:pt x="485457" y="94858"/>
                </a:lnTo>
                <a:lnTo>
                  <a:pt x="512600" y="132080"/>
                </a:lnTo>
                <a:lnTo>
                  <a:pt x="532950" y="173629"/>
                </a:lnTo>
                <a:lnTo>
                  <a:pt x="545731" y="218753"/>
                </a:lnTo>
                <a:lnTo>
                  <a:pt x="550164" y="266700"/>
                </a:lnTo>
                <a:lnTo>
                  <a:pt x="545731" y="314646"/>
                </a:lnTo>
                <a:lnTo>
                  <a:pt x="532950" y="359770"/>
                </a:lnTo>
                <a:lnTo>
                  <a:pt x="512600" y="401319"/>
                </a:lnTo>
                <a:lnTo>
                  <a:pt x="485457" y="438541"/>
                </a:lnTo>
                <a:lnTo>
                  <a:pt x="452300" y="470683"/>
                </a:lnTo>
                <a:lnTo>
                  <a:pt x="413907" y="496993"/>
                </a:lnTo>
                <a:lnTo>
                  <a:pt x="371054" y="516717"/>
                </a:lnTo>
                <a:lnTo>
                  <a:pt x="324520" y="529103"/>
                </a:lnTo>
                <a:lnTo>
                  <a:pt x="275082" y="533400"/>
                </a:lnTo>
                <a:lnTo>
                  <a:pt x="225643" y="529103"/>
                </a:lnTo>
                <a:lnTo>
                  <a:pt x="179109" y="516717"/>
                </a:lnTo>
                <a:lnTo>
                  <a:pt x="136256" y="496993"/>
                </a:lnTo>
                <a:lnTo>
                  <a:pt x="97863" y="470683"/>
                </a:lnTo>
                <a:lnTo>
                  <a:pt x="64706" y="438541"/>
                </a:lnTo>
                <a:lnTo>
                  <a:pt x="37563" y="401320"/>
                </a:lnTo>
                <a:lnTo>
                  <a:pt x="17213" y="359770"/>
                </a:lnTo>
                <a:lnTo>
                  <a:pt x="4432" y="314646"/>
                </a:lnTo>
                <a:lnTo>
                  <a:pt x="0" y="2667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7726426" y="5005578"/>
            <a:ext cx="1803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latin typeface="Calibri"/>
                <a:cs typeface="Calibri"/>
              </a:rPr>
              <a:t>2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9509759" y="3238500"/>
            <a:ext cx="550545" cy="533400"/>
          </a:xfrm>
          <a:custGeom>
            <a:avLst/>
            <a:gdLst/>
            <a:ahLst/>
            <a:cxnLst/>
            <a:rect l="l" t="t" r="r" b="b"/>
            <a:pathLst>
              <a:path w="550545" h="533400">
                <a:moveTo>
                  <a:pt x="0" y="266700"/>
                </a:moveTo>
                <a:lnTo>
                  <a:pt x="4432" y="218753"/>
                </a:lnTo>
                <a:lnTo>
                  <a:pt x="17213" y="173629"/>
                </a:lnTo>
                <a:lnTo>
                  <a:pt x="37563" y="132080"/>
                </a:lnTo>
                <a:lnTo>
                  <a:pt x="64706" y="94858"/>
                </a:lnTo>
                <a:lnTo>
                  <a:pt x="97863" y="62716"/>
                </a:lnTo>
                <a:lnTo>
                  <a:pt x="136256" y="36406"/>
                </a:lnTo>
                <a:lnTo>
                  <a:pt x="179109" y="16682"/>
                </a:lnTo>
                <a:lnTo>
                  <a:pt x="225643" y="4296"/>
                </a:lnTo>
                <a:lnTo>
                  <a:pt x="275082" y="0"/>
                </a:lnTo>
                <a:lnTo>
                  <a:pt x="324520" y="4296"/>
                </a:lnTo>
                <a:lnTo>
                  <a:pt x="371054" y="16682"/>
                </a:lnTo>
                <a:lnTo>
                  <a:pt x="413907" y="36406"/>
                </a:lnTo>
                <a:lnTo>
                  <a:pt x="452300" y="62716"/>
                </a:lnTo>
                <a:lnTo>
                  <a:pt x="485457" y="94858"/>
                </a:lnTo>
                <a:lnTo>
                  <a:pt x="512600" y="132079"/>
                </a:lnTo>
                <a:lnTo>
                  <a:pt x="532950" y="173629"/>
                </a:lnTo>
                <a:lnTo>
                  <a:pt x="545731" y="218753"/>
                </a:lnTo>
                <a:lnTo>
                  <a:pt x="550164" y="266700"/>
                </a:lnTo>
                <a:lnTo>
                  <a:pt x="545731" y="314646"/>
                </a:lnTo>
                <a:lnTo>
                  <a:pt x="532950" y="359770"/>
                </a:lnTo>
                <a:lnTo>
                  <a:pt x="512600" y="401319"/>
                </a:lnTo>
                <a:lnTo>
                  <a:pt x="485457" y="438541"/>
                </a:lnTo>
                <a:lnTo>
                  <a:pt x="452300" y="470683"/>
                </a:lnTo>
                <a:lnTo>
                  <a:pt x="413907" y="496993"/>
                </a:lnTo>
                <a:lnTo>
                  <a:pt x="371054" y="516717"/>
                </a:lnTo>
                <a:lnTo>
                  <a:pt x="324520" y="529103"/>
                </a:lnTo>
                <a:lnTo>
                  <a:pt x="275082" y="533400"/>
                </a:lnTo>
                <a:lnTo>
                  <a:pt x="225643" y="529103"/>
                </a:lnTo>
                <a:lnTo>
                  <a:pt x="179109" y="516717"/>
                </a:lnTo>
                <a:lnTo>
                  <a:pt x="136256" y="496993"/>
                </a:lnTo>
                <a:lnTo>
                  <a:pt x="97863" y="470683"/>
                </a:lnTo>
                <a:lnTo>
                  <a:pt x="64706" y="438541"/>
                </a:lnTo>
                <a:lnTo>
                  <a:pt x="37563" y="401319"/>
                </a:lnTo>
                <a:lnTo>
                  <a:pt x="17213" y="359770"/>
                </a:lnTo>
                <a:lnTo>
                  <a:pt x="4432" y="314646"/>
                </a:lnTo>
                <a:lnTo>
                  <a:pt x="0" y="2667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9669906" y="3290696"/>
            <a:ext cx="1803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latin typeface="Calibri"/>
                <a:cs typeface="Calibri"/>
              </a:rPr>
              <a:t>0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9509759" y="4076700"/>
            <a:ext cx="550545" cy="533400"/>
          </a:xfrm>
          <a:custGeom>
            <a:avLst/>
            <a:gdLst/>
            <a:ahLst/>
            <a:cxnLst/>
            <a:rect l="l" t="t" r="r" b="b"/>
            <a:pathLst>
              <a:path w="550545" h="533400">
                <a:moveTo>
                  <a:pt x="0" y="266700"/>
                </a:moveTo>
                <a:lnTo>
                  <a:pt x="4432" y="218753"/>
                </a:lnTo>
                <a:lnTo>
                  <a:pt x="17213" y="173629"/>
                </a:lnTo>
                <a:lnTo>
                  <a:pt x="37563" y="132080"/>
                </a:lnTo>
                <a:lnTo>
                  <a:pt x="64706" y="94858"/>
                </a:lnTo>
                <a:lnTo>
                  <a:pt x="97863" y="62716"/>
                </a:lnTo>
                <a:lnTo>
                  <a:pt x="136256" y="36406"/>
                </a:lnTo>
                <a:lnTo>
                  <a:pt x="179109" y="16682"/>
                </a:lnTo>
                <a:lnTo>
                  <a:pt x="225643" y="4296"/>
                </a:lnTo>
                <a:lnTo>
                  <a:pt x="275082" y="0"/>
                </a:lnTo>
                <a:lnTo>
                  <a:pt x="324520" y="4296"/>
                </a:lnTo>
                <a:lnTo>
                  <a:pt x="371054" y="16682"/>
                </a:lnTo>
                <a:lnTo>
                  <a:pt x="413907" y="36406"/>
                </a:lnTo>
                <a:lnTo>
                  <a:pt x="452300" y="62716"/>
                </a:lnTo>
                <a:lnTo>
                  <a:pt x="485457" y="94858"/>
                </a:lnTo>
                <a:lnTo>
                  <a:pt x="512600" y="132080"/>
                </a:lnTo>
                <a:lnTo>
                  <a:pt x="532950" y="173629"/>
                </a:lnTo>
                <a:lnTo>
                  <a:pt x="545731" y="218753"/>
                </a:lnTo>
                <a:lnTo>
                  <a:pt x="550164" y="266700"/>
                </a:lnTo>
                <a:lnTo>
                  <a:pt x="545731" y="314646"/>
                </a:lnTo>
                <a:lnTo>
                  <a:pt x="532950" y="359770"/>
                </a:lnTo>
                <a:lnTo>
                  <a:pt x="512600" y="401319"/>
                </a:lnTo>
                <a:lnTo>
                  <a:pt x="485457" y="438541"/>
                </a:lnTo>
                <a:lnTo>
                  <a:pt x="452300" y="470683"/>
                </a:lnTo>
                <a:lnTo>
                  <a:pt x="413907" y="496993"/>
                </a:lnTo>
                <a:lnTo>
                  <a:pt x="371054" y="516717"/>
                </a:lnTo>
                <a:lnTo>
                  <a:pt x="324520" y="529103"/>
                </a:lnTo>
                <a:lnTo>
                  <a:pt x="275082" y="533400"/>
                </a:lnTo>
                <a:lnTo>
                  <a:pt x="225643" y="529103"/>
                </a:lnTo>
                <a:lnTo>
                  <a:pt x="179109" y="516717"/>
                </a:lnTo>
                <a:lnTo>
                  <a:pt x="136256" y="496993"/>
                </a:lnTo>
                <a:lnTo>
                  <a:pt x="97863" y="470683"/>
                </a:lnTo>
                <a:lnTo>
                  <a:pt x="64706" y="438541"/>
                </a:lnTo>
                <a:lnTo>
                  <a:pt x="37563" y="401319"/>
                </a:lnTo>
                <a:lnTo>
                  <a:pt x="17213" y="359770"/>
                </a:lnTo>
                <a:lnTo>
                  <a:pt x="4432" y="314646"/>
                </a:lnTo>
                <a:lnTo>
                  <a:pt x="0" y="2667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9669906" y="4128592"/>
            <a:ext cx="18034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latin typeface="Calibri"/>
                <a:cs typeface="Calibri"/>
              </a:rPr>
              <a:t>1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9509759" y="4953000"/>
            <a:ext cx="550545" cy="533400"/>
          </a:xfrm>
          <a:custGeom>
            <a:avLst/>
            <a:gdLst/>
            <a:ahLst/>
            <a:cxnLst/>
            <a:rect l="l" t="t" r="r" b="b"/>
            <a:pathLst>
              <a:path w="550545" h="533400">
                <a:moveTo>
                  <a:pt x="0" y="266700"/>
                </a:moveTo>
                <a:lnTo>
                  <a:pt x="4432" y="218753"/>
                </a:lnTo>
                <a:lnTo>
                  <a:pt x="17213" y="173629"/>
                </a:lnTo>
                <a:lnTo>
                  <a:pt x="37563" y="132080"/>
                </a:lnTo>
                <a:lnTo>
                  <a:pt x="64706" y="94858"/>
                </a:lnTo>
                <a:lnTo>
                  <a:pt x="97863" y="62716"/>
                </a:lnTo>
                <a:lnTo>
                  <a:pt x="136256" y="36406"/>
                </a:lnTo>
                <a:lnTo>
                  <a:pt x="179109" y="16682"/>
                </a:lnTo>
                <a:lnTo>
                  <a:pt x="225643" y="4296"/>
                </a:lnTo>
                <a:lnTo>
                  <a:pt x="275082" y="0"/>
                </a:lnTo>
                <a:lnTo>
                  <a:pt x="324520" y="4296"/>
                </a:lnTo>
                <a:lnTo>
                  <a:pt x="371054" y="16682"/>
                </a:lnTo>
                <a:lnTo>
                  <a:pt x="413907" y="36406"/>
                </a:lnTo>
                <a:lnTo>
                  <a:pt x="452300" y="62716"/>
                </a:lnTo>
                <a:lnTo>
                  <a:pt x="485457" y="94858"/>
                </a:lnTo>
                <a:lnTo>
                  <a:pt x="512600" y="132080"/>
                </a:lnTo>
                <a:lnTo>
                  <a:pt x="532950" y="173629"/>
                </a:lnTo>
                <a:lnTo>
                  <a:pt x="545731" y="218753"/>
                </a:lnTo>
                <a:lnTo>
                  <a:pt x="550164" y="266700"/>
                </a:lnTo>
                <a:lnTo>
                  <a:pt x="545731" y="314646"/>
                </a:lnTo>
                <a:lnTo>
                  <a:pt x="532950" y="359770"/>
                </a:lnTo>
                <a:lnTo>
                  <a:pt x="512600" y="401319"/>
                </a:lnTo>
                <a:lnTo>
                  <a:pt x="485457" y="438541"/>
                </a:lnTo>
                <a:lnTo>
                  <a:pt x="452300" y="470683"/>
                </a:lnTo>
                <a:lnTo>
                  <a:pt x="413907" y="496993"/>
                </a:lnTo>
                <a:lnTo>
                  <a:pt x="371054" y="516717"/>
                </a:lnTo>
                <a:lnTo>
                  <a:pt x="324520" y="529103"/>
                </a:lnTo>
                <a:lnTo>
                  <a:pt x="275082" y="533400"/>
                </a:lnTo>
                <a:lnTo>
                  <a:pt x="225643" y="529103"/>
                </a:lnTo>
                <a:lnTo>
                  <a:pt x="179109" y="516717"/>
                </a:lnTo>
                <a:lnTo>
                  <a:pt x="136256" y="496993"/>
                </a:lnTo>
                <a:lnTo>
                  <a:pt x="97863" y="470683"/>
                </a:lnTo>
                <a:lnTo>
                  <a:pt x="64706" y="438541"/>
                </a:lnTo>
                <a:lnTo>
                  <a:pt x="37563" y="401320"/>
                </a:lnTo>
                <a:lnTo>
                  <a:pt x="17213" y="359770"/>
                </a:lnTo>
                <a:lnTo>
                  <a:pt x="4432" y="314646"/>
                </a:lnTo>
                <a:lnTo>
                  <a:pt x="0" y="2667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9669906" y="5005578"/>
            <a:ext cx="1803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latin typeface="Calibri"/>
                <a:cs typeface="Calibri"/>
              </a:rPr>
              <a:t>2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6042659" y="3829811"/>
            <a:ext cx="76200" cy="304800"/>
          </a:xfrm>
          <a:custGeom>
            <a:avLst/>
            <a:gdLst/>
            <a:ahLst/>
            <a:cxnLst/>
            <a:rect l="l" t="t" r="r" b="b"/>
            <a:pathLst>
              <a:path w="76200" h="304800">
                <a:moveTo>
                  <a:pt x="31750" y="228600"/>
                </a:moveTo>
                <a:lnTo>
                  <a:pt x="0" y="228600"/>
                </a:lnTo>
                <a:lnTo>
                  <a:pt x="38100" y="304800"/>
                </a:lnTo>
                <a:lnTo>
                  <a:pt x="69850" y="241300"/>
                </a:lnTo>
                <a:lnTo>
                  <a:pt x="31750" y="241300"/>
                </a:lnTo>
                <a:lnTo>
                  <a:pt x="31750" y="228600"/>
                </a:lnTo>
                <a:close/>
              </a:path>
              <a:path w="76200" h="304800">
                <a:moveTo>
                  <a:pt x="44450" y="0"/>
                </a:moveTo>
                <a:lnTo>
                  <a:pt x="31750" y="0"/>
                </a:lnTo>
                <a:lnTo>
                  <a:pt x="31750" y="241300"/>
                </a:lnTo>
                <a:lnTo>
                  <a:pt x="44450" y="241300"/>
                </a:lnTo>
                <a:lnTo>
                  <a:pt x="44450" y="0"/>
                </a:lnTo>
                <a:close/>
              </a:path>
              <a:path w="76200" h="304800">
                <a:moveTo>
                  <a:pt x="76200" y="228600"/>
                </a:moveTo>
                <a:lnTo>
                  <a:pt x="44450" y="228600"/>
                </a:lnTo>
                <a:lnTo>
                  <a:pt x="44450" y="241300"/>
                </a:lnTo>
                <a:lnTo>
                  <a:pt x="69850" y="241300"/>
                </a:lnTo>
                <a:lnTo>
                  <a:pt x="76200" y="2286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7813548" y="3771900"/>
            <a:ext cx="76200" cy="1181100"/>
          </a:xfrm>
          <a:custGeom>
            <a:avLst/>
            <a:gdLst/>
            <a:ahLst/>
            <a:cxnLst/>
            <a:rect l="l" t="t" r="r" b="b"/>
            <a:pathLst>
              <a:path w="76200" h="1181100">
                <a:moveTo>
                  <a:pt x="76200" y="1104900"/>
                </a:moveTo>
                <a:lnTo>
                  <a:pt x="44450" y="1104900"/>
                </a:lnTo>
                <a:lnTo>
                  <a:pt x="44450" y="838200"/>
                </a:lnTo>
                <a:lnTo>
                  <a:pt x="31750" y="838200"/>
                </a:lnTo>
                <a:lnTo>
                  <a:pt x="31750" y="1104900"/>
                </a:lnTo>
                <a:lnTo>
                  <a:pt x="0" y="1104900"/>
                </a:lnTo>
                <a:lnTo>
                  <a:pt x="38100" y="1181100"/>
                </a:lnTo>
                <a:lnTo>
                  <a:pt x="69850" y="1117600"/>
                </a:lnTo>
                <a:lnTo>
                  <a:pt x="76200" y="1104900"/>
                </a:lnTo>
                <a:close/>
              </a:path>
              <a:path w="76200" h="1181100">
                <a:moveTo>
                  <a:pt x="76200" y="228600"/>
                </a:moveTo>
                <a:lnTo>
                  <a:pt x="44450" y="228600"/>
                </a:lnTo>
                <a:lnTo>
                  <a:pt x="44450" y="0"/>
                </a:lnTo>
                <a:lnTo>
                  <a:pt x="31750" y="0"/>
                </a:lnTo>
                <a:lnTo>
                  <a:pt x="31750" y="228600"/>
                </a:lnTo>
                <a:lnTo>
                  <a:pt x="0" y="228600"/>
                </a:lnTo>
                <a:lnTo>
                  <a:pt x="38100" y="304800"/>
                </a:lnTo>
                <a:lnTo>
                  <a:pt x="69850" y="241300"/>
                </a:lnTo>
                <a:lnTo>
                  <a:pt x="76200" y="2286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9267825" y="3652011"/>
            <a:ext cx="1047750" cy="577215"/>
          </a:xfrm>
          <a:custGeom>
            <a:avLst/>
            <a:gdLst/>
            <a:ahLst/>
            <a:cxnLst/>
            <a:rect l="l" t="t" r="r" b="b"/>
            <a:pathLst>
              <a:path w="1047750" h="577214">
                <a:moveTo>
                  <a:pt x="282956" y="11176"/>
                </a:moveTo>
                <a:lnTo>
                  <a:pt x="242697" y="17907"/>
                </a:lnTo>
                <a:lnTo>
                  <a:pt x="208788" y="35941"/>
                </a:lnTo>
                <a:lnTo>
                  <a:pt x="160147" y="64008"/>
                </a:lnTo>
                <a:lnTo>
                  <a:pt x="115951" y="93599"/>
                </a:lnTo>
                <a:lnTo>
                  <a:pt x="77978" y="125476"/>
                </a:lnTo>
                <a:lnTo>
                  <a:pt x="48387" y="160655"/>
                </a:lnTo>
                <a:lnTo>
                  <a:pt x="26289" y="199771"/>
                </a:lnTo>
                <a:lnTo>
                  <a:pt x="9906" y="242443"/>
                </a:lnTo>
                <a:lnTo>
                  <a:pt x="1016" y="287401"/>
                </a:lnTo>
                <a:lnTo>
                  <a:pt x="0" y="302387"/>
                </a:lnTo>
                <a:lnTo>
                  <a:pt x="127" y="317373"/>
                </a:lnTo>
                <a:lnTo>
                  <a:pt x="7620" y="361569"/>
                </a:lnTo>
                <a:lnTo>
                  <a:pt x="23749" y="396367"/>
                </a:lnTo>
                <a:lnTo>
                  <a:pt x="54737" y="431673"/>
                </a:lnTo>
                <a:lnTo>
                  <a:pt x="88519" y="459867"/>
                </a:lnTo>
                <a:lnTo>
                  <a:pt x="127254" y="487680"/>
                </a:lnTo>
                <a:lnTo>
                  <a:pt x="167513" y="514096"/>
                </a:lnTo>
                <a:lnTo>
                  <a:pt x="206375" y="538099"/>
                </a:lnTo>
                <a:lnTo>
                  <a:pt x="212242" y="541782"/>
                </a:lnTo>
                <a:lnTo>
                  <a:pt x="195326" y="568452"/>
                </a:lnTo>
                <a:lnTo>
                  <a:pt x="280035" y="577088"/>
                </a:lnTo>
                <a:lnTo>
                  <a:pt x="262801" y="548513"/>
                </a:lnTo>
                <a:lnTo>
                  <a:pt x="236093" y="504190"/>
                </a:lnTo>
                <a:lnTo>
                  <a:pt x="219062" y="531037"/>
                </a:lnTo>
                <a:lnTo>
                  <a:pt x="213106" y="527304"/>
                </a:lnTo>
                <a:lnTo>
                  <a:pt x="194056" y="515620"/>
                </a:lnTo>
                <a:lnTo>
                  <a:pt x="154432" y="490474"/>
                </a:lnTo>
                <a:lnTo>
                  <a:pt x="115062" y="463677"/>
                </a:lnTo>
                <a:lnTo>
                  <a:pt x="79121" y="436245"/>
                </a:lnTo>
                <a:lnTo>
                  <a:pt x="50038" y="409067"/>
                </a:lnTo>
                <a:lnTo>
                  <a:pt x="24765" y="371221"/>
                </a:lnTo>
                <a:lnTo>
                  <a:pt x="14097" y="331216"/>
                </a:lnTo>
                <a:lnTo>
                  <a:pt x="12738" y="302387"/>
                </a:lnTo>
                <a:lnTo>
                  <a:pt x="13589" y="289052"/>
                </a:lnTo>
                <a:lnTo>
                  <a:pt x="21971" y="246507"/>
                </a:lnTo>
                <a:lnTo>
                  <a:pt x="37592" y="205359"/>
                </a:lnTo>
                <a:lnTo>
                  <a:pt x="58674" y="168148"/>
                </a:lnTo>
                <a:lnTo>
                  <a:pt x="86614" y="134874"/>
                </a:lnTo>
                <a:lnTo>
                  <a:pt x="123317" y="103886"/>
                </a:lnTo>
                <a:lnTo>
                  <a:pt x="166751" y="74803"/>
                </a:lnTo>
                <a:lnTo>
                  <a:pt x="214884" y="47244"/>
                </a:lnTo>
                <a:lnTo>
                  <a:pt x="248539" y="29083"/>
                </a:lnTo>
                <a:lnTo>
                  <a:pt x="282956" y="11176"/>
                </a:lnTo>
                <a:close/>
              </a:path>
              <a:path w="1047750" h="577214">
                <a:moveTo>
                  <a:pt x="1047750" y="302387"/>
                </a:moveTo>
                <a:lnTo>
                  <a:pt x="1041781" y="257302"/>
                </a:lnTo>
                <a:lnTo>
                  <a:pt x="1027811" y="213614"/>
                </a:lnTo>
                <a:lnTo>
                  <a:pt x="1007364" y="173228"/>
                </a:lnTo>
                <a:lnTo>
                  <a:pt x="980694" y="136779"/>
                </a:lnTo>
                <a:lnTo>
                  <a:pt x="945388" y="104013"/>
                </a:lnTo>
                <a:lnTo>
                  <a:pt x="902970" y="73660"/>
                </a:lnTo>
                <a:lnTo>
                  <a:pt x="838962" y="35941"/>
                </a:lnTo>
                <a:lnTo>
                  <a:pt x="805180" y="17907"/>
                </a:lnTo>
                <a:lnTo>
                  <a:pt x="770636" y="0"/>
                </a:lnTo>
                <a:lnTo>
                  <a:pt x="764794" y="11176"/>
                </a:lnTo>
                <a:lnTo>
                  <a:pt x="799211" y="29083"/>
                </a:lnTo>
                <a:lnTo>
                  <a:pt x="832993" y="47244"/>
                </a:lnTo>
                <a:lnTo>
                  <a:pt x="881126" y="74803"/>
                </a:lnTo>
                <a:lnTo>
                  <a:pt x="924560" y="103886"/>
                </a:lnTo>
                <a:lnTo>
                  <a:pt x="961263" y="134874"/>
                </a:lnTo>
                <a:lnTo>
                  <a:pt x="989203" y="168148"/>
                </a:lnTo>
                <a:lnTo>
                  <a:pt x="1010285" y="205359"/>
                </a:lnTo>
                <a:lnTo>
                  <a:pt x="1025779" y="246380"/>
                </a:lnTo>
                <a:lnTo>
                  <a:pt x="1034161" y="289052"/>
                </a:lnTo>
                <a:lnTo>
                  <a:pt x="1035177" y="303149"/>
                </a:lnTo>
                <a:lnTo>
                  <a:pt x="1034910" y="317373"/>
                </a:lnTo>
                <a:lnTo>
                  <a:pt x="1027811" y="358267"/>
                </a:lnTo>
                <a:lnTo>
                  <a:pt x="1008888" y="396113"/>
                </a:lnTo>
                <a:lnTo>
                  <a:pt x="968629" y="436245"/>
                </a:lnTo>
                <a:lnTo>
                  <a:pt x="932815" y="463677"/>
                </a:lnTo>
                <a:lnTo>
                  <a:pt x="893445" y="490474"/>
                </a:lnTo>
                <a:lnTo>
                  <a:pt x="828725" y="531063"/>
                </a:lnTo>
                <a:lnTo>
                  <a:pt x="811784" y="504190"/>
                </a:lnTo>
                <a:lnTo>
                  <a:pt x="767715" y="577088"/>
                </a:lnTo>
                <a:lnTo>
                  <a:pt x="852424" y="568579"/>
                </a:lnTo>
                <a:lnTo>
                  <a:pt x="839749" y="548513"/>
                </a:lnTo>
                <a:lnTo>
                  <a:pt x="835520" y="541820"/>
                </a:lnTo>
                <a:lnTo>
                  <a:pt x="880364" y="514096"/>
                </a:lnTo>
                <a:lnTo>
                  <a:pt x="920623" y="487680"/>
                </a:lnTo>
                <a:lnTo>
                  <a:pt x="959358" y="459867"/>
                </a:lnTo>
                <a:lnTo>
                  <a:pt x="993140" y="431673"/>
                </a:lnTo>
                <a:lnTo>
                  <a:pt x="1019175" y="403352"/>
                </a:lnTo>
                <a:lnTo>
                  <a:pt x="1040130" y="361569"/>
                </a:lnTo>
                <a:lnTo>
                  <a:pt x="1047623" y="317373"/>
                </a:lnTo>
                <a:lnTo>
                  <a:pt x="1047750" y="30238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 txBox="1"/>
          <p:nvPr/>
        </p:nvSpPr>
        <p:spPr>
          <a:xfrm>
            <a:off x="4400550" y="5527954"/>
            <a:ext cx="2152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(i)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5567934" y="5527954"/>
            <a:ext cx="297624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3820">
              <a:lnSpc>
                <a:spcPct val="100000"/>
              </a:lnSpc>
              <a:spcBef>
                <a:spcPts val="100"/>
              </a:spcBef>
              <a:tabLst>
                <a:tab pos="1530985" algn="l"/>
              </a:tabLst>
            </a:pPr>
            <a:r>
              <a:rPr sz="1800" spc="-20" dirty="0">
                <a:latin typeface="Calibri"/>
                <a:cs typeface="Calibri"/>
              </a:rPr>
              <a:t>(ii)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1800" spc="-20" dirty="0">
                <a:latin typeface="Calibri"/>
                <a:cs typeface="Calibri"/>
              </a:rPr>
              <a:t>(iii)</a:t>
            </a:r>
            <a:endParaRPr sz="1800">
              <a:latin typeface="Calibri"/>
              <a:cs typeface="Calibri"/>
            </a:endParaRPr>
          </a:p>
          <a:p>
            <a:pPr marL="5080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Calibri"/>
                <a:cs typeface="Calibri"/>
              </a:rPr>
              <a:t>(b)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Some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subgraph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G</a:t>
            </a:r>
            <a:r>
              <a:rPr sz="1800" spc="-37" baseline="-20833" dirty="0">
                <a:latin typeface="Calibri"/>
                <a:cs typeface="Calibri"/>
              </a:rPr>
              <a:t>3</a:t>
            </a:r>
            <a:endParaRPr sz="1800" baseline="-20833">
              <a:latin typeface="Calibri"/>
              <a:cs typeface="Calibri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8795064" y="5527954"/>
            <a:ext cx="31877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Calibri"/>
                <a:cs typeface="Calibri"/>
              </a:rPr>
              <a:t>(iv)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9954259" y="4602226"/>
            <a:ext cx="6350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SimSun"/>
                <a:cs typeface="SimSun"/>
              </a:rPr>
              <a:t>分開</a:t>
            </a:r>
            <a:endParaRPr sz="2400">
              <a:latin typeface="SimSun"/>
              <a:cs typeface="SimSun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4308475" y="4073397"/>
            <a:ext cx="6350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SimSun"/>
                <a:cs typeface="SimSun"/>
              </a:rPr>
              <a:t>單一</a:t>
            </a:r>
            <a:endParaRPr sz="2400">
              <a:latin typeface="SimSun"/>
              <a:cs typeface="SimSun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2950464" y="501395"/>
            <a:ext cx="445134" cy="445134"/>
          </a:xfrm>
          <a:custGeom>
            <a:avLst/>
            <a:gdLst/>
            <a:ahLst/>
            <a:cxnLst/>
            <a:rect l="l" t="t" r="r" b="b"/>
            <a:pathLst>
              <a:path w="445135" h="445134">
                <a:moveTo>
                  <a:pt x="0" y="222503"/>
                </a:moveTo>
                <a:lnTo>
                  <a:pt x="4518" y="177647"/>
                </a:lnTo>
                <a:lnTo>
                  <a:pt x="17478" y="135874"/>
                </a:lnTo>
                <a:lnTo>
                  <a:pt x="37986" y="98077"/>
                </a:lnTo>
                <a:lnTo>
                  <a:pt x="65150" y="65150"/>
                </a:lnTo>
                <a:lnTo>
                  <a:pt x="98077" y="37986"/>
                </a:lnTo>
                <a:lnTo>
                  <a:pt x="135874" y="17478"/>
                </a:lnTo>
                <a:lnTo>
                  <a:pt x="177647" y="4518"/>
                </a:lnTo>
                <a:lnTo>
                  <a:pt x="222504" y="0"/>
                </a:lnTo>
                <a:lnTo>
                  <a:pt x="267360" y="4518"/>
                </a:lnTo>
                <a:lnTo>
                  <a:pt x="309133" y="17478"/>
                </a:lnTo>
                <a:lnTo>
                  <a:pt x="346930" y="37986"/>
                </a:lnTo>
                <a:lnTo>
                  <a:pt x="379857" y="65150"/>
                </a:lnTo>
                <a:lnTo>
                  <a:pt x="407021" y="98077"/>
                </a:lnTo>
                <a:lnTo>
                  <a:pt x="427529" y="135874"/>
                </a:lnTo>
                <a:lnTo>
                  <a:pt x="440489" y="177647"/>
                </a:lnTo>
                <a:lnTo>
                  <a:pt x="445008" y="222503"/>
                </a:lnTo>
                <a:lnTo>
                  <a:pt x="440489" y="267360"/>
                </a:lnTo>
                <a:lnTo>
                  <a:pt x="427529" y="309133"/>
                </a:lnTo>
                <a:lnTo>
                  <a:pt x="407021" y="346930"/>
                </a:lnTo>
                <a:lnTo>
                  <a:pt x="379857" y="379856"/>
                </a:lnTo>
                <a:lnTo>
                  <a:pt x="346930" y="407021"/>
                </a:lnTo>
                <a:lnTo>
                  <a:pt x="309133" y="427529"/>
                </a:lnTo>
                <a:lnTo>
                  <a:pt x="267360" y="440489"/>
                </a:lnTo>
                <a:lnTo>
                  <a:pt x="222504" y="445007"/>
                </a:lnTo>
                <a:lnTo>
                  <a:pt x="177647" y="440489"/>
                </a:lnTo>
                <a:lnTo>
                  <a:pt x="135874" y="427529"/>
                </a:lnTo>
                <a:lnTo>
                  <a:pt x="98077" y="407021"/>
                </a:lnTo>
                <a:lnTo>
                  <a:pt x="65151" y="379856"/>
                </a:lnTo>
                <a:lnTo>
                  <a:pt x="37986" y="346930"/>
                </a:lnTo>
                <a:lnTo>
                  <a:pt x="17478" y="309133"/>
                </a:lnTo>
                <a:lnTo>
                  <a:pt x="4518" y="267360"/>
                </a:lnTo>
                <a:lnTo>
                  <a:pt x="0" y="222503"/>
                </a:lnTo>
                <a:close/>
              </a:path>
            </a:pathLst>
          </a:custGeom>
          <a:ln w="12700">
            <a:solidFill>
              <a:srgbClr val="44536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 txBox="1"/>
          <p:nvPr/>
        </p:nvSpPr>
        <p:spPr>
          <a:xfrm>
            <a:off x="3096005" y="475234"/>
            <a:ext cx="2057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0" dirty="0">
                <a:solidFill>
                  <a:srgbClr val="44536A"/>
                </a:solidFill>
                <a:latin typeface="Calibri"/>
                <a:cs typeface="Calibri"/>
              </a:rPr>
              <a:t>0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2264664" y="1263396"/>
            <a:ext cx="445134" cy="445134"/>
          </a:xfrm>
          <a:custGeom>
            <a:avLst/>
            <a:gdLst/>
            <a:ahLst/>
            <a:cxnLst/>
            <a:rect l="l" t="t" r="r" b="b"/>
            <a:pathLst>
              <a:path w="445135" h="445135">
                <a:moveTo>
                  <a:pt x="0" y="222503"/>
                </a:moveTo>
                <a:lnTo>
                  <a:pt x="4518" y="177647"/>
                </a:lnTo>
                <a:lnTo>
                  <a:pt x="17478" y="135874"/>
                </a:lnTo>
                <a:lnTo>
                  <a:pt x="37986" y="98077"/>
                </a:lnTo>
                <a:lnTo>
                  <a:pt x="65150" y="65150"/>
                </a:lnTo>
                <a:lnTo>
                  <a:pt x="98077" y="37986"/>
                </a:lnTo>
                <a:lnTo>
                  <a:pt x="135874" y="17478"/>
                </a:lnTo>
                <a:lnTo>
                  <a:pt x="177647" y="4518"/>
                </a:lnTo>
                <a:lnTo>
                  <a:pt x="222504" y="0"/>
                </a:lnTo>
                <a:lnTo>
                  <a:pt x="267360" y="4518"/>
                </a:lnTo>
                <a:lnTo>
                  <a:pt x="309133" y="17478"/>
                </a:lnTo>
                <a:lnTo>
                  <a:pt x="346930" y="37986"/>
                </a:lnTo>
                <a:lnTo>
                  <a:pt x="379856" y="65150"/>
                </a:lnTo>
                <a:lnTo>
                  <a:pt x="407021" y="98077"/>
                </a:lnTo>
                <a:lnTo>
                  <a:pt x="427529" y="135874"/>
                </a:lnTo>
                <a:lnTo>
                  <a:pt x="440489" y="177647"/>
                </a:lnTo>
                <a:lnTo>
                  <a:pt x="445008" y="222503"/>
                </a:lnTo>
                <a:lnTo>
                  <a:pt x="440489" y="267360"/>
                </a:lnTo>
                <a:lnTo>
                  <a:pt x="427529" y="309133"/>
                </a:lnTo>
                <a:lnTo>
                  <a:pt x="407021" y="346930"/>
                </a:lnTo>
                <a:lnTo>
                  <a:pt x="379857" y="379856"/>
                </a:lnTo>
                <a:lnTo>
                  <a:pt x="346930" y="407021"/>
                </a:lnTo>
                <a:lnTo>
                  <a:pt x="309133" y="427529"/>
                </a:lnTo>
                <a:lnTo>
                  <a:pt x="267360" y="440489"/>
                </a:lnTo>
                <a:lnTo>
                  <a:pt x="222504" y="445007"/>
                </a:lnTo>
                <a:lnTo>
                  <a:pt x="177647" y="440489"/>
                </a:lnTo>
                <a:lnTo>
                  <a:pt x="135874" y="427529"/>
                </a:lnTo>
                <a:lnTo>
                  <a:pt x="98077" y="407021"/>
                </a:lnTo>
                <a:lnTo>
                  <a:pt x="65151" y="379856"/>
                </a:lnTo>
                <a:lnTo>
                  <a:pt x="37986" y="346930"/>
                </a:lnTo>
                <a:lnTo>
                  <a:pt x="17478" y="309133"/>
                </a:lnTo>
                <a:lnTo>
                  <a:pt x="4518" y="267360"/>
                </a:lnTo>
                <a:lnTo>
                  <a:pt x="0" y="222503"/>
                </a:lnTo>
                <a:close/>
              </a:path>
            </a:pathLst>
          </a:custGeom>
          <a:ln w="12700">
            <a:solidFill>
              <a:srgbClr val="44536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 txBox="1"/>
          <p:nvPr/>
        </p:nvSpPr>
        <p:spPr>
          <a:xfrm>
            <a:off x="2410205" y="1237234"/>
            <a:ext cx="2057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0" dirty="0">
                <a:solidFill>
                  <a:srgbClr val="44536A"/>
                </a:solidFill>
                <a:latin typeface="Calibri"/>
                <a:cs typeface="Calibri"/>
              </a:rPr>
              <a:t>1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3636264" y="1263396"/>
            <a:ext cx="445134" cy="445134"/>
          </a:xfrm>
          <a:custGeom>
            <a:avLst/>
            <a:gdLst/>
            <a:ahLst/>
            <a:cxnLst/>
            <a:rect l="l" t="t" r="r" b="b"/>
            <a:pathLst>
              <a:path w="445135" h="445135">
                <a:moveTo>
                  <a:pt x="0" y="222503"/>
                </a:moveTo>
                <a:lnTo>
                  <a:pt x="4518" y="177647"/>
                </a:lnTo>
                <a:lnTo>
                  <a:pt x="17478" y="135874"/>
                </a:lnTo>
                <a:lnTo>
                  <a:pt x="37986" y="98077"/>
                </a:lnTo>
                <a:lnTo>
                  <a:pt x="65150" y="65150"/>
                </a:lnTo>
                <a:lnTo>
                  <a:pt x="98077" y="37986"/>
                </a:lnTo>
                <a:lnTo>
                  <a:pt x="135874" y="17478"/>
                </a:lnTo>
                <a:lnTo>
                  <a:pt x="177647" y="4518"/>
                </a:lnTo>
                <a:lnTo>
                  <a:pt x="222503" y="0"/>
                </a:lnTo>
                <a:lnTo>
                  <a:pt x="267360" y="4518"/>
                </a:lnTo>
                <a:lnTo>
                  <a:pt x="309133" y="17478"/>
                </a:lnTo>
                <a:lnTo>
                  <a:pt x="346930" y="37986"/>
                </a:lnTo>
                <a:lnTo>
                  <a:pt x="379857" y="65150"/>
                </a:lnTo>
                <a:lnTo>
                  <a:pt x="407021" y="98077"/>
                </a:lnTo>
                <a:lnTo>
                  <a:pt x="427529" y="135874"/>
                </a:lnTo>
                <a:lnTo>
                  <a:pt x="440489" y="177647"/>
                </a:lnTo>
                <a:lnTo>
                  <a:pt x="445008" y="222503"/>
                </a:lnTo>
                <a:lnTo>
                  <a:pt x="440489" y="267360"/>
                </a:lnTo>
                <a:lnTo>
                  <a:pt x="427529" y="309133"/>
                </a:lnTo>
                <a:lnTo>
                  <a:pt x="407021" y="346930"/>
                </a:lnTo>
                <a:lnTo>
                  <a:pt x="379857" y="379856"/>
                </a:lnTo>
                <a:lnTo>
                  <a:pt x="346930" y="407021"/>
                </a:lnTo>
                <a:lnTo>
                  <a:pt x="309133" y="427529"/>
                </a:lnTo>
                <a:lnTo>
                  <a:pt x="267360" y="440489"/>
                </a:lnTo>
                <a:lnTo>
                  <a:pt x="222503" y="445007"/>
                </a:lnTo>
                <a:lnTo>
                  <a:pt x="177647" y="440489"/>
                </a:lnTo>
                <a:lnTo>
                  <a:pt x="135874" y="427529"/>
                </a:lnTo>
                <a:lnTo>
                  <a:pt x="98077" y="407021"/>
                </a:lnTo>
                <a:lnTo>
                  <a:pt x="65150" y="379856"/>
                </a:lnTo>
                <a:lnTo>
                  <a:pt x="37986" y="346930"/>
                </a:lnTo>
                <a:lnTo>
                  <a:pt x="17478" y="309133"/>
                </a:lnTo>
                <a:lnTo>
                  <a:pt x="4518" y="267360"/>
                </a:lnTo>
                <a:lnTo>
                  <a:pt x="0" y="222503"/>
                </a:lnTo>
                <a:close/>
              </a:path>
            </a:pathLst>
          </a:custGeom>
          <a:ln w="12700">
            <a:solidFill>
              <a:srgbClr val="44536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 txBox="1"/>
          <p:nvPr/>
        </p:nvSpPr>
        <p:spPr>
          <a:xfrm>
            <a:off x="3781805" y="1237234"/>
            <a:ext cx="2057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0" dirty="0">
                <a:solidFill>
                  <a:srgbClr val="44536A"/>
                </a:solidFill>
                <a:latin typeface="Calibri"/>
                <a:cs typeface="Calibri"/>
              </a:rPr>
              <a:t>2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7" name="object 57"/>
          <p:cNvSpPr/>
          <p:nvPr/>
        </p:nvSpPr>
        <p:spPr>
          <a:xfrm>
            <a:off x="2950464" y="1872995"/>
            <a:ext cx="445134" cy="445134"/>
          </a:xfrm>
          <a:custGeom>
            <a:avLst/>
            <a:gdLst/>
            <a:ahLst/>
            <a:cxnLst/>
            <a:rect l="l" t="t" r="r" b="b"/>
            <a:pathLst>
              <a:path w="445135" h="445135">
                <a:moveTo>
                  <a:pt x="0" y="222503"/>
                </a:moveTo>
                <a:lnTo>
                  <a:pt x="4518" y="177647"/>
                </a:lnTo>
                <a:lnTo>
                  <a:pt x="17478" y="135874"/>
                </a:lnTo>
                <a:lnTo>
                  <a:pt x="37986" y="98077"/>
                </a:lnTo>
                <a:lnTo>
                  <a:pt x="65150" y="65150"/>
                </a:lnTo>
                <a:lnTo>
                  <a:pt x="98077" y="37986"/>
                </a:lnTo>
                <a:lnTo>
                  <a:pt x="135874" y="17478"/>
                </a:lnTo>
                <a:lnTo>
                  <a:pt x="177647" y="4518"/>
                </a:lnTo>
                <a:lnTo>
                  <a:pt x="222504" y="0"/>
                </a:lnTo>
                <a:lnTo>
                  <a:pt x="267360" y="4518"/>
                </a:lnTo>
                <a:lnTo>
                  <a:pt x="309133" y="17478"/>
                </a:lnTo>
                <a:lnTo>
                  <a:pt x="346930" y="37986"/>
                </a:lnTo>
                <a:lnTo>
                  <a:pt x="379857" y="65150"/>
                </a:lnTo>
                <a:lnTo>
                  <a:pt x="407021" y="98077"/>
                </a:lnTo>
                <a:lnTo>
                  <a:pt x="427529" y="135874"/>
                </a:lnTo>
                <a:lnTo>
                  <a:pt x="440489" y="177647"/>
                </a:lnTo>
                <a:lnTo>
                  <a:pt x="445008" y="222503"/>
                </a:lnTo>
                <a:lnTo>
                  <a:pt x="440489" y="267360"/>
                </a:lnTo>
                <a:lnTo>
                  <a:pt x="427529" y="309133"/>
                </a:lnTo>
                <a:lnTo>
                  <a:pt x="407021" y="346930"/>
                </a:lnTo>
                <a:lnTo>
                  <a:pt x="379857" y="379856"/>
                </a:lnTo>
                <a:lnTo>
                  <a:pt x="346930" y="407021"/>
                </a:lnTo>
                <a:lnTo>
                  <a:pt x="309133" y="427529"/>
                </a:lnTo>
                <a:lnTo>
                  <a:pt x="267360" y="440489"/>
                </a:lnTo>
                <a:lnTo>
                  <a:pt x="222504" y="445007"/>
                </a:lnTo>
                <a:lnTo>
                  <a:pt x="177647" y="440489"/>
                </a:lnTo>
                <a:lnTo>
                  <a:pt x="135874" y="427529"/>
                </a:lnTo>
                <a:lnTo>
                  <a:pt x="98077" y="407021"/>
                </a:lnTo>
                <a:lnTo>
                  <a:pt x="65151" y="379856"/>
                </a:lnTo>
                <a:lnTo>
                  <a:pt x="37986" y="346930"/>
                </a:lnTo>
                <a:lnTo>
                  <a:pt x="17478" y="309133"/>
                </a:lnTo>
                <a:lnTo>
                  <a:pt x="4518" y="267360"/>
                </a:lnTo>
                <a:lnTo>
                  <a:pt x="0" y="222503"/>
                </a:lnTo>
                <a:close/>
              </a:path>
            </a:pathLst>
          </a:custGeom>
          <a:ln w="12700">
            <a:solidFill>
              <a:srgbClr val="44536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 txBox="1"/>
          <p:nvPr/>
        </p:nvSpPr>
        <p:spPr>
          <a:xfrm>
            <a:off x="3096005" y="1847214"/>
            <a:ext cx="2057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0" dirty="0">
                <a:solidFill>
                  <a:srgbClr val="44536A"/>
                </a:solidFill>
                <a:latin typeface="Calibri"/>
                <a:cs typeface="Calibri"/>
              </a:rPr>
              <a:t>3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9" name="object 59"/>
          <p:cNvSpPr/>
          <p:nvPr/>
        </p:nvSpPr>
        <p:spPr>
          <a:xfrm>
            <a:off x="2590800" y="876300"/>
            <a:ext cx="1156970" cy="1129665"/>
          </a:xfrm>
          <a:custGeom>
            <a:avLst/>
            <a:gdLst/>
            <a:ahLst/>
            <a:cxnLst/>
            <a:rect l="l" t="t" r="r" b="b"/>
            <a:pathLst>
              <a:path w="1156970" h="1129664">
                <a:moveTo>
                  <a:pt x="582168" y="76200"/>
                </a:moveTo>
                <a:lnTo>
                  <a:pt x="582168" y="990600"/>
                </a:lnTo>
              </a:path>
              <a:path w="1156970" h="1129664">
                <a:moveTo>
                  <a:pt x="124968" y="609600"/>
                </a:moveTo>
                <a:lnTo>
                  <a:pt x="1039367" y="609600"/>
                </a:lnTo>
              </a:path>
              <a:path w="1156970" h="1129664">
                <a:moveTo>
                  <a:pt x="422148" y="0"/>
                </a:moveTo>
                <a:lnTo>
                  <a:pt x="13716" y="434339"/>
                </a:lnTo>
              </a:path>
              <a:path w="1156970" h="1129664">
                <a:moveTo>
                  <a:pt x="734567" y="0"/>
                </a:moveTo>
                <a:lnTo>
                  <a:pt x="1156715" y="434339"/>
                </a:lnTo>
              </a:path>
              <a:path w="1156970" h="1129664">
                <a:moveTo>
                  <a:pt x="0" y="815339"/>
                </a:moveTo>
                <a:lnTo>
                  <a:pt x="353568" y="1129284"/>
                </a:lnTo>
              </a:path>
              <a:path w="1156970" h="1129664">
                <a:moveTo>
                  <a:pt x="1115567" y="789432"/>
                </a:moveTo>
                <a:lnTo>
                  <a:pt x="789432" y="1129284"/>
                </a:lnTo>
              </a:path>
            </a:pathLst>
          </a:custGeom>
          <a:ln w="12700">
            <a:solidFill>
              <a:srgbClr val="44536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 txBox="1"/>
          <p:nvPr/>
        </p:nvSpPr>
        <p:spPr>
          <a:xfrm>
            <a:off x="2957829" y="2529077"/>
            <a:ext cx="3657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5" dirty="0">
                <a:solidFill>
                  <a:srgbClr val="44536A"/>
                </a:solidFill>
                <a:latin typeface="Calibri"/>
                <a:cs typeface="Calibri"/>
              </a:rPr>
              <a:t>G</a:t>
            </a:r>
            <a:r>
              <a:rPr sz="1800" spc="-25" dirty="0">
                <a:solidFill>
                  <a:srgbClr val="44536A"/>
                </a:solidFill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1" name="object 61"/>
          <p:cNvSpPr/>
          <p:nvPr/>
        </p:nvSpPr>
        <p:spPr>
          <a:xfrm>
            <a:off x="2942844" y="3488435"/>
            <a:ext cx="445134" cy="443865"/>
          </a:xfrm>
          <a:custGeom>
            <a:avLst/>
            <a:gdLst/>
            <a:ahLst/>
            <a:cxnLst/>
            <a:rect l="l" t="t" r="r" b="b"/>
            <a:pathLst>
              <a:path w="445135" h="443864">
                <a:moveTo>
                  <a:pt x="0" y="221741"/>
                </a:moveTo>
                <a:lnTo>
                  <a:pt x="4518" y="177063"/>
                </a:lnTo>
                <a:lnTo>
                  <a:pt x="17478" y="135445"/>
                </a:lnTo>
                <a:lnTo>
                  <a:pt x="37986" y="97780"/>
                </a:lnTo>
                <a:lnTo>
                  <a:pt x="65150" y="64960"/>
                </a:lnTo>
                <a:lnTo>
                  <a:pt x="98077" y="37879"/>
                </a:lnTo>
                <a:lnTo>
                  <a:pt x="135874" y="17430"/>
                </a:lnTo>
                <a:lnTo>
                  <a:pt x="177647" y="4506"/>
                </a:lnTo>
                <a:lnTo>
                  <a:pt x="222504" y="0"/>
                </a:lnTo>
                <a:lnTo>
                  <a:pt x="267360" y="4506"/>
                </a:lnTo>
                <a:lnTo>
                  <a:pt x="309133" y="17430"/>
                </a:lnTo>
                <a:lnTo>
                  <a:pt x="346930" y="37879"/>
                </a:lnTo>
                <a:lnTo>
                  <a:pt x="379856" y="64960"/>
                </a:lnTo>
                <a:lnTo>
                  <a:pt x="407021" y="97780"/>
                </a:lnTo>
                <a:lnTo>
                  <a:pt x="427529" y="135445"/>
                </a:lnTo>
                <a:lnTo>
                  <a:pt x="440489" y="177063"/>
                </a:lnTo>
                <a:lnTo>
                  <a:pt x="445007" y="221741"/>
                </a:lnTo>
                <a:lnTo>
                  <a:pt x="440489" y="266420"/>
                </a:lnTo>
                <a:lnTo>
                  <a:pt x="427529" y="308038"/>
                </a:lnTo>
                <a:lnTo>
                  <a:pt x="407021" y="345703"/>
                </a:lnTo>
                <a:lnTo>
                  <a:pt x="379856" y="378523"/>
                </a:lnTo>
                <a:lnTo>
                  <a:pt x="346930" y="405604"/>
                </a:lnTo>
                <a:lnTo>
                  <a:pt x="309133" y="426053"/>
                </a:lnTo>
                <a:lnTo>
                  <a:pt x="267360" y="438977"/>
                </a:lnTo>
                <a:lnTo>
                  <a:pt x="222504" y="443483"/>
                </a:lnTo>
                <a:lnTo>
                  <a:pt x="177647" y="438977"/>
                </a:lnTo>
                <a:lnTo>
                  <a:pt x="135874" y="426053"/>
                </a:lnTo>
                <a:lnTo>
                  <a:pt x="98077" y="405604"/>
                </a:lnTo>
                <a:lnTo>
                  <a:pt x="65151" y="378523"/>
                </a:lnTo>
                <a:lnTo>
                  <a:pt x="37986" y="345703"/>
                </a:lnTo>
                <a:lnTo>
                  <a:pt x="17478" y="308038"/>
                </a:lnTo>
                <a:lnTo>
                  <a:pt x="4518" y="266420"/>
                </a:lnTo>
                <a:lnTo>
                  <a:pt x="0" y="221741"/>
                </a:lnTo>
                <a:close/>
              </a:path>
            </a:pathLst>
          </a:custGeom>
          <a:ln w="12700">
            <a:solidFill>
              <a:srgbClr val="44536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 txBox="1"/>
          <p:nvPr/>
        </p:nvSpPr>
        <p:spPr>
          <a:xfrm>
            <a:off x="3088004" y="3462020"/>
            <a:ext cx="2057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0" dirty="0">
                <a:solidFill>
                  <a:srgbClr val="44536A"/>
                </a:solidFill>
                <a:latin typeface="Calibri"/>
                <a:cs typeface="Calibri"/>
              </a:rPr>
              <a:t>0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63" name="object 63"/>
          <p:cNvSpPr/>
          <p:nvPr/>
        </p:nvSpPr>
        <p:spPr>
          <a:xfrm>
            <a:off x="2941320" y="4591811"/>
            <a:ext cx="445134" cy="443865"/>
          </a:xfrm>
          <a:custGeom>
            <a:avLst/>
            <a:gdLst/>
            <a:ahLst/>
            <a:cxnLst/>
            <a:rect l="l" t="t" r="r" b="b"/>
            <a:pathLst>
              <a:path w="445135" h="443864">
                <a:moveTo>
                  <a:pt x="0" y="221742"/>
                </a:moveTo>
                <a:lnTo>
                  <a:pt x="4518" y="177063"/>
                </a:lnTo>
                <a:lnTo>
                  <a:pt x="17478" y="135445"/>
                </a:lnTo>
                <a:lnTo>
                  <a:pt x="37986" y="97780"/>
                </a:lnTo>
                <a:lnTo>
                  <a:pt x="65150" y="64960"/>
                </a:lnTo>
                <a:lnTo>
                  <a:pt x="98077" y="37879"/>
                </a:lnTo>
                <a:lnTo>
                  <a:pt x="135874" y="17430"/>
                </a:lnTo>
                <a:lnTo>
                  <a:pt x="177647" y="4506"/>
                </a:lnTo>
                <a:lnTo>
                  <a:pt x="222504" y="0"/>
                </a:lnTo>
                <a:lnTo>
                  <a:pt x="267360" y="4506"/>
                </a:lnTo>
                <a:lnTo>
                  <a:pt x="309133" y="17430"/>
                </a:lnTo>
                <a:lnTo>
                  <a:pt x="346930" y="37879"/>
                </a:lnTo>
                <a:lnTo>
                  <a:pt x="379856" y="64960"/>
                </a:lnTo>
                <a:lnTo>
                  <a:pt x="407021" y="97780"/>
                </a:lnTo>
                <a:lnTo>
                  <a:pt x="427529" y="135445"/>
                </a:lnTo>
                <a:lnTo>
                  <a:pt x="440489" y="177063"/>
                </a:lnTo>
                <a:lnTo>
                  <a:pt x="445007" y="221742"/>
                </a:lnTo>
                <a:lnTo>
                  <a:pt x="440489" y="266420"/>
                </a:lnTo>
                <a:lnTo>
                  <a:pt x="427529" y="308038"/>
                </a:lnTo>
                <a:lnTo>
                  <a:pt x="407021" y="345703"/>
                </a:lnTo>
                <a:lnTo>
                  <a:pt x="379856" y="378523"/>
                </a:lnTo>
                <a:lnTo>
                  <a:pt x="346930" y="405604"/>
                </a:lnTo>
                <a:lnTo>
                  <a:pt x="309133" y="426053"/>
                </a:lnTo>
                <a:lnTo>
                  <a:pt x="267360" y="438977"/>
                </a:lnTo>
                <a:lnTo>
                  <a:pt x="222504" y="443483"/>
                </a:lnTo>
                <a:lnTo>
                  <a:pt x="177647" y="438977"/>
                </a:lnTo>
                <a:lnTo>
                  <a:pt x="135874" y="426053"/>
                </a:lnTo>
                <a:lnTo>
                  <a:pt x="98077" y="405604"/>
                </a:lnTo>
                <a:lnTo>
                  <a:pt x="65151" y="378523"/>
                </a:lnTo>
                <a:lnTo>
                  <a:pt x="37986" y="345703"/>
                </a:lnTo>
                <a:lnTo>
                  <a:pt x="17478" y="308038"/>
                </a:lnTo>
                <a:lnTo>
                  <a:pt x="4518" y="266420"/>
                </a:lnTo>
                <a:lnTo>
                  <a:pt x="0" y="221742"/>
                </a:lnTo>
                <a:close/>
              </a:path>
            </a:pathLst>
          </a:custGeom>
          <a:ln w="12700">
            <a:solidFill>
              <a:srgbClr val="44536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 txBox="1"/>
          <p:nvPr/>
        </p:nvSpPr>
        <p:spPr>
          <a:xfrm>
            <a:off x="3086480" y="4565091"/>
            <a:ext cx="2057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0" dirty="0">
                <a:solidFill>
                  <a:srgbClr val="44536A"/>
                </a:solidFill>
                <a:latin typeface="Calibri"/>
                <a:cs typeface="Calibri"/>
              </a:rPr>
              <a:t>1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65" name="object 65"/>
          <p:cNvSpPr/>
          <p:nvPr/>
        </p:nvSpPr>
        <p:spPr>
          <a:xfrm>
            <a:off x="2958083" y="5609844"/>
            <a:ext cx="443865" cy="445134"/>
          </a:xfrm>
          <a:custGeom>
            <a:avLst/>
            <a:gdLst/>
            <a:ahLst/>
            <a:cxnLst/>
            <a:rect l="l" t="t" r="r" b="b"/>
            <a:pathLst>
              <a:path w="443864" h="445135">
                <a:moveTo>
                  <a:pt x="0" y="222503"/>
                </a:moveTo>
                <a:lnTo>
                  <a:pt x="4506" y="177661"/>
                </a:lnTo>
                <a:lnTo>
                  <a:pt x="17430" y="135895"/>
                </a:lnTo>
                <a:lnTo>
                  <a:pt x="37879" y="98100"/>
                </a:lnTo>
                <a:lnTo>
                  <a:pt x="64960" y="65170"/>
                </a:lnTo>
                <a:lnTo>
                  <a:pt x="97780" y="38000"/>
                </a:lnTo>
                <a:lnTo>
                  <a:pt x="135445" y="17485"/>
                </a:lnTo>
                <a:lnTo>
                  <a:pt x="177063" y="4520"/>
                </a:lnTo>
                <a:lnTo>
                  <a:pt x="221742" y="0"/>
                </a:lnTo>
                <a:lnTo>
                  <a:pt x="266420" y="4520"/>
                </a:lnTo>
                <a:lnTo>
                  <a:pt x="308038" y="17485"/>
                </a:lnTo>
                <a:lnTo>
                  <a:pt x="345703" y="38000"/>
                </a:lnTo>
                <a:lnTo>
                  <a:pt x="378523" y="65170"/>
                </a:lnTo>
                <a:lnTo>
                  <a:pt x="405604" y="98100"/>
                </a:lnTo>
                <a:lnTo>
                  <a:pt x="426053" y="135895"/>
                </a:lnTo>
                <a:lnTo>
                  <a:pt x="438977" y="177661"/>
                </a:lnTo>
                <a:lnTo>
                  <a:pt x="443483" y="222503"/>
                </a:lnTo>
                <a:lnTo>
                  <a:pt x="438977" y="267346"/>
                </a:lnTo>
                <a:lnTo>
                  <a:pt x="426053" y="309112"/>
                </a:lnTo>
                <a:lnTo>
                  <a:pt x="405604" y="346907"/>
                </a:lnTo>
                <a:lnTo>
                  <a:pt x="378523" y="379837"/>
                </a:lnTo>
                <a:lnTo>
                  <a:pt x="345703" y="407007"/>
                </a:lnTo>
                <a:lnTo>
                  <a:pt x="308038" y="427522"/>
                </a:lnTo>
                <a:lnTo>
                  <a:pt x="266420" y="440487"/>
                </a:lnTo>
                <a:lnTo>
                  <a:pt x="221742" y="445007"/>
                </a:lnTo>
                <a:lnTo>
                  <a:pt x="177063" y="440487"/>
                </a:lnTo>
                <a:lnTo>
                  <a:pt x="135445" y="427522"/>
                </a:lnTo>
                <a:lnTo>
                  <a:pt x="97780" y="407007"/>
                </a:lnTo>
                <a:lnTo>
                  <a:pt x="64960" y="379837"/>
                </a:lnTo>
                <a:lnTo>
                  <a:pt x="37879" y="346907"/>
                </a:lnTo>
                <a:lnTo>
                  <a:pt x="17430" y="309112"/>
                </a:lnTo>
                <a:lnTo>
                  <a:pt x="4506" y="267346"/>
                </a:lnTo>
                <a:lnTo>
                  <a:pt x="0" y="222503"/>
                </a:lnTo>
                <a:close/>
              </a:path>
            </a:pathLst>
          </a:custGeom>
          <a:ln w="12700">
            <a:solidFill>
              <a:srgbClr val="44536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 txBox="1"/>
          <p:nvPr/>
        </p:nvSpPr>
        <p:spPr>
          <a:xfrm>
            <a:off x="3102355" y="5584952"/>
            <a:ext cx="2057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0" dirty="0">
                <a:solidFill>
                  <a:srgbClr val="44536A"/>
                </a:solidFill>
                <a:latin typeface="Calibri"/>
                <a:cs typeface="Calibri"/>
              </a:rPr>
              <a:t>2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67" name="object 67"/>
          <p:cNvSpPr/>
          <p:nvPr/>
        </p:nvSpPr>
        <p:spPr>
          <a:xfrm>
            <a:off x="2950464" y="3877055"/>
            <a:ext cx="445134" cy="1728470"/>
          </a:xfrm>
          <a:custGeom>
            <a:avLst/>
            <a:gdLst/>
            <a:ahLst/>
            <a:cxnLst/>
            <a:rect l="l" t="t" r="r" b="b"/>
            <a:pathLst>
              <a:path w="445135" h="1728470">
                <a:moveTo>
                  <a:pt x="76200" y="635000"/>
                </a:moveTo>
                <a:lnTo>
                  <a:pt x="44450" y="677341"/>
                </a:lnTo>
                <a:lnTo>
                  <a:pt x="44450" y="25908"/>
                </a:lnTo>
                <a:lnTo>
                  <a:pt x="31750" y="25908"/>
                </a:lnTo>
                <a:lnTo>
                  <a:pt x="31750" y="677341"/>
                </a:lnTo>
                <a:lnTo>
                  <a:pt x="0" y="635000"/>
                </a:lnTo>
                <a:lnTo>
                  <a:pt x="38100" y="762000"/>
                </a:lnTo>
                <a:lnTo>
                  <a:pt x="60960" y="685800"/>
                </a:lnTo>
                <a:lnTo>
                  <a:pt x="76200" y="635000"/>
                </a:lnTo>
                <a:close/>
              </a:path>
              <a:path w="445135" h="1728470">
                <a:moveTo>
                  <a:pt x="266700" y="1601216"/>
                </a:moveTo>
                <a:lnTo>
                  <a:pt x="234950" y="1643557"/>
                </a:lnTo>
                <a:lnTo>
                  <a:pt x="234950" y="1168908"/>
                </a:lnTo>
                <a:lnTo>
                  <a:pt x="222250" y="1168908"/>
                </a:lnTo>
                <a:lnTo>
                  <a:pt x="222250" y="1643557"/>
                </a:lnTo>
                <a:lnTo>
                  <a:pt x="190500" y="1601216"/>
                </a:lnTo>
                <a:lnTo>
                  <a:pt x="228600" y="1728216"/>
                </a:lnTo>
                <a:lnTo>
                  <a:pt x="251460" y="1652016"/>
                </a:lnTo>
                <a:lnTo>
                  <a:pt x="266700" y="1601216"/>
                </a:lnTo>
                <a:close/>
              </a:path>
              <a:path w="445135" h="1728470">
                <a:moveTo>
                  <a:pt x="445008" y="127000"/>
                </a:moveTo>
                <a:lnTo>
                  <a:pt x="429768" y="76200"/>
                </a:lnTo>
                <a:lnTo>
                  <a:pt x="406908" y="0"/>
                </a:lnTo>
                <a:lnTo>
                  <a:pt x="368808" y="127000"/>
                </a:lnTo>
                <a:lnTo>
                  <a:pt x="400558" y="84670"/>
                </a:lnTo>
                <a:lnTo>
                  <a:pt x="400558" y="720852"/>
                </a:lnTo>
                <a:lnTo>
                  <a:pt x="413258" y="720852"/>
                </a:lnTo>
                <a:lnTo>
                  <a:pt x="413258" y="84670"/>
                </a:lnTo>
                <a:lnTo>
                  <a:pt x="445008" y="127000"/>
                </a:lnTo>
                <a:close/>
              </a:path>
            </a:pathLst>
          </a:custGeom>
          <a:solidFill>
            <a:srgbClr val="44536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 txBox="1"/>
          <p:nvPr/>
        </p:nvSpPr>
        <p:spPr>
          <a:xfrm>
            <a:off x="2934080" y="6341465"/>
            <a:ext cx="3657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5" dirty="0">
                <a:solidFill>
                  <a:srgbClr val="44536A"/>
                </a:solidFill>
                <a:latin typeface="Calibri"/>
                <a:cs typeface="Calibri"/>
              </a:rPr>
              <a:t>G</a:t>
            </a:r>
            <a:r>
              <a:rPr sz="1800" spc="-25" dirty="0">
                <a:solidFill>
                  <a:srgbClr val="44536A"/>
                </a:solidFill>
                <a:latin typeface="Calibri"/>
                <a:cs typeface="Calibri"/>
              </a:rPr>
              <a:t>3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3192145" y="-21844"/>
            <a:ext cx="476377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200" spc="-20" dirty="0">
                <a:latin typeface="Calibri Light"/>
                <a:cs typeface="Calibri Light"/>
              </a:rPr>
              <a:t>Figure</a:t>
            </a:r>
            <a:r>
              <a:rPr sz="2200" spc="-80" dirty="0">
                <a:latin typeface="Calibri Light"/>
                <a:cs typeface="Calibri Light"/>
              </a:rPr>
              <a:t> </a:t>
            </a:r>
            <a:r>
              <a:rPr sz="2200" dirty="0">
                <a:latin typeface="Calibri Light"/>
                <a:cs typeface="Calibri Light"/>
              </a:rPr>
              <a:t>6.4:</a:t>
            </a:r>
            <a:r>
              <a:rPr sz="2200" spc="-50" dirty="0">
                <a:latin typeface="Calibri Light"/>
                <a:cs typeface="Calibri Light"/>
              </a:rPr>
              <a:t> </a:t>
            </a:r>
            <a:r>
              <a:rPr sz="2200" dirty="0">
                <a:latin typeface="Calibri Light"/>
                <a:cs typeface="Calibri Light"/>
              </a:rPr>
              <a:t>subgraphs</a:t>
            </a:r>
            <a:r>
              <a:rPr sz="2200" spc="-25" dirty="0">
                <a:latin typeface="Calibri Light"/>
                <a:cs typeface="Calibri Light"/>
              </a:rPr>
              <a:t> </a:t>
            </a:r>
            <a:r>
              <a:rPr sz="2200" dirty="0">
                <a:latin typeface="Calibri Light"/>
                <a:cs typeface="Calibri Light"/>
              </a:rPr>
              <a:t>of</a:t>
            </a:r>
            <a:r>
              <a:rPr sz="2200" spc="-5" dirty="0">
                <a:latin typeface="Calibri Light"/>
                <a:cs typeface="Calibri Light"/>
              </a:rPr>
              <a:t> </a:t>
            </a:r>
            <a:r>
              <a:rPr sz="2200" dirty="0">
                <a:latin typeface="Calibri Light"/>
                <a:cs typeface="Calibri Light"/>
              </a:rPr>
              <a:t>G</a:t>
            </a:r>
            <a:r>
              <a:rPr sz="2175" baseline="-21072" dirty="0">
                <a:latin typeface="Calibri Light"/>
                <a:cs typeface="Calibri Light"/>
              </a:rPr>
              <a:t>1</a:t>
            </a:r>
            <a:r>
              <a:rPr sz="2175" spc="-30" baseline="-21072" dirty="0">
                <a:latin typeface="Calibri Light"/>
                <a:cs typeface="Calibri Light"/>
              </a:rPr>
              <a:t> </a:t>
            </a:r>
            <a:r>
              <a:rPr sz="2200" dirty="0">
                <a:latin typeface="Calibri Light"/>
                <a:cs typeface="Calibri Light"/>
              </a:rPr>
              <a:t>and</a:t>
            </a:r>
            <a:r>
              <a:rPr sz="2200" spc="-20" dirty="0">
                <a:latin typeface="Calibri Light"/>
                <a:cs typeface="Calibri Light"/>
              </a:rPr>
              <a:t> </a:t>
            </a:r>
            <a:r>
              <a:rPr sz="2200" dirty="0">
                <a:latin typeface="Calibri Light"/>
                <a:cs typeface="Calibri Light"/>
              </a:rPr>
              <a:t>G</a:t>
            </a:r>
            <a:r>
              <a:rPr sz="2175" baseline="-21072" dirty="0">
                <a:latin typeface="Calibri Light"/>
                <a:cs typeface="Calibri Light"/>
              </a:rPr>
              <a:t>3</a:t>
            </a:r>
            <a:r>
              <a:rPr sz="2175" spc="450" baseline="-21072" dirty="0">
                <a:latin typeface="Calibri Light"/>
                <a:cs typeface="Calibri Light"/>
              </a:rPr>
              <a:t> </a:t>
            </a:r>
            <a:r>
              <a:rPr sz="2200" spc="-10" dirty="0">
                <a:latin typeface="Calibri Light"/>
                <a:cs typeface="Calibri Light"/>
              </a:rPr>
              <a:t>(p.261)</a:t>
            </a:r>
            <a:endParaRPr sz="2200">
              <a:latin typeface="Calibri Light"/>
              <a:cs typeface="Calibri Ligh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16429" y="1514602"/>
            <a:ext cx="368807" cy="37947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16429" y="2587193"/>
            <a:ext cx="368807" cy="37978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16429" y="3660343"/>
            <a:ext cx="368807" cy="37978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16429" y="4733797"/>
            <a:ext cx="368807" cy="379475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155575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Times New Roman"/>
                <a:cs typeface="Times New Roman"/>
              </a:rPr>
              <a:t>A</a:t>
            </a:r>
            <a:r>
              <a:rPr spc="-185" dirty="0"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CC3300"/>
                </a:solidFill>
                <a:latin typeface="Times New Roman"/>
                <a:cs typeface="Times New Roman"/>
              </a:rPr>
              <a:t>simple</a:t>
            </a:r>
            <a:r>
              <a:rPr spc="-25" dirty="0">
                <a:solidFill>
                  <a:srgbClr val="CC3300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CC3300"/>
                </a:solidFill>
                <a:latin typeface="Times New Roman"/>
                <a:cs typeface="Times New Roman"/>
              </a:rPr>
              <a:t>path</a:t>
            </a:r>
            <a:r>
              <a:rPr spc="-15" dirty="0">
                <a:solidFill>
                  <a:srgbClr val="CC3300"/>
                </a:solidFill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is</a:t>
            </a:r>
            <a:r>
              <a:rPr spc="-1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a</a:t>
            </a:r>
            <a:r>
              <a:rPr spc="-1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path</a:t>
            </a:r>
            <a:r>
              <a:rPr spc="-3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in</a:t>
            </a:r>
            <a:r>
              <a:rPr spc="-1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which</a:t>
            </a:r>
            <a:r>
              <a:rPr spc="-2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all</a:t>
            </a:r>
            <a:r>
              <a:rPr spc="-10" dirty="0">
                <a:latin typeface="Times New Roman"/>
                <a:cs typeface="Times New Roman"/>
              </a:rPr>
              <a:t> vertices, </a:t>
            </a:r>
            <a:r>
              <a:rPr dirty="0">
                <a:latin typeface="Times New Roman"/>
                <a:cs typeface="Times New Roman"/>
              </a:rPr>
              <a:t>except</a:t>
            </a:r>
            <a:r>
              <a:rPr spc="-3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possibly</a:t>
            </a:r>
            <a:r>
              <a:rPr spc="-4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the</a:t>
            </a:r>
            <a:r>
              <a:rPr spc="-1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first</a:t>
            </a:r>
            <a:r>
              <a:rPr spc="-3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and</a:t>
            </a:r>
            <a:r>
              <a:rPr spc="-3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the</a:t>
            </a:r>
            <a:r>
              <a:rPr spc="-1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last,</a:t>
            </a:r>
            <a:r>
              <a:rPr spc="-1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are</a:t>
            </a:r>
            <a:r>
              <a:rPr spc="-15" dirty="0">
                <a:latin typeface="Times New Roman"/>
                <a:cs typeface="Times New Roman"/>
              </a:rPr>
              <a:t> </a:t>
            </a:r>
            <a:r>
              <a:rPr spc="-10" dirty="0">
                <a:latin typeface="Times New Roman"/>
                <a:cs typeface="Times New Roman"/>
              </a:rPr>
              <a:t>distinct</a:t>
            </a:r>
          </a:p>
          <a:p>
            <a:pPr marL="12700" marR="549275">
              <a:lnSpc>
                <a:spcPct val="100000"/>
              </a:lnSpc>
              <a:spcBef>
                <a:spcPts val="765"/>
              </a:spcBef>
            </a:pPr>
            <a:r>
              <a:rPr dirty="0">
                <a:latin typeface="Times New Roman"/>
                <a:cs typeface="Times New Roman"/>
              </a:rPr>
              <a:t>A</a:t>
            </a:r>
            <a:r>
              <a:rPr spc="-185" dirty="0"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CC3300"/>
                </a:solidFill>
                <a:latin typeface="Times New Roman"/>
                <a:cs typeface="Times New Roman"/>
              </a:rPr>
              <a:t>cycle</a:t>
            </a:r>
            <a:r>
              <a:rPr spc="-20" dirty="0">
                <a:solidFill>
                  <a:srgbClr val="CC3300"/>
                </a:solidFill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is</a:t>
            </a:r>
            <a:r>
              <a:rPr spc="-1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a</a:t>
            </a:r>
            <a:r>
              <a:rPr spc="-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simple</a:t>
            </a:r>
            <a:r>
              <a:rPr spc="-3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path</a:t>
            </a:r>
            <a:r>
              <a:rPr spc="-2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in</a:t>
            </a:r>
            <a:r>
              <a:rPr spc="-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which</a:t>
            </a:r>
            <a:r>
              <a:rPr spc="-2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the</a:t>
            </a:r>
            <a:r>
              <a:rPr spc="-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first</a:t>
            </a:r>
            <a:r>
              <a:rPr spc="-25" dirty="0">
                <a:latin typeface="Times New Roman"/>
                <a:cs typeface="Times New Roman"/>
              </a:rPr>
              <a:t> and </a:t>
            </a:r>
            <a:r>
              <a:rPr dirty="0">
                <a:latin typeface="Times New Roman"/>
                <a:cs typeface="Times New Roman"/>
              </a:rPr>
              <a:t>the</a:t>
            </a:r>
            <a:r>
              <a:rPr spc="-3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last</a:t>
            </a:r>
            <a:r>
              <a:rPr spc="-2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vertices</a:t>
            </a:r>
            <a:r>
              <a:rPr spc="-5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are</a:t>
            </a:r>
            <a:r>
              <a:rPr spc="-1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the</a:t>
            </a:r>
            <a:r>
              <a:rPr spc="-20" dirty="0">
                <a:latin typeface="Times New Roman"/>
                <a:cs typeface="Times New Roman"/>
              </a:rPr>
              <a:t> same</a:t>
            </a:r>
          </a:p>
          <a:p>
            <a:pPr marL="12700" marR="5080">
              <a:lnSpc>
                <a:spcPct val="100000"/>
              </a:lnSpc>
              <a:spcBef>
                <a:spcPts val="770"/>
              </a:spcBef>
            </a:pPr>
            <a:r>
              <a:rPr dirty="0">
                <a:latin typeface="Times New Roman"/>
                <a:cs typeface="Times New Roman"/>
              </a:rPr>
              <a:t>In an</a:t>
            </a:r>
            <a:r>
              <a:rPr spc="-1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undirected</a:t>
            </a:r>
            <a:r>
              <a:rPr spc="-3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graph</a:t>
            </a:r>
            <a:r>
              <a:rPr spc="-2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G, two</a:t>
            </a:r>
            <a:r>
              <a:rPr spc="5" dirty="0"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EC7C30"/>
                </a:solidFill>
                <a:latin typeface="Times New Roman"/>
                <a:cs typeface="Times New Roman"/>
              </a:rPr>
              <a:t>vertices</a:t>
            </a:r>
            <a:r>
              <a:rPr dirty="0">
                <a:latin typeface="Times New Roman"/>
                <a:cs typeface="Times New Roman"/>
              </a:rPr>
              <a:t>,</a:t>
            </a:r>
            <a:r>
              <a:rPr spc="-3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v</a:t>
            </a:r>
            <a:r>
              <a:rPr sz="1800" dirty="0">
                <a:latin typeface="Times New Roman"/>
                <a:cs typeface="Times New Roman"/>
              </a:rPr>
              <a:t>0</a:t>
            </a:r>
            <a:r>
              <a:rPr sz="1800" spc="34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and</a:t>
            </a:r>
            <a:r>
              <a:rPr spc="-15" dirty="0">
                <a:latin typeface="Times New Roman"/>
                <a:cs typeface="Times New Roman"/>
              </a:rPr>
              <a:t> </a:t>
            </a:r>
            <a:r>
              <a:rPr spc="-25" dirty="0">
                <a:latin typeface="Times New Roman"/>
                <a:cs typeface="Times New Roman"/>
              </a:rPr>
              <a:t>v</a:t>
            </a:r>
            <a:r>
              <a:rPr sz="1800" spc="-25" dirty="0">
                <a:latin typeface="Times New Roman"/>
                <a:cs typeface="Times New Roman"/>
              </a:rPr>
              <a:t>1</a:t>
            </a:r>
            <a:r>
              <a:rPr spc="-25" dirty="0">
                <a:latin typeface="Times New Roman"/>
                <a:cs typeface="Times New Roman"/>
              </a:rPr>
              <a:t>, </a:t>
            </a:r>
            <a:r>
              <a:rPr dirty="0">
                <a:latin typeface="Times New Roman"/>
                <a:cs typeface="Times New Roman"/>
              </a:rPr>
              <a:t>are</a:t>
            </a:r>
            <a:r>
              <a:rPr spc="-10" dirty="0"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CC3300"/>
                </a:solidFill>
                <a:latin typeface="Times New Roman"/>
                <a:cs typeface="Times New Roman"/>
              </a:rPr>
              <a:t>connected</a:t>
            </a:r>
            <a:r>
              <a:rPr spc="-45" dirty="0">
                <a:solidFill>
                  <a:srgbClr val="CC3300"/>
                </a:solidFill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if</a:t>
            </a:r>
            <a:r>
              <a:rPr spc="-2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there</a:t>
            </a:r>
            <a:r>
              <a:rPr spc="-2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is</a:t>
            </a:r>
            <a:r>
              <a:rPr spc="-1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a</a:t>
            </a:r>
            <a:r>
              <a:rPr spc="-1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path</a:t>
            </a:r>
            <a:r>
              <a:rPr spc="-3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in</a:t>
            </a:r>
            <a:r>
              <a:rPr spc="-1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G</a:t>
            </a:r>
            <a:r>
              <a:rPr spc="-2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from</a:t>
            </a:r>
            <a:r>
              <a:rPr spc="-2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v</a:t>
            </a:r>
            <a:r>
              <a:rPr sz="1800" dirty="0">
                <a:latin typeface="Times New Roman"/>
                <a:cs typeface="Times New Roman"/>
              </a:rPr>
              <a:t>0</a:t>
            </a:r>
            <a:r>
              <a:rPr sz="1800" spc="33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to</a:t>
            </a:r>
            <a:r>
              <a:rPr spc="-10" dirty="0">
                <a:latin typeface="Times New Roman"/>
                <a:cs typeface="Times New Roman"/>
              </a:rPr>
              <a:t> </a:t>
            </a:r>
            <a:r>
              <a:rPr spc="-25" dirty="0">
                <a:latin typeface="Times New Roman"/>
                <a:cs typeface="Times New Roman"/>
              </a:rPr>
              <a:t>v</a:t>
            </a:r>
            <a:r>
              <a:rPr sz="1800" spc="-25" dirty="0"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  <a:p>
            <a:pPr marL="12700" marR="478790">
              <a:lnSpc>
                <a:spcPct val="100000"/>
              </a:lnSpc>
              <a:spcBef>
                <a:spcPts val="770"/>
              </a:spcBef>
            </a:pPr>
            <a:r>
              <a:rPr dirty="0">
                <a:latin typeface="Times New Roman"/>
                <a:cs typeface="Times New Roman"/>
              </a:rPr>
              <a:t>An</a:t>
            </a:r>
            <a:r>
              <a:rPr spc="-1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undirected</a:t>
            </a:r>
            <a:r>
              <a:rPr spc="-50" dirty="0"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EC7C30"/>
                </a:solidFill>
                <a:latin typeface="Times New Roman"/>
                <a:cs typeface="Times New Roman"/>
              </a:rPr>
              <a:t>graph</a:t>
            </a:r>
            <a:r>
              <a:rPr spc="-30" dirty="0">
                <a:solidFill>
                  <a:srgbClr val="EC7C30"/>
                </a:solidFill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is</a:t>
            </a:r>
            <a:r>
              <a:rPr spc="-15" dirty="0"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CC3300"/>
                </a:solidFill>
                <a:latin typeface="Times New Roman"/>
                <a:cs typeface="Times New Roman"/>
              </a:rPr>
              <a:t>connected</a:t>
            </a:r>
            <a:r>
              <a:rPr spc="-40" dirty="0">
                <a:solidFill>
                  <a:srgbClr val="CC3300"/>
                </a:solidFill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if,</a:t>
            </a:r>
            <a:r>
              <a:rPr spc="-1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for</a:t>
            </a:r>
            <a:r>
              <a:rPr spc="-30" dirty="0">
                <a:latin typeface="Times New Roman"/>
                <a:cs typeface="Times New Roman"/>
              </a:rPr>
              <a:t> </a:t>
            </a:r>
            <a:r>
              <a:rPr spc="-10" dirty="0">
                <a:latin typeface="Times New Roman"/>
                <a:cs typeface="Times New Roman"/>
              </a:rPr>
              <a:t>every </a:t>
            </a:r>
            <a:r>
              <a:rPr dirty="0">
                <a:latin typeface="Times New Roman"/>
                <a:cs typeface="Times New Roman"/>
              </a:rPr>
              <a:t>pair</a:t>
            </a:r>
            <a:r>
              <a:rPr spc="-2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of distinct</a:t>
            </a:r>
            <a:r>
              <a:rPr spc="-2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vertices</a:t>
            </a:r>
            <a:r>
              <a:rPr spc="-2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v</a:t>
            </a:r>
            <a:r>
              <a:rPr sz="1800" dirty="0">
                <a:latin typeface="Times New Roman"/>
                <a:cs typeface="Times New Roman"/>
              </a:rPr>
              <a:t>i</a:t>
            </a:r>
            <a:r>
              <a:rPr dirty="0">
                <a:latin typeface="Times New Roman"/>
                <a:cs typeface="Times New Roman"/>
              </a:rPr>
              <a:t>,</a:t>
            </a:r>
            <a:r>
              <a:rPr spc="-2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v</a:t>
            </a:r>
            <a:r>
              <a:rPr sz="1800" dirty="0">
                <a:latin typeface="Times New Roman"/>
                <a:cs typeface="Times New Roman"/>
              </a:rPr>
              <a:t>j</a:t>
            </a:r>
            <a:r>
              <a:rPr dirty="0">
                <a:latin typeface="Times New Roman"/>
                <a:cs typeface="Times New Roman"/>
              </a:rPr>
              <a:t>,</a:t>
            </a:r>
            <a:r>
              <a:rPr spc="-2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there</a:t>
            </a:r>
            <a:r>
              <a:rPr spc="-2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is a </a:t>
            </a:r>
            <a:r>
              <a:rPr spc="-20" dirty="0">
                <a:latin typeface="Times New Roman"/>
                <a:cs typeface="Times New Roman"/>
              </a:rPr>
              <a:t>path </a:t>
            </a:r>
            <a:r>
              <a:rPr dirty="0">
                <a:latin typeface="Times New Roman"/>
                <a:cs typeface="Times New Roman"/>
              </a:rPr>
              <a:t>from</a:t>
            </a:r>
            <a:r>
              <a:rPr spc="-2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v</a:t>
            </a:r>
            <a:r>
              <a:rPr sz="1800" dirty="0">
                <a:latin typeface="Times New Roman"/>
                <a:cs typeface="Times New Roman"/>
              </a:rPr>
              <a:t>i</a:t>
            </a:r>
            <a:r>
              <a:rPr sz="1800" spc="35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to</a:t>
            </a:r>
            <a:r>
              <a:rPr spc="5" dirty="0">
                <a:latin typeface="Times New Roman"/>
                <a:cs typeface="Times New Roman"/>
              </a:rPr>
              <a:t> </a:t>
            </a:r>
            <a:r>
              <a:rPr spc="-25" dirty="0">
                <a:latin typeface="Times New Roman"/>
                <a:cs typeface="Times New Roman"/>
              </a:rPr>
              <a:t>v</a:t>
            </a:r>
            <a:r>
              <a:rPr sz="1800" spc="-25" dirty="0">
                <a:latin typeface="Times New Roman"/>
                <a:cs typeface="Times New Roman"/>
              </a:rPr>
              <a:t>j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738876" y="6465214"/>
            <a:ext cx="71374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CHAPTER</a:t>
            </a:r>
            <a:r>
              <a:rPr sz="1200" spc="-4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spc="-50" dirty="0">
                <a:solidFill>
                  <a:srgbClr val="888888"/>
                </a:solidFill>
                <a:latin typeface="Calibri"/>
                <a:cs typeface="Calibri"/>
              </a:rPr>
              <a:t>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672078" y="609676"/>
            <a:ext cx="484568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0" i="0" dirty="0">
                <a:solidFill>
                  <a:srgbClr val="000000"/>
                </a:solidFill>
                <a:latin typeface="Calibri Light"/>
                <a:cs typeface="Calibri Light"/>
              </a:rPr>
              <a:t>Simple</a:t>
            </a:r>
            <a:r>
              <a:rPr b="0" i="0" spc="-100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b="0" i="0" dirty="0">
                <a:solidFill>
                  <a:srgbClr val="000000"/>
                </a:solidFill>
                <a:latin typeface="Calibri Light"/>
                <a:cs typeface="Calibri Light"/>
              </a:rPr>
              <a:t>Path</a:t>
            </a:r>
            <a:r>
              <a:rPr b="0" i="0" spc="-90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b="0" i="0" dirty="0">
                <a:solidFill>
                  <a:srgbClr val="000000"/>
                </a:solidFill>
                <a:latin typeface="Calibri Light"/>
                <a:cs typeface="Calibri Light"/>
              </a:rPr>
              <a:t>and</a:t>
            </a:r>
            <a:r>
              <a:rPr b="0" i="0" spc="-80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b="0" i="0" spc="-10" dirty="0">
                <a:solidFill>
                  <a:srgbClr val="000000"/>
                </a:solidFill>
                <a:latin typeface="Calibri Light"/>
                <a:cs typeface="Calibri Light"/>
              </a:rPr>
              <a:t>Style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10027" y="2114676"/>
            <a:ext cx="368807" cy="37947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10027" y="3187954"/>
            <a:ext cx="368807" cy="37947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10027" y="3773170"/>
            <a:ext cx="368807" cy="37947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10027" y="5333695"/>
            <a:ext cx="368807" cy="37978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840482" y="2001393"/>
            <a:ext cx="7728584" cy="42214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latin typeface="Times New Roman"/>
                <a:cs typeface="Times New Roman"/>
              </a:rPr>
              <a:t>A</a:t>
            </a:r>
            <a:r>
              <a:rPr sz="3200" spc="-195" dirty="0"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CC3300"/>
                </a:solidFill>
                <a:latin typeface="Times New Roman"/>
                <a:cs typeface="Times New Roman"/>
              </a:rPr>
              <a:t>connected</a:t>
            </a:r>
            <a:r>
              <a:rPr sz="3200" spc="-60" dirty="0">
                <a:solidFill>
                  <a:srgbClr val="CC33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CC3300"/>
                </a:solidFill>
                <a:latin typeface="Times New Roman"/>
                <a:cs typeface="Times New Roman"/>
              </a:rPr>
              <a:t>component</a:t>
            </a:r>
            <a:r>
              <a:rPr sz="3200" spc="-50" dirty="0">
                <a:solidFill>
                  <a:srgbClr val="CC33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of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undirected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graph </a:t>
            </a:r>
            <a:r>
              <a:rPr sz="3200" dirty="0">
                <a:latin typeface="Times New Roman"/>
                <a:cs typeface="Times New Roman"/>
              </a:rPr>
              <a:t>is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maximal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connected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subgraph.</a:t>
            </a:r>
            <a:endParaRPr sz="3200">
              <a:latin typeface="Times New Roman"/>
              <a:cs typeface="Times New Roman"/>
            </a:endParaRPr>
          </a:p>
          <a:p>
            <a:pPr marL="12700" marR="164465" algn="just">
              <a:lnSpc>
                <a:spcPct val="110000"/>
              </a:lnSpc>
              <a:spcBef>
                <a:spcPts val="385"/>
              </a:spcBef>
            </a:pPr>
            <a:r>
              <a:rPr sz="3200" dirty="0">
                <a:latin typeface="Times New Roman"/>
                <a:cs typeface="Times New Roman"/>
              </a:rPr>
              <a:t>A</a:t>
            </a:r>
            <a:r>
              <a:rPr sz="3200" spc="-190" dirty="0"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CC3300"/>
                </a:solidFill>
                <a:latin typeface="Times New Roman"/>
                <a:cs typeface="Times New Roman"/>
              </a:rPr>
              <a:t>tree</a:t>
            </a:r>
            <a:r>
              <a:rPr sz="3200" spc="-20" dirty="0">
                <a:solidFill>
                  <a:srgbClr val="CC33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is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graph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that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is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connected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acyclic. </a:t>
            </a:r>
            <a:r>
              <a:rPr sz="3200" dirty="0">
                <a:latin typeface="Times New Roman"/>
                <a:cs typeface="Times New Roman"/>
              </a:rPr>
              <a:t>A</a:t>
            </a:r>
            <a:r>
              <a:rPr sz="3200" spc="-19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directed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graph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is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CC3300"/>
                </a:solidFill>
                <a:latin typeface="Times New Roman"/>
                <a:cs typeface="Times New Roman"/>
              </a:rPr>
              <a:t>strongly</a:t>
            </a:r>
            <a:r>
              <a:rPr sz="3200" spc="-40" dirty="0">
                <a:solidFill>
                  <a:srgbClr val="CC33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CC3300"/>
                </a:solidFill>
                <a:latin typeface="Times New Roman"/>
                <a:cs typeface="Times New Roman"/>
              </a:rPr>
              <a:t>connected</a:t>
            </a:r>
            <a:r>
              <a:rPr sz="3200" spc="-40" dirty="0">
                <a:solidFill>
                  <a:srgbClr val="CC33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if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there </a:t>
            </a:r>
            <a:r>
              <a:rPr sz="3200" dirty="0">
                <a:latin typeface="Times New Roman"/>
                <a:cs typeface="Times New Roman"/>
              </a:rPr>
              <a:t>is a directed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path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from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v</a:t>
            </a:r>
            <a:r>
              <a:rPr sz="1800" dirty="0">
                <a:latin typeface="Times New Roman"/>
                <a:cs typeface="Times New Roman"/>
              </a:rPr>
              <a:t>i</a:t>
            </a:r>
            <a:r>
              <a:rPr sz="1800" spc="3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to v</a:t>
            </a:r>
            <a:r>
              <a:rPr sz="1800" dirty="0">
                <a:latin typeface="Times New Roman"/>
                <a:cs typeface="Times New Roman"/>
              </a:rPr>
              <a:t>j</a:t>
            </a:r>
            <a:r>
              <a:rPr sz="1800" spc="3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spc="-20" dirty="0">
                <a:latin typeface="Times New Roman"/>
                <a:cs typeface="Times New Roman"/>
              </a:rPr>
              <a:t>also</a:t>
            </a:r>
            <a:endParaRPr sz="32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</a:pPr>
            <a:r>
              <a:rPr sz="3200" dirty="0">
                <a:latin typeface="Times New Roman"/>
                <a:cs typeface="Times New Roman"/>
              </a:rPr>
              <a:t>from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v</a:t>
            </a:r>
            <a:r>
              <a:rPr sz="1800" dirty="0">
                <a:latin typeface="Times New Roman"/>
                <a:cs typeface="Times New Roman"/>
              </a:rPr>
              <a:t>j</a:t>
            </a:r>
            <a:r>
              <a:rPr sz="1800" spc="3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to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Times New Roman"/>
                <a:cs typeface="Times New Roman"/>
              </a:rPr>
              <a:t>v</a:t>
            </a:r>
            <a:r>
              <a:rPr sz="1800" spc="-25" dirty="0">
                <a:latin typeface="Times New Roman"/>
                <a:cs typeface="Times New Roman"/>
              </a:rPr>
              <a:t>i.</a:t>
            </a:r>
            <a:endParaRPr sz="1800">
              <a:latin typeface="Times New Roman"/>
              <a:cs typeface="Times New Roman"/>
            </a:endParaRPr>
          </a:p>
          <a:p>
            <a:pPr marL="12700" marR="160020" algn="just">
              <a:lnSpc>
                <a:spcPct val="100000"/>
              </a:lnSpc>
              <a:spcBef>
                <a:spcPts val="770"/>
              </a:spcBef>
            </a:pPr>
            <a:r>
              <a:rPr sz="3200" dirty="0">
                <a:latin typeface="Times New Roman"/>
                <a:cs typeface="Times New Roman"/>
              </a:rPr>
              <a:t>A</a:t>
            </a:r>
            <a:r>
              <a:rPr sz="3200" spc="-185" dirty="0"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CC3300"/>
                </a:solidFill>
                <a:latin typeface="Times New Roman"/>
                <a:cs typeface="Times New Roman"/>
              </a:rPr>
              <a:t>strongly</a:t>
            </a:r>
            <a:r>
              <a:rPr sz="3200" spc="-55" dirty="0">
                <a:solidFill>
                  <a:srgbClr val="CC33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CC3300"/>
                </a:solidFill>
                <a:latin typeface="Times New Roman"/>
                <a:cs typeface="Times New Roman"/>
              </a:rPr>
              <a:t>connected</a:t>
            </a:r>
            <a:r>
              <a:rPr sz="3200" spc="-45" dirty="0">
                <a:solidFill>
                  <a:srgbClr val="CC33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CC3300"/>
                </a:solidFill>
                <a:latin typeface="Times New Roman"/>
                <a:cs typeface="Times New Roman"/>
              </a:rPr>
              <a:t>component</a:t>
            </a:r>
            <a:r>
              <a:rPr sz="3200" spc="-30" dirty="0">
                <a:solidFill>
                  <a:srgbClr val="CC33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is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maximal </a:t>
            </a:r>
            <a:r>
              <a:rPr sz="3200" dirty="0">
                <a:latin typeface="Times New Roman"/>
                <a:cs typeface="Times New Roman"/>
              </a:rPr>
              <a:t>subgraph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that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is strongly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connected.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738876" y="6465214"/>
            <a:ext cx="71374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CHAPTER</a:t>
            </a:r>
            <a:r>
              <a:rPr sz="1200" spc="-4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spc="-50" dirty="0">
                <a:solidFill>
                  <a:srgbClr val="888888"/>
                </a:solidFill>
                <a:latin typeface="Calibri"/>
                <a:cs typeface="Calibri"/>
              </a:rPr>
              <a:t>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05587" rIns="0" bIns="0" rtlCol="0">
            <a:spAutoFit/>
          </a:bodyPr>
          <a:lstStyle/>
          <a:p>
            <a:pPr marL="2541905">
              <a:lnSpc>
                <a:spcPct val="100000"/>
              </a:lnSpc>
              <a:spcBef>
                <a:spcPts val="105"/>
              </a:spcBef>
            </a:pPr>
            <a:r>
              <a:rPr b="0" i="0" dirty="0">
                <a:solidFill>
                  <a:srgbClr val="000000"/>
                </a:solidFill>
                <a:latin typeface="Calibri Light"/>
                <a:cs typeface="Calibri Light"/>
              </a:rPr>
              <a:t>Connected</a:t>
            </a:r>
            <a:r>
              <a:rPr b="0" i="0" spc="-100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b="0" i="0" spc="-10" dirty="0">
                <a:solidFill>
                  <a:srgbClr val="000000"/>
                </a:solidFill>
                <a:latin typeface="Calibri Light"/>
                <a:cs typeface="Calibri Light"/>
              </a:rPr>
              <a:t>Component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06577" rIns="0" bIns="0" rtlCol="0">
            <a:spAutoFit/>
          </a:bodyPr>
          <a:lstStyle/>
          <a:p>
            <a:pPr marL="4859655">
              <a:lnSpc>
                <a:spcPct val="100000"/>
              </a:lnSpc>
              <a:spcBef>
                <a:spcPts val="105"/>
              </a:spcBef>
            </a:pPr>
            <a:r>
              <a:rPr b="0" i="0" spc="-10" dirty="0">
                <a:solidFill>
                  <a:srgbClr val="44536A"/>
                </a:solidFill>
                <a:latin typeface="Times New Roman"/>
                <a:cs typeface="Times New Roman"/>
              </a:rPr>
              <a:t>Degree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91054" y="1740357"/>
            <a:ext cx="368807" cy="37978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91054" y="2667635"/>
            <a:ext cx="368807" cy="37947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921254" y="1627073"/>
            <a:ext cx="7628255" cy="3404870"/>
          </a:xfrm>
          <a:prstGeom prst="rect">
            <a:avLst/>
          </a:prstGeom>
        </p:spPr>
        <p:txBody>
          <a:bodyPr vert="horz" wrap="square" lIns="0" tIns="106680" rIns="0" bIns="0" rtlCol="0">
            <a:spAutoFit/>
          </a:bodyPr>
          <a:lstStyle/>
          <a:p>
            <a:pPr marL="12700" marR="165735">
              <a:lnSpc>
                <a:spcPts val="3080"/>
              </a:lnSpc>
              <a:spcBef>
                <a:spcPts val="840"/>
              </a:spcBef>
            </a:pP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CC3300"/>
                </a:solidFill>
                <a:latin typeface="Times New Roman"/>
                <a:cs typeface="Times New Roman"/>
              </a:rPr>
              <a:t>degree</a:t>
            </a:r>
            <a:r>
              <a:rPr sz="3200" spc="-20" dirty="0">
                <a:solidFill>
                  <a:srgbClr val="CC33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of a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vertex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is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 number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of </a:t>
            </a:r>
            <a:r>
              <a:rPr sz="3200" spc="-10" dirty="0">
                <a:latin typeface="Times New Roman"/>
                <a:cs typeface="Times New Roman"/>
              </a:rPr>
              <a:t>edges </a:t>
            </a:r>
            <a:r>
              <a:rPr sz="3200" dirty="0">
                <a:latin typeface="Times New Roman"/>
                <a:cs typeface="Times New Roman"/>
              </a:rPr>
              <a:t>incident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to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that</a:t>
            </a:r>
            <a:r>
              <a:rPr sz="3200" spc="-10" dirty="0">
                <a:latin typeface="Times New Roman"/>
                <a:cs typeface="Times New Roman"/>
              </a:rPr>
              <a:t> vertex</a:t>
            </a: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sz="3200" dirty="0">
                <a:latin typeface="Times New Roman"/>
                <a:cs typeface="Times New Roman"/>
              </a:rPr>
              <a:t>For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directed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graph,</a:t>
            </a:r>
            <a:endParaRPr sz="3200">
              <a:latin typeface="Times New Roman"/>
              <a:cs typeface="Times New Roman"/>
            </a:endParaRPr>
          </a:p>
          <a:p>
            <a:pPr marL="412115" marR="182880" indent="-285750">
              <a:lnSpc>
                <a:spcPts val="2690"/>
              </a:lnSpc>
              <a:spcBef>
                <a:spcPts val="650"/>
              </a:spcBef>
              <a:buChar char="–"/>
              <a:tabLst>
                <a:tab pos="413384" algn="l"/>
              </a:tabLst>
            </a:pP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CC3300"/>
                </a:solidFill>
                <a:latin typeface="Times New Roman"/>
                <a:cs typeface="Times New Roman"/>
              </a:rPr>
              <a:t>in-</a:t>
            </a:r>
            <a:r>
              <a:rPr sz="2800" dirty="0">
                <a:solidFill>
                  <a:srgbClr val="CC3300"/>
                </a:solidFill>
                <a:latin typeface="Times New Roman"/>
                <a:cs typeface="Times New Roman"/>
              </a:rPr>
              <a:t>degree</a:t>
            </a:r>
            <a:r>
              <a:rPr sz="2800" spc="-30" dirty="0">
                <a:solidFill>
                  <a:srgbClr val="CC33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vertex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v</a:t>
            </a:r>
            <a:r>
              <a:rPr sz="2800" i="1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number of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edges 	</a:t>
            </a:r>
            <a:r>
              <a:rPr sz="2800" dirty="0">
                <a:latin typeface="Times New Roman"/>
                <a:cs typeface="Times New Roman"/>
              </a:rPr>
              <a:t>that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have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v</a:t>
            </a:r>
            <a:r>
              <a:rPr sz="2800" i="1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as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head</a:t>
            </a:r>
            <a:endParaRPr sz="2800">
              <a:latin typeface="Times New Roman"/>
              <a:cs typeface="Times New Roman"/>
            </a:endParaRPr>
          </a:p>
          <a:p>
            <a:pPr marL="412115" marR="5080" indent="-285750">
              <a:lnSpc>
                <a:spcPts val="2690"/>
              </a:lnSpc>
              <a:spcBef>
                <a:spcPts val="670"/>
              </a:spcBef>
              <a:buChar char="–"/>
              <a:tabLst>
                <a:tab pos="413384" algn="l"/>
              </a:tabLst>
            </a:pP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CC3300"/>
                </a:solidFill>
                <a:latin typeface="Times New Roman"/>
                <a:cs typeface="Times New Roman"/>
              </a:rPr>
              <a:t>out-</a:t>
            </a:r>
            <a:r>
              <a:rPr sz="2800" dirty="0">
                <a:solidFill>
                  <a:srgbClr val="CC3300"/>
                </a:solidFill>
                <a:latin typeface="Times New Roman"/>
                <a:cs typeface="Times New Roman"/>
              </a:rPr>
              <a:t>degree</a:t>
            </a:r>
            <a:r>
              <a:rPr sz="2800" spc="-45" dirty="0">
                <a:solidFill>
                  <a:srgbClr val="CC33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vertex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v</a:t>
            </a:r>
            <a:r>
              <a:rPr sz="2800" i="1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number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edges 	</a:t>
            </a:r>
            <a:r>
              <a:rPr sz="2800" dirty="0">
                <a:latin typeface="Times New Roman"/>
                <a:cs typeface="Times New Roman"/>
              </a:rPr>
              <a:t>that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have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v</a:t>
            </a:r>
            <a:r>
              <a:rPr sz="2800" i="1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as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tail</a:t>
            </a:r>
            <a:endParaRPr sz="2800">
              <a:latin typeface="Times New Roman"/>
              <a:cs typeface="Times New Roman"/>
            </a:endParaRPr>
          </a:p>
          <a:p>
            <a:pPr marL="412750" indent="-285750">
              <a:lnSpc>
                <a:spcPct val="100000"/>
              </a:lnSpc>
              <a:spcBef>
                <a:spcPts val="25"/>
              </a:spcBef>
              <a:buChar char="–"/>
              <a:tabLst>
                <a:tab pos="412750" algn="l"/>
              </a:tabLst>
            </a:pPr>
            <a:r>
              <a:rPr sz="2800" dirty="0">
                <a:latin typeface="Times New Roman"/>
                <a:cs typeface="Times New Roman"/>
              </a:rPr>
              <a:t>if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d</a:t>
            </a:r>
            <a:r>
              <a:rPr sz="2000" i="1" dirty="0">
                <a:latin typeface="Times New Roman"/>
                <a:cs typeface="Times New Roman"/>
              </a:rPr>
              <a:t>i</a:t>
            </a:r>
            <a:r>
              <a:rPr sz="2000" i="1" spc="1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degree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vertex </a:t>
            </a:r>
            <a:r>
              <a:rPr sz="2800" i="1" dirty="0">
                <a:latin typeface="Times New Roman"/>
                <a:cs typeface="Times New Roman"/>
              </a:rPr>
              <a:t>i</a:t>
            </a:r>
            <a:r>
              <a:rPr sz="2800" i="1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graph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G</a:t>
            </a:r>
            <a:r>
              <a:rPr sz="2800" i="1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with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i="1" spc="-50" dirty="0">
                <a:latin typeface="Times New Roman"/>
                <a:cs typeface="Times New Roman"/>
              </a:rPr>
              <a:t>n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738876" y="6465214"/>
            <a:ext cx="71374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CHAPTER</a:t>
            </a:r>
            <a:r>
              <a:rPr sz="1200" spc="-4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spc="-50" dirty="0">
                <a:solidFill>
                  <a:srgbClr val="888888"/>
                </a:solidFill>
                <a:latin typeface="Calibri"/>
                <a:cs typeface="Calibri"/>
              </a:rPr>
              <a:t>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  <p:sp>
        <p:nvSpPr>
          <p:cNvPr id="6" name="object 6"/>
          <p:cNvSpPr txBox="1"/>
          <p:nvPr/>
        </p:nvSpPr>
        <p:spPr>
          <a:xfrm>
            <a:off x="3322065" y="4921758"/>
            <a:ext cx="62674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Times New Roman"/>
                <a:cs typeface="Times New Roman"/>
              </a:rPr>
              <a:t>vertices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e</a:t>
            </a:r>
            <a:r>
              <a:rPr sz="2800" i="1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edges,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number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edges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is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91232" y="5290566"/>
            <a:ext cx="368935" cy="2330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350" i="1" spc="160" dirty="0">
                <a:latin typeface="Times New Roman"/>
                <a:cs typeface="Times New Roman"/>
              </a:rPr>
              <a:t>n</a:t>
            </a:r>
            <a:r>
              <a:rPr sz="1350" i="1" spc="-195" dirty="0">
                <a:latin typeface="Times New Roman"/>
                <a:cs typeface="Times New Roman"/>
              </a:rPr>
              <a:t> </a:t>
            </a:r>
            <a:r>
              <a:rPr sz="1350" spc="125" dirty="0">
                <a:latin typeface="Symbol"/>
                <a:cs typeface="Symbol"/>
              </a:rPr>
              <a:t></a:t>
            </a:r>
            <a:r>
              <a:rPr sz="1350" spc="125" dirty="0">
                <a:latin typeface="Times New Roman"/>
                <a:cs typeface="Times New Roman"/>
              </a:rPr>
              <a:t>1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320061" y="5176528"/>
            <a:ext cx="2368550" cy="1042035"/>
          </a:xfrm>
          <a:prstGeom prst="rect">
            <a:avLst/>
          </a:prstGeom>
        </p:spPr>
        <p:txBody>
          <a:bodyPr vert="horz" wrap="square" lIns="0" tIns="12382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75"/>
              </a:spcBef>
            </a:pPr>
            <a:r>
              <a:rPr sz="2700" i="1" spc="275" dirty="0">
                <a:latin typeface="Times New Roman"/>
                <a:cs typeface="Times New Roman"/>
              </a:rPr>
              <a:t>e</a:t>
            </a:r>
            <a:r>
              <a:rPr sz="2700" i="1" spc="60" dirty="0">
                <a:latin typeface="Times New Roman"/>
                <a:cs typeface="Times New Roman"/>
              </a:rPr>
              <a:t> </a:t>
            </a:r>
            <a:r>
              <a:rPr sz="2700" spc="340" dirty="0">
                <a:latin typeface="Symbol"/>
                <a:cs typeface="Symbol"/>
              </a:rPr>
              <a:t></a:t>
            </a:r>
            <a:r>
              <a:rPr sz="2700" spc="25" dirty="0">
                <a:latin typeface="Times New Roman"/>
                <a:cs typeface="Times New Roman"/>
              </a:rPr>
              <a:t> </a:t>
            </a:r>
            <a:r>
              <a:rPr sz="2700" spc="535" dirty="0">
                <a:latin typeface="Times New Roman"/>
                <a:cs typeface="Times New Roman"/>
              </a:rPr>
              <a:t>(</a:t>
            </a:r>
            <a:r>
              <a:rPr sz="6525" spc="802" baseline="-8301" dirty="0">
                <a:latin typeface="Symbol"/>
                <a:cs typeface="Symbol"/>
              </a:rPr>
              <a:t></a:t>
            </a:r>
            <a:r>
              <a:rPr sz="6525" spc="-930" baseline="-8301" dirty="0">
                <a:latin typeface="Times New Roman"/>
                <a:cs typeface="Times New Roman"/>
              </a:rPr>
              <a:t> </a:t>
            </a:r>
            <a:r>
              <a:rPr sz="2700" i="1" spc="260" dirty="0">
                <a:latin typeface="Times New Roman"/>
                <a:cs typeface="Times New Roman"/>
              </a:rPr>
              <a:t>d</a:t>
            </a:r>
            <a:r>
              <a:rPr sz="2025" i="1" spc="390" baseline="-28806" dirty="0">
                <a:latin typeface="Times New Roman"/>
                <a:cs typeface="Times New Roman"/>
              </a:rPr>
              <a:t>i</a:t>
            </a:r>
            <a:r>
              <a:rPr sz="2025" i="1" spc="262" baseline="-28806" dirty="0">
                <a:latin typeface="Times New Roman"/>
                <a:cs typeface="Times New Roman"/>
              </a:rPr>
              <a:t> </a:t>
            </a:r>
            <a:r>
              <a:rPr sz="2700" spc="204" dirty="0">
                <a:latin typeface="Times New Roman"/>
                <a:cs typeface="Times New Roman"/>
              </a:rPr>
              <a:t>)</a:t>
            </a:r>
            <a:r>
              <a:rPr sz="2700" spc="-155" dirty="0">
                <a:latin typeface="Times New Roman"/>
                <a:cs typeface="Times New Roman"/>
              </a:rPr>
              <a:t> </a:t>
            </a:r>
            <a:r>
              <a:rPr sz="2700" spc="180" dirty="0">
                <a:latin typeface="Times New Roman"/>
                <a:cs typeface="Times New Roman"/>
              </a:rPr>
              <a:t>/</a:t>
            </a:r>
            <a:r>
              <a:rPr sz="2700" spc="25" dirty="0">
                <a:latin typeface="Times New Roman"/>
                <a:cs typeface="Times New Roman"/>
              </a:rPr>
              <a:t> </a:t>
            </a:r>
            <a:r>
              <a:rPr sz="2700" spc="270" dirty="0">
                <a:latin typeface="Times New Roman"/>
                <a:cs typeface="Times New Roman"/>
              </a:rPr>
              <a:t>2</a:t>
            </a:r>
            <a:endParaRPr sz="2700">
              <a:latin typeface="Times New Roman"/>
              <a:cs typeface="Times New Roman"/>
            </a:endParaRPr>
          </a:p>
          <a:p>
            <a:pPr marR="269875" algn="ctr">
              <a:lnSpc>
                <a:spcPct val="100000"/>
              </a:lnSpc>
              <a:spcBef>
                <a:spcPts val="280"/>
              </a:spcBef>
            </a:pPr>
            <a:r>
              <a:rPr sz="1350" spc="110" dirty="0">
                <a:latin typeface="Times New Roman"/>
                <a:cs typeface="Times New Roman"/>
              </a:rPr>
              <a:t>0</a:t>
            </a:r>
            <a:endParaRPr sz="13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84007" y="827532"/>
            <a:ext cx="443865" cy="443865"/>
          </a:xfrm>
          <a:custGeom>
            <a:avLst/>
            <a:gdLst/>
            <a:ahLst/>
            <a:cxnLst/>
            <a:rect l="l" t="t" r="r" b="b"/>
            <a:pathLst>
              <a:path w="443865" h="443865">
                <a:moveTo>
                  <a:pt x="0" y="221741"/>
                </a:moveTo>
                <a:lnTo>
                  <a:pt x="4506" y="177063"/>
                </a:lnTo>
                <a:lnTo>
                  <a:pt x="17430" y="135445"/>
                </a:lnTo>
                <a:lnTo>
                  <a:pt x="37879" y="97780"/>
                </a:lnTo>
                <a:lnTo>
                  <a:pt x="64960" y="64960"/>
                </a:lnTo>
                <a:lnTo>
                  <a:pt x="97780" y="37879"/>
                </a:lnTo>
                <a:lnTo>
                  <a:pt x="135445" y="17430"/>
                </a:lnTo>
                <a:lnTo>
                  <a:pt x="177063" y="4506"/>
                </a:lnTo>
                <a:lnTo>
                  <a:pt x="221742" y="0"/>
                </a:lnTo>
                <a:lnTo>
                  <a:pt x="266420" y="4506"/>
                </a:lnTo>
                <a:lnTo>
                  <a:pt x="308038" y="17430"/>
                </a:lnTo>
                <a:lnTo>
                  <a:pt x="345703" y="37879"/>
                </a:lnTo>
                <a:lnTo>
                  <a:pt x="378523" y="64960"/>
                </a:lnTo>
                <a:lnTo>
                  <a:pt x="405604" y="97780"/>
                </a:lnTo>
                <a:lnTo>
                  <a:pt x="426053" y="135445"/>
                </a:lnTo>
                <a:lnTo>
                  <a:pt x="438977" y="177063"/>
                </a:lnTo>
                <a:lnTo>
                  <a:pt x="443484" y="221741"/>
                </a:lnTo>
                <a:lnTo>
                  <a:pt x="438977" y="266420"/>
                </a:lnTo>
                <a:lnTo>
                  <a:pt x="426053" y="308038"/>
                </a:lnTo>
                <a:lnTo>
                  <a:pt x="405604" y="345703"/>
                </a:lnTo>
                <a:lnTo>
                  <a:pt x="378523" y="378523"/>
                </a:lnTo>
                <a:lnTo>
                  <a:pt x="345703" y="405604"/>
                </a:lnTo>
                <a:lnTo>
                  <a:pt x="308038" y="426053"/>
                </a:lnTo>
                <a:lnTo>
                  <a:pt x="266420" y="438977"/>
                </a:lnTo>
                <a:lnTo>
                  <a:pt x="221742" y="443483"/>
                </a:lnTo>
                <a:lnTo>
                  <a:pt x="177063" y="438977"/>
                </a:lnTo>
                <a:lnTo>
                  <a:pt x="135445" y="426053"/>
                </a:lnTo>
                <a:lnTo>
                  <a:pt x="97780" y="405604"/>
                </a:lnTo>
                <a:lnTo>
                  <a:pt x="64960" y="378523"/>
                </a:lnTo>
                <a:lnTo>
                  <a:pt x="37879" y="345703"/>
                </a:lnTo>
                <a:lnTo>
                  <a:pt x="17430" y="308038"/>
                </a:lnTo>
                <a:lnTo>
                  <a:pt x="4506" y="266420"/>
                </a:lnTo>
                <a:lnTo>
                  <a:pt x="0" y="221741"/>
                </a:lnTo>
                <a:close/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828915" y="800861"/>
            <a:ext cx="2057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0" dirty="0">
                <a:latin typeface="Calibri"/>
                <a:cs typeface="Calibri"/>
              </a:rPr>
              <a:t>0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615683" y="1202436"/>
            <a:ext cx="2593975" cy="1740535"/>
          </a:xfrm>
          <a:custGeom>
            <a:avLst/>
            <a:gdLst/>
            <a:ahLst/>
            <a:cxnLst/>
            <a:rect l="l" t="t" r="r" b="b"/>
            <a:pathLst>
              <a:path w="2593975" h="1740535">
                <a:moveTo>
                  <a:pt x="382524" y="608838"/>
                </a:moveTo>
                <a:lnTo>
                  <a:pt x="387030" y="564159"/>
                </a:lnTo>
                <a:lnTo>
                  <a:pt x="399954" y="522541"/>
                </a:lnTo>
                <a:lnTo>
                  <a:pt x="420403" y="484876"/>
                </a:lnTo>
                <a:lnTo>
                  <a:pt x="447484" y="452056"/>
                </a:lnTo>
                <a:lnTo>
                  <a:pt x="480304" y="424975"/>
                </a:lnTo>
                <a:lnTo>
                  <a:pt x="517969" y="404526"/>
                </a:lnTo>
                <a:lnTo>
                  <a:pt x="559587" y="391602"/>
                </a:lnTo>
                <a:lnTo>
                  <a:pt x="604266" y="387096"/>
                </a:lnTo>
                <a:lnTo>
                  <a:pt x="648944" y="391602"/>
                </a:lnTo>
                <a:lnTo>
                  <a:pt x="690562" y="404526"/>
                </a:lnTo>
                <a:lnTo>
                  <a:pt x="728227" y="424975"/>
                </a:lnTo>
                <a:lnTo>
                  <a:pt x="761047" y="452056"/>
                </a:lnTo>
                <a:lnTo>
                  <a:pt x="788128" y="484876"/>
                </a:lnTo>
                <a:lnTo>
                  <a:pt x="808577" y="522541"/>
                </a:lnTo>
                <a:lnTo>
                  <a:pt x="821501" y="564159"/>
                </a:lnTo>
                <a:lnTo>
                  <a:pt x="826008" y="608838"/>
                </a:lnTo>
                <a:lnTo>
                  <a:pt x="821501" y="653516"/>
                </a:lnTo>
                <a:lnTo>
                  <a:pt x="808577" y="695134"/>
                </a:lnTo>
                <a:lnTo>
                  <a:pt x="788128" y="732799"/>
                </a:lnTo>
                <a:lnTo>
                  <a:pt x="761047" y="765619"/>
                </a:lnTo>
                <a:lnTo>
                  <a:pt x="728227" y="792700"/>
                </a:lnTo>
                <a:lnTo>
                  <a:pt x="690562" y="813149"/>
                </a:lnTo>
                <a:lnTo>
                  <a:pt x="648944" y="826073"/>
                </a:lnTo>
                <a:lnTo>
                  <a:pt x="604266" y="830579"/>
                </a:lnTo>
                <a:lnTo>
                  <a:pt x="559587" y="826073"/>
                </a:lnTo>
                <a:lnTo>
                  <a:pt x="517969" y="813149"/>
                </a:lnTo>
                <a:lnTo>
                  <a:pt x="480304" y="792700"/>
                </a:lnTo>
                <a:lnTo>
                  <a:pt x="447484" y="765619"/>
                </a:lnTo>
                <a:lnTo>
                  <a:pt x="420403" y="732799"/>
                </a:lnTo>
                <a:lnTo>
                  <a:pt x="399954" y="695134"/>
                </a:lnTo>
                <a:lnTo>
                  <a:pt x="387030" y="653516"/>
                </a:lnTo>
                <a:lnTo>
                  <a:pt x="382524" y="608838"/>
                </a:lnTo>
                <a:close/>
              </a:path>
              <a:path w="2593975" h="1740535">
                <a:moveTo>
                  <a:pt x="1754124" y="608838"/>
                </a:moveTo>
                <a:lnTo>
                  <a:pt x="1758630" y="564159"/>
                </a:lnTo>
                <a:lnTo>
                  <a:pt x="1771554" y="522541"/>
                </a:lnTo>
                <a:lnTo>
                  <a:pt x="1792003" y="484876"/>
                </a:lnTo>
                <a:lnTo>
                  <a:pt x="1819084" y="452056"/>
                </a:lnTo>
                <a:lnTo>
                  <a:pt x="1851904" y="424975"/>
                </a:lnTo>
                <a:lnTo>
                  <a:pt x="1889569" y="404526"/>
                </a:lnTo>
                <a:lnTo>
                  <a:pt x="1931187" y="391602"/>
                </a:lnTo>
                <a:lnTo>
                  <a:pt x="1975866" y="387096"/>
                </a:lnTo>
                <a:lnTo>
                  <a:pt x="2020544" y="391602"/>
                </a:lnTo>
                <a:lnTo>
                  <a:pt x="2062162" y="404526"/>
                </a:lnTo>
                <a:lnTo>
                  <a:pt x="2099827" y="424975"/>
                </a:lnTo>
                <a:lnTo>
                  <a:pt x="2132647" y="452056"/>
                </a:lnTo>
                <a:lnTo>
                  <a:pt x="2159728" y="484876"/>
                </a:lnTo>
                <a:lnTo>
                  <a:pt x="2180177" y="522541"/>
                </a:lnTo>
                <a:lnTo>
                  <a:pt x="2193101" y="564159"/>
                </a:lnTo>
                <a:lnTo>
                  <a:pt x="2197608" y="608838"/>
                </a:lnTo>
                <a:lnTo>
                  <a:pt x="2193101" y="653516"/>
                </a:lnTo>
                <a:lnTo>
                  <a:pt x="2180177" y="695134"/>
                </a:lnTo>
                <a:lnTo>
                  <a:pt x="2159728" y="732799"/>
                </a:lnTo>
                <a:lnTo>
                  <a:pt x="2132647" y="765619"/>
                </a:lnTo>
                <a:lnTo>
                  <a:pt x="2099827" y="792700"/>
                </a:lnTo>
                <a:lnTo>
                  <a:pt x="2062162" y="813149"/>
                </a:lnTo>
                <a:lnTo>
                  <a:pt x="2020544" y="826073"/>
                </a:lnTo>
                <a:lnTo>
                  <a:pt x="1975866" y="830579"/>
                </a:lnTo>
                <a:lnTo>
                  <a:pt x="1931187" y="826073"/>
                </a:lnTo>
                <a:lnTo>
                  <a:pt x="1889569" y="813149"/>
                </a:lnTo>
                <a:lnTo>
                  <a:pt x="1851904" y="792700"/>
                </a:lnTo>
                <a:lnTo>
                  <a:pt x="1819084" y="765619"/>
                </a:lnTo>
                <a:lnTo>
                  <a:pt x="1792003" y="732799"/>
                </a:lnTo>
                <a:lnTo>
                  <a:pt x="1771554" y="695134"/>
                </a:lnTo>
                <a:lnTo>
                  <a:pt x="1758630" y="653516"/>
                </a:lnTo>
                <a:lnTo>
                  <a:pt x="1754124" y="608838"/>
                </a:lnTo>
                <a:close/>
              </a:path>
              <a:path w="2593975" h="1740535">
                <a:moveTo>
                  <a:pt x="1129284" y="0"/>
                </a:moveTo>
                <a:lnTo>
                  <a:pt x="722376" y="434339"/>
                </a:lnTo>
              </a:path>
              <a:path w="2593975" h="1740535">
                <a:moveTo>
                  <a:pt x="1443227" y="0"/>
                </a:moveTo>
                <a:lnTo>
                  <a:pt x="1865376" y="434339"/>
                </a:lnTo>
              </a:path>
              <a:path w="2593975" h="1740535">
                <a:moveTo>
                  <a:pt x="0" y="1505712"/>
                </a:moveTo>
                <a:lnTo>
                  <a:pt x="4506" y="1460855"/>
                </a:lnTo>
                <a:lnTo>
                  <a:pt x="17430" y="1419082"/>
                </a:lnTo>
                <a:lnTo>
                  <a:pt x="37879" y="1381285"/>
                </a:lnTo>
                <a:lnTo>
                  <a:pt x="64960" y="1348359"/>
                </a:lnTo>
                <a:lnTo>
                  <a:pt x="97780" y="1321194"/>
                </a:lnTo>
                <a:lnTo>
                  <a:pt x="135445" y="1300686"/>
                </a:lnTo>
                <a:lnTo>
                  <a:pt x="177063" y="1287726"/>
                </a:lnTo>
                <a:lnTo>
                  <a:pt x="221742" y="1283208"/>
                </a:lnTo>
                <a:lnTo>
                  <a:pt x="266420" y="1287726"/>
                </a:lnTo>
                <a:lnTo>
                  <a:pt x="308038" y="1300686"/>
                </a:lnTo>
                <a:lnTo>
                  <a:pt x="345703" y="1321194"/>
                </a:lnTo>
                <a:lnTo>
                  <a:pt x="378523" y="1348359"/>
                </a:lnTo>
                <a:lnTo>
                  <a:pt x="405604" y="1381285"/>
                </a:lnTo>
                <a:lnTo>
                  <a:pt x="426053" y="1419082"/>
                </a:lnTo>
                <a:lnTo>
                  <a:pt x="438977" y="1460855"/>
                </a:lnTo>
                <a:lnTo>
                  <a:pt x="443484" y="1505712"/>
                </a:lnTo>
                <a:lnTo>
                  <a:pt x="438977" y="1550568"/>
                </a:lnTo>
                <a:lnTo>
                  <a:pt x="426053" y="1592341"/>
                </a:lnTo>
                <a:lnTo>
                  <a:pt x="405604" y="1630138"/>
                </a:lnTo>
                <a:lnTo>
                  <a:pt x="378523" y="1663064"/>
                </a:lnTo>
                <a:lnTo>
                  <a:pt x="345703" y="1690229"/>
                </a:lnTo>
                <a:lnTo>
                  <a:pt x="308038" y="1710737"/>
                </a:lnTo>
                <a:lnTo>
                  <a:pt x="266420" y="1723697"/>
                </a:lnTo>
                <a:lnTo>
                  <a:pt x="221742" y="1728215"/>
                </a:lnTo>
                <a:lnTo>
                  <a:pt x="177063" y="1723697"/>
                </a:lnTo>
                <a:lnTo>
                  <a:pt x="135445" y="1710737"/>
                </a:lnTo>
                <a:lnTo>
                  <a:pt x="97780" y="1690229"/>
                </a:lnTo>
                <a:lnTo>
                  <a:pt x="64960" y="1663064"/>
                </a:lnTo>
                <a:lnTo>
                  <a:pt x="37879" y="1630138"/>
                </a:lnTo>
                <a:lnTo>
                  <a:pt x="17430" y="1592341"/>
                </a:lnTo>
                <a:lnTo>
                  <a:pt x="4506" y="1550568"/>
                </a:lnTo>
                <a:lnTo>
                  <a:pt x="0" y="1505712"/>
                </a:lnTo>
                <a:close/>
              </a:path>
              <a:path w="2593975" h="1740535">
                <a:moveTo>
                  <a:pt x="760476" y="1518665"/>
                </a:moveTo>
                <a:lnTo>
                  <a:pt x="764982" y="1473987"/>
                </a:lnTo>
                <a:lnTo>
                  <a:pt x="777906" y="1432369"/>
                </a:lnTo>
                <a:lnTo>
                  <a:pt x="798355" y="1394704"/>
                </a:lnTo>
                <a:lnTo>
                  <a:pt x="825436" y="1361884"/>
                </a:lnTo>
                <a:lnTo>
                  <a:pt x="858256" y="1334803"/>
                </a:lnTo>
                <a:lnTo>
                  <a:pt x="895921" y="1314354"/>
                </a:lnTo>
                <a:lnTo>
                  <a:pt x="937539" y="1301430"/>
                </a:lnTo>
                <a:lnTo>
                  <a:pt x="982218" y="1296924"/>
                </a:lnTo>
                <a:lnTo>
                  <a:pt x="1026896" y="1301430"/>
                </a:lnTo>
                <a:lnTo>
                  <a:pt x="1068514" y="1314354"/>
                </a:lnTo>
                <a:lnTo>
                  <a:pt x="1106179" y="1334803"/>
                </a:lnTo>
                <a:lnTo>
                  <a:pt x="1138999" y="1361884"/>
                </a:lnTo>
                <a:lnTo>
                  <a:pt x="1166080" y="1394704"/>
                </a:lnTo>
                <a:lnTo>
                  <a:pt x="1186529" y="1432369"/>
                </a:lnTo>
                <a:lnTo>
                  <a:pt x="1199453" y="1473987"/>
                </a:lnTo>
                <a:lnTo>
                  <a:pt x="1203960" y="1518665"/>
                </a:lnTo>
                <a:lnTo>
                  <a:pt x="1199453" y="1563344"/>
                </a:lnTo>
                <a:lnTo>
                  <a:pt x="1186529" y="1604962"/>
                </a:lnTo>
                <a:lnTo>
                  <a:pt x="1166080" y="1642627"/>
                </a:lnTo>
                <a:lnTo>
                  <a:pt x="1138999" y="1675447"/>
                </a:lnTo>
                <a:lnTo>
                  <a:pt x="1106179" y="1702528"/>
                </a:lnTo>
                <a:lnTo>
                  <a:pt x="1068514" y="1722977"/>
                </a:lnTo>
                <a:lnTo>
                  <a:pt x="1026896" y="1735901"/>
                </a:lnTo>
                <a:lnTo>
                  <a:pt x="982218" y="1740408"/>
                </a:lnTo>
                <a:lnTo>
                  <a:pt x="937539" y="1735901"/>
                </a:lnTo>
                <a:lnTo>
                  <a:pt x="895921" y="1722977"/>
                </a:lnTo>
                <a:lnTo>
                  <a:pt x="858256" y="1702528"/>
                </a:lnTo>
                <a:lnTo>
                  <a:pt x="825436" y="1675447"/>
                </a:lnTo>
                <a:lnTo>
                  <a:pt x="798355" y="1642627"/>
                </a:lnTo>
                <a:lnTo>
                  <a:pt x="777906" y="1604962"/>
                </a:lnTo>
                <a:lnTo>
                  <a:pt x="764982" y="1563344"/>
                </a:lnTo>
                <a:lnTo>
                  <a:pt x="760476" y="1518665"/>
                </a:lnTo>
                <a:close/>
              </a:path>
              <a:path w="2593975" h="1740535">
                <a:moveTo>
                  <a:pt x="490727" y="827531"/>
                </a:moveTo>
                <a:lnTo>
                  <a:pt x="227075" y="1287779"/>
                </a:lnTo>
              </a:path>
              <a:path w="2593975" h="1740535">
                <a:moveTo>
                  <a:pt x="676656" y="842772"/>
                </a:moveTo>
                <a:lnTo>
                  <a:pt x="975360" y="1301496"/>
                </a:lnTo>
              </a:path>
              <a:path w="2593975" h="1740535">
                <a:moveTo>
                  <a:pt x="1405127" y="1507236"/>
                </a:moveTo>
                <a:lnTo>
                  <a:pt x="1409634" y="1462379"/>
                </a:lnTo>
                <a:lnTo>
                  <a:pt x="1422558" y="1420606"/>
                </a:lnTo>
                <a:lnTo>
                  <a:pt x="1443007" y="1382809"/>
                </a:lnTo>
                <a:lnTo>
                  <a:pt x="1470088" y="1349882"/>
                </a:lnTo>
                <a:lnTo>
                  <a:pt x="1502908" y="1322718"/>
                </a:lnTo>
                <a:lnTo>
                  <a:pt x="1540573" y="1302210"/>
                </a:lnTo>
                <a:lnTo>
                  <a:pt x="1582191" y="1289250"/>
                </a:lnTo>
                <a:lnTo>
                  <a:pt x="1626870" y="1284731"/>
                </a:lnTo>
                <a:lnTo>
                  <a:pt x="1671548" y="1289250"/>
                </a:lnTo>
                <a:lnTo>
                  <a:pt x="1713166" y="1302210"/>
                </a:lnTo>
                <a:lnTo>
                  <a:pt x="1750831" y="1322718"/>
                </a:lnTo>
                <a:lnTo>
                  <a:pt x="1783651" y="1349882"/>
                </a:lnTo>
                <a:lnTo>
                  <a:pt x="1810732" y="1382809"/>
                </a:lnTo>
                <a:lnTo>
                  <a:pt x="1831181" y="1420606"/>
                </a:lnTo>
                <a:lnTo>
                  <a:pt x="1844105" y="1462379"/>
                </a:lnTo>
                <a:lnTo>
                  <a:pt x="1848612" y="1507236"/>
                </a:lnTo>
                <a:lnTo>
                  <a:pt x="1844105" y="1552092"/>
                </a:lnTo>
                <a:lnTo>
                  <a:pt x="1831181" y="1593865"/>
                </a:lnTo>
                <a:lnTo>
                  <a:pt x="1810732" y="1631662"/>
                </a:lnTo>
                <a:lnTo>
                  <a:pt x="1783651" y="1664589"/>
                </a:lnTo>
                <a:lnTo>
                  <a:pt x="1750831" y="1691753"/>
                </a:lnTo>
                <a:lnTo>
                  <a:pt x="1713166" y="1712261"/>
                </a:lnTo>
                <a:lnTo>
                  <a:pt x="1671548" y="1725221"/>
                </a:lnTo>
                <a:lnTo>
                  <a:pt x="1626870" y="1729739"/>
                </a:lnTo>
                <a:lnTo>
                  <a:pt x="1582191" y="1725221"/>
                </a:lnTo>
                <a:lnTo>
                  <a:pt x="1540573" y="1712261"/>
                </a:lnTo>
                <a:lnTo>
                  <a:pt x="1502908" y="1691753"/>
                </a:lnTo>
                <a:lnTo>
                  <a:pt x="1470088" y="1664589"/>
                </a:lnTo>
                <a:lnTo>
                  <a:pt x="1443007" y="1631662"/>
                </a:lnTo>
                <a:lnTo>
                  <a:pt x="1422558" y="1593865"/>
                </a:lnTo>
                <a:lnTo>
                  <a:pt x="1409634" y="1552092"/>
                </a:lnTo>
                <a:lnTo>
                  <a:pt x="1405127" y="1507236"/>
                </a:lnTo>
                <a:close/>
              </a:path>
              <a:path w="2593975" h="1740535">
                <a:moveTo>
                  <a:pt x="2148840" y="1505712"/>
                </a:moveTo>
                <a:lnTo>
                  <a:pt x="2153358" y="1460855"/>
                </a:lnTo>
                <a:lnTo>
                  <a:pt x="2166318" y="1419082"/>
                </a:lnTo>
                <a:lnTo>
                  <a:pt x="2186826" y="1381285"/>
                </a:lnTo>
                <a:lnTo>
                  <a:pt x="2213990" y="1348359"/>
                </a:lnTo>
                <a:lnTo>
                  <a:pt x="2246917" y="1321194"/>
                </a:lnTo>
                <a:lnTo>
                  <a:pt x="2284714" y="1300686"/>
                </a:lnTo>
                <a:lnTo>
                  <a:pt x="2326487" y="1287726"/>
                </a:lnTo>
                <a:lnTo>
                  <a:pt x="2371344" y="1283208"/>
                </a:lnTo>
                <a:lnTo>
                  <a:pt x="2416200" y="1287726"/>
                </a:lnTo>
                <a:lnTo>
                  <a:pt x="2457973" y="1300686"/>
                </a:lnTo>
                <a:lnTo>
                  <a:pt x="2495770" y="1321194"/>
                </a:lnTo>
                <a:lnTo>
                  <a:pt x="2528697" y="1348359"/>
                </a:lnTo>
                <a:lnTo>
                  <a:pt x="2555861" y="1381285"/>
                </a:lnTo>
                <a:lnTo>
                  <a:pt x="2576369" y="1419082"/>
                </a:lnTo>
                <a:lnTo>
                  <a:pt x="2589329" y="1460855"/>
                </a:lnTo>
                <a:lnTo>
                  <a:pt x="2593848" y="1505712"/>
                </a:lnTo>
                <a:lnTo>
                  <a:pt x="2589329" y="1550568"/>
                </a:lnTo>
                <a:lnTo>
                  <a:pt x="2576369" y="1592341"/>
                </a:lnTo>
                <a:lnTo>
                  <a:pt x="2555861" y="1630138"/>
                </a:lnTo>
                <a:lnTo>
                  <a:pt x="2528697" y="1663064"/>
                </a:lnTo>
                <a:lnTo>
                  <a:pt x="2495770" y="1690229"/>
                </a:lnTo>
                <a:lnTo>
                  <a:pt x="2457973" y="1710737"/>
                </a:lnTo>
                <a:lnTo>
                  <a:pt x="2416200" y="1723697"/>
                </a:lnTo>
                <a:lnTo>
                  <a:pt x="2371344" y="1728215"/>
                </a:lnTo>
                <a:lnTo>
                  <a:pt x="2326487" y="1723697"/>
                </a:lnTo>
                <a:lnTo>
                  <a:pt x="2284714" y="1710737"/>
                </a:lnTo>
                <a:lnTo>
                  <a:pt x="2246917" y="1690229"/>
                </a:lnTo>
                <a:lnTo>
                  <a:pt x="2213991" y="1663064"/>
                </a:lnTo>
                <a:lnTo>
                  <a:pt x="2186826" y="1630138"/>
                </a:lnTo>
                <a:lnTo>
                  <a:pt x="2166318" y="1592341"/>
                </a:lnTo>
                <a:lnTo>
                  <a:pt x="2153358" y="1550568"/>
                </a:lnTo>
                <a:lnTo>
                  <a:pt x="2148840" y="1505712"/>
                </a:lnTo>
                <a:close/>
              </a:path>
              <a:path w="2593975" h="1740535">
                <a:moveTo>
                  <a:pt x="1874520" y="812291"/>
                </a:moveTo>
                <a:lnTo>
                  <a:pt x="1601724" y="1274064"/>
                </a:lnTo>
              </a:path>
              <a:path w="2593975" h="1740535">
                <a:moveTo>
                  <a:pt x="2077212" y="824484"/>
                </a:moveTo>
                <a:lnTo>
                  <a:pt x="2350008" y="1274064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837678" y="1372615"/>
            <a:ext cx="1803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libri"/>
                <a:cs typeface="Calibri"/>
              </a:rPr>
              <a:t>2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113778" y="1439348"/>
            <a:ext cx="234950" cy="1047115"/>
          </a:xfrm>
          <a:prstGeom prst="rect">
            <a:avLst/>
          </a:prstGeom>
        </p:spPr>
        <p:txBody>
          <a:bodyPr vert="horz" wrap="square" lIns="0" tIns="135255" rIns="0" bIns="0" rtlCol="0">
            <a:spAutoFit/>
          </a:bodyPr>
          <a:lstStyle/>
          <a:p>
            <a:pPr marL="41910">
              <a:lnSpc>
                <a:spcPct val="100000"/>
              </a:lnSpc>
              <a:spcBef>
                <a:spcPts val="1065"/>
              </a:spcBef>
            </a:pPr>
            <a:r>
              <a:rPr sz="2800" spc="-50" dirty="0">
                <a:latin typeface="Calibri"/>
                <a:cs typeface="Calibri"/>
              </a:rPr>
              <a:t>1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35"/>
              </a:spcBef>
            </a:pPr>
            <a:r>
              <a:rPr sz="2400" spc="-50" dirty="0">
                <a:latin typeface="Calibri"/>
                <a:cs typeface="Calibri"/>
              </a:rPr>
              <a:t>3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490331" y="1439348"/>
            <a:ext cx="229870" cy="1047115"/>
          </a:xfrm>
          <a:prstGeom prst="rect">
            <a:avLst/>
          </a:prstGeom>
        </p:spPr>
        <p:txBody>
          <a:bodyPr vert="horz" wrap="square" lIns="0" tIns="135255" rIns="0" bIns="0" rtlCol="0">
            <a:spAutoFit/>
          </a:bodyPr>
          <a:lstStyle/>
          <a:p>
            <a:pPr marL="36830">
              <a:lnSpc>
                <a:spcPct val="100000"/>
              </a:lnSpc>
              <a:spcBef>
                <a:spcPts val="1065"/>
              </a:spcBef>
            </a:pPr>
            <a:r>
              <a:rPr sz="2800" spc="-50" dirty="0">
                <a:latin typeface="Calibri"/>
                <a:cs typeface="Calibri"/>
              </a:rPr>
              <a:t>2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35"/>
              </a:spcBef>
            </a:pPr>
            <a:r>
              <a:rPr sz="2400" spc="-50" dirty="0">
                <a:latin typeface="Calibri"/>
                <a:cs typeface="Calibri"/>
              </a:rPr>
              <a:t>3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726428" y="2312783"/>
            <a:ext cx="240029" cy="1091565"/>
          </a:xfrm>
          <a:prstGeom prst="rect">
            <a:avLst/>
          </a:prstGeom>
        </p:spPr>
        <p:txBody>
          <a:bodyPr vert="horz" wrap="square" lIns="0" tIns="159385" rIns="0" bIns="0" rtlCol="0">
            <a:spAutoFit/>
          </a:bodyPr>
          <a:lstStyle/>
          <a:p>
            <a:pPr marL="46355">
              <a:lnSpc>
                <a:spcPct val="100000"/>
              </a:lnSpc>
              <a:spcBef>
                <a:spcPts val="1255"/>
              </a:spcBef>
            </a:pPr>
            <a:r>
              <a:rPr sz="2800" spc="-50" dirty="0">
                <a:latin typeface="Calibri"/>
                <a:cs typeface="Calibri"/>
              </a:rPr>
              <a:t>3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</a:pPr>
            <a:r>
              <a:rPr sz="2400" spc="-50" dirty="0">
                <a:latin typeface="Calibri"/>
                <a:cs typeface="Calibri"/>
              </a:rPr>
              <a:t>1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429881" y="2300067"/>
            <a:ext cx="966469" cy="1223645"/>
          </a:xfrm>
          <a:prstGeom prst="rect">
            <a:avLst/>
          </a:prstGeom>
        </p:spPr>
        <p:txBody>
          <a:bodyPr vert="horz" wrap="square" lIns="0" tIns="184785" rIns="0" bIns="0" rtlCol="0">
            <a:spAutoFit/>
          </a:bodyPr>
          <a:lstStyle/>
          <a:p>
            <a:pPr marL="103505">
              <a:lnSpc>
                <a:spcPct val="100000"/>
              </a:lnSpc>
              <a:spcBef>
                <a:spcPts val="1455"/>
              </a:spcBef>
              <a:tabLst>
                <a:tab pos="748030" algn="l"/>
              </a:tabLst>
            </a:pPr>
            <a:r>
              <a:rPr sz="2800" spc="-50" dirty="0">
                <a:latin typeface="Calibri"/>
                <a:cs typeface="Calibri"/>
              </a:rPr>
              <a:t>4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4200" spc="-75" baseline="1984" dirty="0">
                <a:latin typeface="Calibri"/>
                <a:cs typeface="Calibri"/>
              </a:rPr>
              <a:t>5</a:t>
            </a:r>
            <a:endParaRPr sz="4200" baseline="1984">
              <a:latin typeface="Calibri"/>
              <a:cs typeface="Calibri"/>
            </a:endParaRPr>
          </a:p>
          <a:p>
            <a:pPr marL="50800">
              <a:lnSpc>
                <a:spcPct val="100000"/>
              </a:lnSpc>
              <a:spcBef>
                <a:spcPts val="1355"/>
              </a:spcBef>
            </a:pPr>
            <a:r>
              <a:rPr sz="3600" baseline="10416" dirty="0">
                <a:latin typeface="Calibri"/>
                <a:cs typeface="Calibri"/>
              </a:rPr>
              <a:t>1</a:t>
            </a:r>
            <a:r>
              <a:rPr sz="3600" spc="277" baseline="10416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</a:t>
            </a:r>
            <a:r>
              <a:rPr sz="1800" dirty="0">
                <a:latin typeface="Calibri"/>
                <a:cs typeface="Calibri"/>
              </a:rPr>
              <a:t>2</a:t>
            </a:r>
            <a:r>
              <a:rPr sz="1800" spc="45" dirty="0">
                <a:latin typeface="Calibri"/>
                <a:cs typeface="Calibri"/>
              </a:rPr>
              <a:t>  </a:t>
            </a:r>
            <a:r>
              <a:rPr sz="3600" spc="-75" baseline="13888" dirty="0">
                <a:latin typeface="Calibri"/>
                <a:cs typeface="Calibri"/>
              </a:rPr>
              <a:t>1</a:t>
            </a:r>
            <a:endParaRPr sz="3600" baseline="13888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910066" y="2210842"/>
            <a:ext cx="236854" cy="1280795"/>
          </a:xfrm>
          <a:prstGeom prst="rect">
            <a:avLst/>
          </a:prstGeom>
        </p:spPr>
        <p:txBody>
          <a:bodyPr vert="horz" wrap="square" lIns="0" tIns="260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55"/>
              </a:spcBef>
            </a:pPr>
            <a:r>
              <a:rPr sz="2800" spc="-50" dirty="0">
                <a:latin typeface="Calibri"/>
                <a:cs typeface="Calibri"/>
              </a:rPr>
              <a:t>6</a:t>
            </a:r>
            <a:endParaRPr sz="2800">
              <a:latin typeface="Calibri"/>
              <a:cs typeface="Calibri"/>
            </a:endParaRPr>
          </a:p>
          <a:p>
            <a:pPr marL="69215">
              <a:lnSpc>
                <a:spcPct val="100000"/>
              </a:lnSpc>
              <a:spcBef>
                <a:spcPts val="1685"/>
              </a:spcBef>
            </a:pPr>
            <a:r>
              <a:rPr sz="2400" spc="-50" dirty="0">
                <a:latin typeface="Calibri"/>
                <a:cs typeface="Calibri"/>
              </a:rPr>
              <a:t>1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003295" y="3836161"/>
            <a:ext cx="1827530" cy="11880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495" marR="5080" indent="-11430">
              <a:lnSpc>
                <a:spcPct val="108900"/>
              </a:lnSpc>
              <a:spcBef>
                <a:spcPts val="100"/>
              </a:spcBef>
            </a:pPr>
            <a:r>
              <a:rPr sz="2400" spc="-10" dirty="0">
                <a:solidFill>
                  <a:srgbClr val="44536A"/>
                </a:solidFill>
                <a:latin typeface="Calibri"/>
                <a:cs typeface="Calibri"/>
              </a:rPr>
              <a:t>directed</a:t>
            </a:r>
            <a:r>
              <a:rPr sz="2400" spc="-70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44536A"/>
                </a:solidFill>
                <a:latin typeface="Calibri"/>
                <a:cs typeface="Calibri"/>
              </a:rPr>
              <a:t>graph in-</a:t>
            </a:r>
            <a:r>
              <a:rPr sz="2400" spc="-10" dirty="0">
                <a:solidFill>
                  <a:srgbClr val="44536A"/>
                </a:solidFill>
                <a:latin typeface="Calibri"/>
                <a:cs typeface="Calibri"/>
              </a:rPr>
              <a:t>degree</a:t>
            </a:r>
            <a:endParaRPr sz="2400">
              <a:latin typeface="Calibri"/>
              <a:cs typeface="Calibri"/>
            </a:endParaRPr>
          </a:p>
          <a:p>
            <a:pPr marL="23495">
              <a:lnSpc>
                <a:spcPct val="100000"/>
              </a:lnSpc>
            </a:pPr>
            <a:r>
              <a:rPr sz="2400" spc="-10" dirty="0">
                <a:solidFill>
                  <a:srgbClr val="44536A"/>
                </a:solidFill>
                <a:latin typeface="Calibri"/>
                <a:cs typeface="Calibri"/>
              </a:rPr>
              <a:t>out-degree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433059" y="3470147"/>
            <a:ext cx="443865" cy="445134"/>
          </a:xfrm>
          <a:custGeom>
            <a:avLst/>
            <a:gdLst/>
            <a:ahLst/>
            <a:cxnLst/>
            <a:rect l="l" t="t" r="r" b="b"/>
            <a:pathLst>
              <a:path w="443864" h="445135">
                <a:moveTo>
                  <a:pt x="0" y="222503"/>
                </a:moveTo>
                <a:lnTo>
                  <a:pt x="4506" y="177647"/>
                </a:lnTo>
                <a:lnTo>
                  <a:pt x="17430" y="135874"/>
                </a:lnTo>
                <a:lnTo>
                  <a:pt x="37879" y="98077"/>
                </a:lnTo>
                <a:lnTo>
                  <a:pt x="64960" y="65150"/>
                </a:lnTo>
                <a:lnTo>
                  <a:pt x="97780" y="37986"/>
                </a:lnTo>
                <a:lnTo>
                  <a:pt x="135445" y="17478"/>
                </a:lnTo>
                <a:lnTo>
                  <a:pt x="177063" y="4518"/>
                </a:lnTo>
                <a:lnTo>
                  <a:pt x="221741" y="0"/>
                </a:lnTo>
                <a:lnTo>
                  <a:pt x="266420" y="4518"/>
                </a:lnTo>
                <a:lnTo>
                  <a:pt x="308038" y="17478"/>
                </a:lnTo>
                <a:lnTo>
                  <a:pt x="345703" y="37986"/>
                </a:lnTo>
                <a:lnTo>
                  <a:pt x="378523" y="65150"/>
                </a:lnTo>
                <a:lnTo>
                  <a:pt x="405604" y="98077"/>
                </a:lnTo>
                <a:lnTo>
                  <a:pt x="426053" y="135874"/>
                </a:lnTo>
                <a:lnTo>
                  <a:pt x="438977" y="177647"/>
                </a:lnTo>
                <a:lnTo>
                  <a:pt x="443484" y="222503"/>
                </a:lnTo>
                <a:lnTo>
                  <a:pt x="438977" y="267360"/>
                </a:lnTo>
                <a:lnTo>
                  <a:pt x="426053" y="309133"/>
                </a:lnTo>
                <a:lnTo>
                  <a:pt x="405604" y="346930"/>
                </a:lnTo>
                <a:lnTo>
                  <a:pt x="378523" y="379856"/>
                </a:lnTo>
                <a:lnTo>
                  <a:pt x="345703" y="407021"/>
                </a:lnTo>
                <a:lnTo>
                  <a:pt x="308038" y="427529"/>
                </a:lnTo>
                <a:lnTo>
                  <a:pt x="266420" y="440489"/>
                </a:lnTo>
                <a:lnTo>
                  <a:pt x="221741" y="445007"/>
                </a:lnTo>
                <a:lnTo>
                  <a:pt x="177063" y="440489"/>
                </a:lnTo>
                <a:lnTo>
                  <a:pt x="135445" y="427529"/>
                </a:lnTo>
                <a:lnTo>
                  <a:pt x="97780" y="407021"/>
                </a:lnTo>
                <a:lnTo>
                  <a:pt x="64960" y="379856"/>
                </a:lnTo>
                <a:lnTo>
                  <a:pt x="37879" y="346930"/>
                </a:lnTo>
                <a:lnTo>
                  <a:pt x="17430" y="309133"/>
                </a:lnTo>
                <a:lnTo>
                  <a:pt x="4506" y="267360"/>
                </a:lnTo>
                <a:lnTo>
                  <a:pt x="0" y="222503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5577585" y="3444062"/>
            <a:ext cx="2057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0" dirty="0">
                <a:latin typeface="Calibri"/>
                <a:cs typeface="Calibri"/>
              </a:rPr>
              <a:t>0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431535" y="4573523"/>
            <a:ext cx="443865" cy="445134"/>
          </a:xfrm>
          <a:custGeom>
            <a:avLst/>
            <a:gdLst/>
            <a:ahLst/>
            <a:cxnLst/>
            <a:rect l="l" t="t" r="r" b="b"/>
            <a:pathLst>
              <a:path w="443864" h="445135">
                <a:moveTo>
                  <a:pt x="0" y="222503"/>
                </a:moveTo>
                <a:lnTo>
                  <a:pt x="4506" y="177647"/>
                </a:lnTo>
                <a:lnTo>
                  <a:pt x="17430" y="135874"/>
                </a:lnTo>
                <a:lnTo>
                  <a:pt x="37879" y="98077"/>
                </a:lnTo>
                <a:lnTo>
                  <a:pt x="64960" y="65150"/>
                </a:lnTo>
                <a:lnTo>
                  <a:pt x="97780" y="37986"/>
                </a:lnTo>
                <a:lnTo>
                  <a:pt x="135445" y="17478"/>
                </a:lnTo>
                <a:lnTo>
                  <a:pt x="177063" y="4518"/>
                </a:lnTo>
                <a:lnTo>
                  <a:pt x="221741" y="0"/>
                </a:lnTo>
                <a:lnTo>
                  <a:pt x="266420" y="4518"/>
                </a:lnTo>
                <a:lnTo>
                  <a:pt x="308038" y="17478"/>
                </a:lnTo>
                <a:lnTo>
                  <a:pt x="345703" y="37986"/>
                </a:lnTo>
                <a:lnTo>
                  <a:pt x="378523" y="65150"/>
                </a:lnTo>
                <a:lnTo>
                  <a:pt x="405604" y="98077"/>
                </a:lnTo>
                <a:lnTo>
                  <a:pt x="426053" y="135874"/>
                </a:lnTo>
                <a:lnTo>
                  <a:pt x="438977" y="177647"/>
                </a:lnTo>
                <a:lnTo>
                  <a:pt x="443484" y="222503"/>
                </a:lnTo>
                <a:lnTo>
                  <a:pt x="438977" y="267360"/>
                </a:lnTo>
                <a:lnTo>
                  <a:pt x="426053" y="309133"/>
                </a:lnTo>
                <a:lnTo>
                  <a:pt x="405604" y="346930"/>
                </a:lnTo>
                <a:lnTo>
                  <a:pt x="378523" y="379856"/>
                </a:lnTo>
                <a:lnTo>
                  <a:pt x="345703" y="407021"/>
                </a:lnTo>
                <a:lnTo>
                  <a:pt x="308038" y="427529"/>
                </a:lnTo>
                <a:lnTo>
                  <a:pt x="266420" y="440489"/>
                </a:lnTo>
                <a:lnTo>
                  <a:pt x="221741" y="445007"/>
                </a:lnTo>
                <a:lnTo>
                  <a:pt x="177063" y="440489"/>
                </a:lnTo>
                <a:lnTo>
                  <a:pt x="135445" y="427529"/>
                </a:lnTo>
                <a:lnTo>
                  <a:pt x="97780" y="407021"/>
                </a:lnTo>
                <a:lnTo>
                  <a:pt x="64960" y="379856"/>
                </a:lnTo>
                <a:lnTo>
                  <a:pt x="37879" y="346930"/>
                </a:lnTo>
                <a:lnTo>
                  <a:pt x="17430" y="309133"/>
                </a:lnTo>
                <a:lnTo>
                  <a:pt x="4506" y="267360"/>
                </a:lnTo>
                <a:lnTo>
                  <a:pt x="0" y="222503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5576061" y="4547997"/>
            <a:ext cx="2057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0" dirty="0">
                <a:latin typeface="Calibri"/>
                <a:cs typeface="Calibri"/>
              </a:rPr>
              <a:t>1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5440426" y="3858767"/>
            <a:ext cx="457834" cy="2184400"/>
            <a:chOff x="5440426" y="3858767"/>
            <a:chExt cx="457834" cy="2184400"/>
          </a:xfrm>
        </p:grpSpPr>
        <p:sp>
          <p:nvSpPr>
            <p:cNvPr id="17" name="object 17"/>
            <p:cNvSpPr/>
            <p:nvPr/>
          </p:nvSpPr>
          <p:spPr>
            <a:xfrm>
              <a:off x="5446776" y="5593079"/>
              <a:ext cx="445134" cy="443865"/>
            </a:xfrm>
            <a:custGeom>
              <a:avLst/>
              <a:gdLst/>
              <a:ahLst/>
              <a:cxnLst/>
              <a:rect l="l" t="t" r="r" b="b"/>
              <a:pathLst>
                <a:path w="445135" h="443864">
                  <a:moveTo>
                    <a:pt x="0" y="221742"/>
                  </a:moveTo>
                  <a:lnTo>
                    <a:pt x="4518" y="177052"/>
                  </a:lnTo>
                  <a:lnTo>
                    <a:pt x="17478" y="135429"/>
                  </a:lnTo>
                  <a:lnTo>
                    <a:pt x="37986" y="97763"/>
                  </a:lnTo>
                  <a:lnTo>
                    <a:pt x="65150" y="64946"/>
                  </a:lnTo>
                  <a:lnTo>
                    <a:pt x="98077" y="37869"/>
                  </a:lnTo>
                  <a:lnTo>
                    <a:pt x="135874" y="17425"/>
                  </a:lnTo>
                  <a:lnTo>
                    <a:pt x="177647" y="4504"/>
                  </a:lnTo>
                  <a:lnTo>
                    <a:pt x="222503" y="0"/>
                  </a:lnTo>
                  <a:lnTo>
                    <a:pt x="267360" y="4504"/>
                  </a:lnTo>
                  <a:lnTo>
                    <a:pt x="309133" y="17425"/>
                  </a:lnTo>
                  <a:lnTo>
                    <a:pt x="346930" y="37869"/>
                  </a:lnTo>
                  <a:lnTo>
                    <a:pt x="379857" y="64946"/>
                  </a:lnTo>
                  <a:lnTo>
                    <a:pt x="407021" y="97763"/>
                  </a:lnTo>
                  <a:lnTo>
                    <a:pt x="427529" y="135429"/>
                  </a:lnTo>
                  <a:lnTo>
                    <a:pt x="440489" y="177052"/>
                  </a:lnTo>
                  <a:lnTo>
                    <a:pt x="445008" y="221742"/>
                  </a:lnTo>
                  <a:lnTo>
                    <a:pt x="440489" y="266431"/>
                  </a:lnTo>
                  <a:lnTo>
                    <a:pt x="427529" y="308054"/>
                  </a:lnTo>
                  <a:lnTo>
                    <a:pt x="407021" y="345720"/>
                  </a:lnTo>
                  <a:lnTo>
                    <a:pt x="379857" y="378537"/>
                  </a:lnTo>
                  <a:lnTo>
                    <a:pt x="346930" y="405614"/>
                  </a:lnTo>
                  <a:lnTo>
                    <a:pt x="309133" y="426058"/>
                  </a:lnTo>
                  <a:lnTo>
                    <a:pt x="267360" y="438979"/>
                  </a:lnTo>
                  <a:lnTo>
                    <a:pt x="222503" y="443484"/>
                  </a:lnTo>
                  <a:lnTo>
                    <a:pt x="177647" y="438979"/>
                  </a:lnTo>
                  <a:lnTo>
                    <a:pt x="135874" y="426058"/>
                  </a:lnTo>
                  <a:lnTo>
                    <a:pt x="98077" y="405614"/>
                  </a:lnTo>
                  <a:lnTo>
                    <a:pt x="65150" y="378537"/>
                  </a:lnTo>
                  <a:lnTo>
                    <a:pt x="37986" y="345720"/>
                  </a:lnTo>
                  <a:lnTo>
                    <a:pt x="17478" y="308054"/>
                  </a:lnTo>
                  <a:lnTo>
                    <a:pt x="4518" y="266431"/>
                  </a:lnTo>
                  <a:lnTo>
                    <a:pt x="0" y="221742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440680" y="3858767"/>
              <a:ext cx="443865" cy="1729739"/>
            </a:xfrm>
            <a:custGeom>
              <a:avLst/>
              <a:gdLst/>
              <a:ahLst/>
              <a:cxnLst/>
              <a:rect l="l" t="t" r="r" b="b"/>
              <a:pathLst>
                <a:path w="443864" h="1729739">
                  <a:moveTo>
                    <a:pt x="76200" y="635000"/>
                  </a:moveTo>
                  <a:lnTo>
                    <a:pt x="44450" y="677341"/>
                  </a:lnTo>
                  <a:lnTo>
                    <a:pt x="44450" y="27432"/>
                  </a:lnTo>
                  <a:lnTo>
                    <a:pt x="31750" y="27432"/>
                  </a:lnTo>
                  <a:lnTo>
                    <a:pt x="31750" y="677341"/>
                  </a:lnTo>
                  <a:lnTo>
                    <a:pt x="0" y="635000"/>
                  </a:lnTo>
                  <a:lnTo>
                    <a:pt x="38100" y="762000"/>
                  </a:lnTo>
                  <a:lnTo>
                    <a:pt x="60960" y="685800"/>
                  </a:lnTo>
                  <a:lnTo>
                    <a:pt x="76200" y="635000"/>
                  </a:lnTo>
                  <a:close/>
                </a:path>
                <a:path w="443864" h="1729739">
                  <a:moveTo>
                    <a:pt x="266700" y="1602740"/>
                  </a:moveTo>
                  <a:lnTo>
                    <a:pt x="234950" y="1645081"/>
                  </a:lnTo>
                  <a:lnTo>
                    <a:pt x="234950" y="1170432"/>
                  </a:lnTo>
                  <a:lnTo>
                    <a:pt x="222250" y="1170432"/>
                  </a:lnTo>
                  <a:lnTo>
                    <a:pt x="222250" y="1645081"/>
                  </a:lnTo>
                  <a:lnTo>
                    <a:pt x="190500" y="1602740"/>
                  </a:lnTo>
                  <a:lnTo>
                    <a:pt x="228600" y="1729740"/>
                  </a:lnTo>
                  <a:lnTo>
                    <a:pt x="251460" y="1653540"/>
                  </a:lnTo>
                  <a:lnTo>
                    <a:pt x="266700" y="1602740"/>
                  </a:lnTo>
                  <a:close/>
                </a:path>
                <a:path w="443864" h="1729739">
                  <a:moveTo>
                    <a:pt x="443484" y="127000"/>
                  </a:moveTo>
                  <a:lnTo>
                    <a:pt x="428244" y="76200"/>
                  </a:lnTo>
                  <a:lnTo>
                    <a:pt x="405384" y="0"/>
                  </a:lnTo>
                  <a:lnTo>
                    <a:pt x="367284" y="127000"/>
                  </a:lnTo>
                  <a:lnTo>
                    <a:pt x="399034" y="84670"/>
                  </a:lnTo>
                  <a:lnTo>
                    <a:pt x="399034" y="720852"/>
                  </a:lnTo>
                  <a:lnTo>
                    <a:pt x="411734" y="720852"/>
                  </a:lnTo>
                  <a:lnTo>
                    <a:pt x="411734" y="84670"/>
                  </a:lnTo>
                  <a:lnTo>
                    <a:pt x="443484" y="1270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5404484" y="5438952"/>
            <a:ext cx="393065" cy="1135380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200025">
              <a:lnSpc>
                <a:spcPct val="100000"/>
              </a:lnSpc>
              <a:spcBef>
                <a:spcPts val="1105"/>
              </a:spcBef>
            </a:pPr>
            <a:r>
              <a:rPr sz="2800" spc="-50" dirty="0">
                <a:latin typeface="Calibri"/>
                <a:cs typeface="Calibri"/>
              </a:rPr>
              <a:t>2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sz="2800" spc="-25" dirty="0">
                <a:latin typeface="Calibri"/>
                <a:cs typeface="Calibri"/>
              </a:rPr>
              <a:t>G</a:t>
            </a:r>
            <a:r>
              <a:rPr sz="1800" spc="-25" dirty="0">
                <a:latin typeface="Calibri"/>
                <a:cs typeface="Calibri"/>
              </a:rPr>
              <a:t>3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256401" y="3506470"/>
            <a:ext cx="13620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in:1,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out: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1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273800" y="4582744"/>
            <a:ext cx="143256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in: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1,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out: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2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308852" y="5588304"/>
            <a:ext cx="14306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in: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1,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out: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0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4131564" y="1295400"/>
            <a:ext cx="445134" cy="445134"/>
          </a:xfrm>
          <a:custGeom>
            <a:avLst/>
            <a:gdLst/>
            <a:ahLst/>
            <a:cxnLst/>
            <a:rect l="l" t="t" r="r" b="b"/>
            <a:pathLst>
              <a:path w="445135" h="445135">
                <a:moveTo>
                  <a:pt x="0" y="222503"/>
                </a:moveTo>
                <a:lnTo>
                  <a:pt x="4518" y="177647"/>
                </a:lnTo>
                <a:lnTo>
                  <a:pt x="17478" y="135874"/>
                </a:lnTo>
                <a:lnTo>
                  <a:pt x="37986" y="98077"/>
                </a:lnTo>
                <a:lnTo>
                  <a:pt x="65150" y="65150"/>
                </a:lnTo>
                <a:lnTo>
                  <a:pt x="98077" y="37986"/>
                </a:lnTo>
                <a:lnTo>
                  <a:pt x="135874" y="17478"/>
                </a:lnTo>
                <a:lnTo>
                  <a:pt x="177647" y="4518"/>
                </a:lnTo>
                <a:lnTo>
                  <a:pt x="222503" y="0"/>
                </a:lnTo>
                <a:lnTo>
                  <a:pt x="267360" y="4518"/>
                </a:lnTo>
                <a:lnTo>
                  <a:pt x="309133" y="17478"/>
                </a:lnTo>
                <a:lnTo>
                  <a:pt x="346930" y="37986"/>
                </a:lnTo>
                <a:lnTo>
                  <a:pt x="379857" y="65150"/>
                </a:lnTo>
                <a:lnTo>
                  <a:pt x="407021" y="98077"/>
                </a:lnTo>
                <a:lnTo>
                  <a:pt x="427529" y="135874"/>
                </a:lnTo>
                <a:lnTo>
                  <a:pt x="440489" y="177647"/>
                </a:lnTo>
                <a:lnTo>
                  <a:pt x="445008" y="222503"/>
                </a:lnTo>
                <a:lnTo>
                  <a:pt x="440489" y="267360"/>
                </a:lnTo>
                <a:lnTo>
                  <a:pt x="427529" y="309133"/>
                </a:lnTo>
                <a:lnTo>
                  <a:pt x="407021" y="346930"/>
                </a:lnTo>
                <a:lnTo>
                  <a:pt x="379857" y="379857"/>
                </a:lnTo>
                <a:lnTo>
                  <a:pt x="346930" y="407021"/>
                </a:lnTo>
                <a:lnTo>
                  <a:pt x="309133" y="427529"/>
                </a:lnTo>
                <a:lnTo>
                  <a:pt x="267360" y="440489"/>
                </a:lnTo>
                <a:lnTo>
                  <a:pt x="222503" y="445008"/>
                </a:lnTo>
                <a:lnTo>
                  <a:pt x="177647" y="440489"/>
                </a:lnTo>
                <a:lnTo>
                  <a:pt x="135874" y="427529"/>
                </a:lnTo>
                <a:lnTo>
                  <a:pt x="98077" y="407021"/>
                </a:lnTo>
                <a:lnTo>
                  <a:pt x="65150" y="379857"/>
                </a:lnTo>
                <a:lnTo>
                  <a:pt x="37986" y="346930"/>
                </a:lnTo>
                <a:lnTo>
                  <a:pt x="17478" y="309133"/>
                </a:lnTo>
                <a:lnTo>
                  <a:pt x="4518" y="267360"/>
                </a:lnTo>
                <a:lnTo>
                  <a:pt x="0" y="222503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3027045" y="-185354"/>
            <a:ext cx="2148840" cy="1906270"/>
          </a:xfrm>
          <a:prstGeom prst="rect">
            <a:avLst/>
          </a:prstGeom>
        </p:spPr>
        <p:txBody>
          <a:bodyPr vert="horz" wrap="square" lIns="0" tIns="2108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60"/>
              </a:spcBef>
            </a:pPr>
            <a:r>
              <a:rPr sz="2400" dirty="0">
                <a:solidFill>
                  <a:srgbClr val="44536A"/>
                </a:solidFill>
                <a:latin typeface="Calibri"/>
                <a:cs typeface="Calibri"/>
              </a:rPr>
              <a:t>undirected</a:t>
            </a:r>
            <a:r>
              <a:rPr sz="2400" spc="-130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44536A"/>
                </a:solidFill>
                <a:latin typeface="Calibri"/>
                <a:cs typeface="Calibri"/>
              </a:rPr>
              <a:t>graph</a:t>
            </a:r>
            <a:endParaRPr sz="2400">
              <a:latin typeface="Calibri"/>
              <a:cs typeface="Calibri"/>
            </a:endParaRPr>
          </a:p>
          <a:p>
            <a:pPr marR="1218565" algn="ctr">
              <a:lnSpc>
                <a:spcPts val="2500"/>
              </a:lnSpc>
              <a:spcBef>
                <a:spcPts val="1560"/>
              </a:spcBef>
            </a:pPr>
            <a:r>
              <a:rPr sz="2400" spc="-10" dirty="0">
                <a:solidFill>
                  <a:srgbClr val="44536A"/>
                </a:solidFill>
                <a:latin typeface="Calibri"/>
                <a:cs typeface="Calibri"/>
              </a:rPr>
              <a:t>degree</a:t>
            </a:r>
            <a:endParaRPr sz="2400">
              <a:latin typeface="Calibri"/>
              <a:cs typeface="Calibri"/>
            </a:endParaRPr>
          </a:p>
          <a:p>
            <a:pPr marL="562610" algn="ctr">
              <a:lnSpc>
                <a:spcPts val="2500"/>
              </a:lnSpc>
            </a:pPr>
            <a:r>
              <a:rPr sz="2400" spc="-50" dirty="0">
                <a:latin typeface="Calibri"/>
                <a:cs typeface="Calibri"/>
              </a:rPr>
              <a:t>3</a:t>
            </a:r>
            <a:endParaRPr sz="2400">
              <a:latin typeface="Calibri"/>
              <a:cs typeface="Calibri"/>
            </a:endParaRPr>
          </a:p>
          <a:p>
            <a:pPr marL="557530" algn="ctr">
              <a:lnSpc>
                <a:spcPct val="100000"/>
              </a:lnSpc>
              <a:spcBef>
                <a:spcPts val="440"/>
              </a:spcBef>
            </a:pPr>
            <a:r>
              <a:rPr sz="2800" spc="-50" dirty="0">
                <a:latin typeface="Calibri"/>
                <a:cs typeface="Calibri"/>
              </a:rPr>
              <a:t>0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3445764" y="1670304"/>
            <a:ext cx="1816735" cy="1442085"/>
          </a:xfrm>
          <a:custGeom>
            <a:avLst/>
            <a:gdLst/>
            <a:ahLst/>
            <a:cxnLst/>
            <a:rect l="l" t="t" r="r" b="b"/>
            <a:pathLst>
              <a:path w="1816735" h="1442085">
                <a:moveTo>
                  <a:pt x="0" y="609600"/>
                </a:moveTo>
                <a:lnTo>
                  <a:pt x="4518" y="564743"/>
                </a:lnTo>
                <a:lnTo>
                  <a:pt x="17478" y="522970"/>
                </a:lnTo>
                <a:lnTo>
                  <a:pt x="37986" y="485173"/>
                </a:lnTo>
                <a:lnTo>
                  <a:pt x="65150" y="452247"/>
                </a:lnTo>
                <a:lnTo>
                  <a:pt x="98077" y="425082"/>
                </a:lnTo>
                <a:lnTo>
                  <a:pt x="135874" y="404574"/>
                </a:lnTo>
                <a:lnTo>
                  <a:pt x="177647" y="391614"/>
                </a:lnTo>
                <a:lnTo>
                  <a:pt x="222503" y="387096"/>
                </a:lnTo>
                <a:lnTo>
                  <a:pt x="267360" y="391614"/>
                </a:lnTo>
                <a:lnTo>
                  <a:pt x="309133" y="404574"/>
                </a:lnTo>
                <a:lnTo>
                  <a:pt x="346930" y="425082"/>
                </a:lnTo>
                <a:lnTo>
                  <a:pt x="379857" y="452247"/>
                </a:lnTo>
                <a:lnTo>
                  <a:pt x="407021" y="485173"/>
                </a:lnTo>
                <a:lnTo>
                  <a:pt x="427529" y="522970"/>
                </a:lnTo>
                <a:lnTo>
                  <a:pt x="440489" y="564743"/>
                </a:lnTo>
                <a:lnTo>
                  <a:pt x="445008" y="609600"/>
                </a:lnTo>
                <a:lnTo>
                  <a:pt x="440489" y="654456"/>
                </a:lnTo>
                <a:lnTo>
                  <a:pt x="427529" y="696229"/>
                </a:lnTo>
                <a:lnTo>
                  <a:pt x="407021" y="734026"/>
                </a:lnTo>
                <a:lnTo>
                  <a:pt x="379857" y="766953"/>
                </a:lnTo>
                <a:lnTo>
                  <a:pt x="346930" y="794117"/>
                </a:lnTo>
                <a:lnTo>
                  <a:pt x="309133" y="814625"/>
                </a:lnTo>
                <a:lnTo>
                  <a:pt x="267360" y="827585"/>
                </a:lnTo>
                <a:lnTo>
                  <a:pt x="222503" y="832104"/>
                </a:lnTo>
                <a:lnTo>
                  <a:pt x="177647" y="827585"/>
                </a:lnTo>
                <a:lnTo>
                  <a:pt x="135874" y="814625"/>
                </a:lnTo>
                <a:lnTo>
                  <a:pt x="98077" y="794117"/>
                </a:lnTo>
                <a:lnTo>
                  <a:pt x="65150" y="766953"/>
                </a:lnTo>
                <a:lnTo>
                  <a:pt x="37986" y="734026"/>
                </a:lnTo>
                <a:lnTo>
                  <a:pt x="17478" y="696229"/>
                </a:lnTo>
                <a:lnTo>
                  <a:pt x="4518" y="654456"/>
                </a:lnTo>
                <a:lnTo>
                  <a:pt x="0" y="609600"/>
                </a:lnTo>
                <a:close/>
              </a:path>
              <a:path w="1816735" h="1442085">
                <a:moveTo>
                  <a:pt x="1371600" y="609600"/>
                </a:moveTo>
                <a:lnTo>
                  <a:pt x="1376118" y="564743"/>
                </a:lnTo>
                <a:lnTo>
                  <a:pt x="1389078" y="522970"/>
                </a:lnTo>
                <a:lnTo>
                  <a:pt x="1409586" y="485173"/>
                </a:lnTo>
                <a:lnTo>
                  <a:pt x="1436751" y="452247"/>
                </a:lnTo>
                <a:lnTo>
                  <a:pt x="1469677" y="425082"/>
                </a:lnTo>
                <a:lnTo>
                  <a:pt x="1507474" y="404574"/>
                </a:lnTo>
                <a:lnTo>
                  <a:pt x="1549247" y="391614"/>
                </a:lnTo>
                <a:lnTo>
                  <a:pt x="1594103" y="387096"/>
                </a:lnTo>
                <a:lnTo>
                  <a:pt x="1638960" y="391614"/>
                </a:lnTo>
                <a:lnTo>
                  <a:pt x="1680733" y="404574"/>
                </a:lnTo>
                <a:lnTo>
                  <a:pt x="1718530" y="425082"/>
                </a:lnTo>
                <a:lnTo>
                  <a:pt x="1751457" y="452247"/>
                </a:lnTo>
                <a:lnTo>
                  <a:pt x="1778621" y="485173"/>
                </a:lnTo>
                <a:lnTo>
                  <a:pt x="1799129" y="522970"/>
                </a:lnTo>
                <a:lnTo>
                  <a:pt x="1812089" y="564743"/>
                </a:lnTo>
                <a:lnTo>
                  <a:pt x="1816608" y="609600"/>
                </a:lnTo>
                <a:lnTo>
                  <a:pt x="1812089" y="654456"/>
                </a:lnTo>
                <a:lnTo>
                  <a:pt x="1799129" y="696229"/>
                </a:lnTo>
                <a:lnTo>
                  <a:pt x="1778621" y="734026"/>
                </a:lnTo>
                <a:lnTo>
                  <a:pt x="1751457" y="766953"/>
                </a:lnTo>
                <a:lnTo>
                  <a:pt x="1718530" y="794117"/>
                </a:lnTo>
                <a:lnTo>
                  <a:pt x="1680733" y="814625"/>
                </a:lnTo>
                <a:lnTo>
                  <a:pt x="1638960" y="827585"/>
                </a:lnTo>
                <a:lnTo>
                  <a:pt x="1594103" y="832104"/>
                </a:lnTo>
                <a:lnTo>
                  <a:pt x="1549247" y="827585"/>
                </a:lnTo>
                <a:lnTo>
                  <a:pt x="1507474" y="814625"/>
                </a:lnTo>
                <a:lnTo>
                  <a:pt x="1469677" y="794117"/>
                </a:lnTo>
                <a:lnTo>
                  <a:pt x="1436751" y="766953"/>
                </a:lnTo>
                <a:lnTo>
                  <a:pt x="1409586" y="734026"/>
                </a:lnTo>
                <a:lnTo>
                  <a:pt x="1389078" y="696229"/>
                </a:lnTo>
                <a:lnTo>
                  <a:pt x="1376118" y="654456"/>
                </a:lnTo>
                <a:lnTo>
                  <a:pt x="1371600" y="609600"/>
                </a:lnTo>
                <a:close/>
              </a:path>
              <a:path w="1816735" h="1442085">
                <a:moveTo>
                  <a:pt x="685800" y="1219200"/>
                </a:moveTo>
                <a:lnTo>
                  <a:pt x="690318" y="1174343"/>
                </a:lnTo>
                <a:lnTo>
                  <a:pt x="703278" y="1132570"/>
                </a:lnTo>
                <a:lnTo>
                  <a:pt x="723786" y="1094773"/>
                </a:lnTo>
                <a:lnTo>
                  <a:pt x="750951" y="1061847"/>
                </a:lnTo>
                <a:lnTo>
                  <a:pt x="783877" y="1034682"/>
                </a:lnTo>
                <a:lnTo>
                  <a:pt x="821674" y="1014174"/>
                </a:lnTo>
                <a:lnTo>
                  <a:pt x="863447" y="1001214"/>
                </a:lnTo>
                <a:lnTo>
                  <a:pt x="908303" y="996696"/>
                </a:lnTo>
                <a:lnTo>
                  <a:pt x="953160" y="1001214"/>
                </a:lnTo>
                <a:lnTo>
                  <a:pt x="994933" y="1014174"/>
                </a:lnTo>
                <a:lnTo>
                  <a:pt x="1032730" y="1034682"/>
                </a:lnTo>
                <a:lnTo>
                  <a:pt x="1065657" y="1061847"/>
                </a:lnTo>
                <a:lnTo>
                  <a:pt x="1092821" y="1094773"/>
                </a:lnTo>
                <a:lnTo>
                  <a:pt x="1113329" y="1132570"/>
                </a:lnTo>
                <a:lnTo>
                  <a:pt x="1126289" y="1174343"/>
                </a:lnTo>
                <a:lnTo>
                  <a:pt x="1130808" y="1219200"/>
                </a:lnTo>
                <a:lnTo>
                  <a:pt x="1126289" y="1264056"/>
                </a:lnTo>
                <a:lnTo>
                  <a:pt x="1113329" y="1305829"/>
                </a:lnTo>
                <a:lnTo>
                  <a:pt x="1092821" y="1343626"/>
                </a:lnTo>
                <a:lnTo>
                  <a:pt x="1065657" y="1376553"/>
                </a:lnTo>
                <a:lnTo>
                  <a:pt x="1032730" y="1403717"/>
                </a:lnTo>
                <a:lnTo>
                  <a:pt x="994933" y="1424225"/>
                </a:lnTo>
                <a:lnTo>
                  <a:pt x="953160" y="1437185"/>
                </a:lnTo>
                <a:lnTo>
                  <a:pt x="908303" y="1441704"/>
                </a:lnTo>
                <a:lnTo>
                  <a:pt x="863447" y="1437185"/>
                </a:lnTo>
                <a:lnTo>
                  <a:pt x="821674" y="1424225"/>
                </a:lnTo>
                <a:lnTo>
                  <a:pt x="783877" y="1403717"/>
                </a:lnTo>
                <a:lnTo>
                  <a:pt x="750951" y="1376553"/>
                </a:lnTo>
                <a:lnTo>
                  <a:pt x="723786" y="1343626"/>
                </a:lnTo>
                <a:lnTo>
                  <a:pt x="703278" y="1305829"/>
                </a:lnTo>
                <a:lnTo>
                  <a:pt x="690318" y="1264056"/>
                </a:lnTo>
                <a:lnTo>
                  <a:pt x="685800" y="1219200"/>
                </a:lnTo>
                <a:close/>
              </a:path>
              <a:path w="1816735" h="1442085">
                <a:moveTo>
                  <a:pt x="908303" y="76200"/>
                </a:moveTo>
                <a:lnTo>
                  <a:pt x="908303" y="990600"/>
                </a:lnTo>
              </a:path>
              <a:path w="1816735" h="1442085">
                <a:moveTo>
                  <a:pt x="451103" y="609600"/>
                </a:moveTo>
                <a:lnTo>
                  <a:pt x="1365503" y="609600"/>
                </a:lnTo>
              </a:path>
              <a:path w="1816735" h="1442085">
                <a:moveTo>
                  <a:pt x="748284" y="0"/>
                </a:moveTo>
                <a:lnTo>
                  <a:pt x="339851" y="434340"/>
                </a:lnTo>
              </a:path>
              <a:path w="1816735" h="1442085">
                <a:moveTo>
                  <a:pt x="1060703" y="0"/>
                </a:moveTo>
                <a:lnTo>
                  <a:pt x="1482852" y="434340"/>
                </a:lnTo>
              </a:path>
              <a:path w="1816735" h="1442085">
                <a:moveTo>
                  <a:pt x="326136" y="815340"/>
                </a:moveTo>
                <a:lnTo>
                  <a:pt x="679703" y="1127760"/>
                </a:lnTo>
              </a:path>
              <a:path w="1816735" h="1442085">
                <a:moveTo>
                  <a:pt x="1441703" y="789432"/>
                </a:moveTo>
                <a:lnTo>
                  <a:pt x="1115568" y="112776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3565905" y="2031237"/>
            <a:ext cx="19151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1409700" algn="l"/>
              </a:tabLst>
            </a:pPr>
            <a:r>
              <a:rPr sz="2800" spc="-50" dirty="0">
                <a:latin typeface="Calibri"/>
                <a:cs typeface="Calibri"/>
              </a:rPr>
              <a:t>1</a:t>
            </a:r>
            <a:r>
              <a:rPr sz="2800" dirty="0">
                <a:latin typeface="Calibri"/>
                <a:cs typeface="Calibri"/>
              </a:rPr>
              <a:t>	2</a:t>
            </a:r>
            <a:r>
              <a:rPr sz="2800" spc="290" dirty="0">
                <a:latin typeface="Calibri"/>
                <a:cs typeface="Calibri"/>
              </a:rPr>
              <a:t> </a:t>
            </a:r>
            <a:r>
              <a:rPr sz="3600" spc="-75" baseline="-12731" dirty="0">
                <a:latin typeface="Calibri"/>
                <a:cs typeface="Calibri"/>
              </a:rPr>
              <a:t>3</a:t>
            </a:r>
            <a:endParaRPr sz="3600" baseline="-12731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738876" y="6465214"/>
            <a:ext cx="71374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CHAPTER</a:t>
            </a:r>
            <a:r>
              <a:rPr sz="1200" spc="-4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spc="-50" dirty="0">
                <a:solidFill>
                  <a:srgbClr val="888888"/>
                </a:solidFill>
                <a:latin typeface="Calibri"/>
                <a:cs typeface="Calibri"/>
              </a:rPr>
              <a:t>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  <p:sp>
        <p:nvSpPr>
          <p:cNvPr id="27" name="object 27"/>
          <p:cNvSpPr txBox="1"/>
          <p:nvPr/>
        </p:nvSpPr>
        <p:spPr>
          <a:xfrm>
            <a:off x="4165980" y="2640533"/>
            <a:ext cx="597535" cy="8407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3825">
              <a:lnSpc>
                <a:spcPts val="3210"/>
              </a:lnSpc>
              <a:spcBef>
                <a:spcPts val="95"/>
              </a:spcBef>
            </a:pPr>
            <a:r>
              <a:rPr sz="2800" spc="-50" dirty="0">
                <a:latin typeface="Calibri"/>
                <a:cs typeface="Calibri"/>
              </a:rPr>
              <a:t>3</a:t>
            </a:r>
            <a:endParaRPr sz="2800">
              <a:latin typeface="Calibri"/>
              <a:cs typeface="Calibri"/>
            </a:endParaRPr>
          </a:p>
          <a:p>
            <a:pPr marL="38100">
              <a:lnSpc>
                <a:spcPts val="3210"/>
              </a:lnSpc>
            </a:pPr>
            <a:r>
              <a:rPr sz="2800" spc="40" dirty="0">
                <a:latin typeface="Calibri"/>
                <a:cs typeface="Calibri"/>
              </a:rPr>
              <a:t>G</a:t>
            </a:r>
            <a:r>
              <a:rPr sz="1800" spc="40" dirty="0">
                <a:latin typeface="Calibri"/>
                <a:cs typeface="Calibri"/>
              </a:rPr>
              <a:t>1</a:t>
            </a:r>
            <a:r>
              <a:rPr sz="3600" spc="60" baseline="27777" dirty="0">
                <a:latin typeface="Calibri"/>
                <a:cs typeface="Calibri"/>
              </a:rPr>
              <a:t>3</a:t>
            </a:r>
            <a:endParaRPr sz="3600" baseline="27777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196844" y="2094991"/>
            <a:ext cx="1803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libri"/>
                <a:cs typeface="Calibri"/>
              </a:rPr>
              <a:t>3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5738876" y="6465214"/>
            <a:ext cx="71374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CHAPTER</a:t>
            </a:r>
            <a:r>
              <a:rPr sz="1200" spc="-4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spc="-50" dirty="0">
                <a:solidFill>
                  <a:srgbClr val="888888"/>
                </a:solidFill>
                <a:latin typeface="Calibri"/>
                <a:cs typeface="Calibri"/>
              </a:rPr>
              <a:t>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72303" y="203962"/>
            <a:ext cx="349250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0" i="0" dirty="0">
                <a:solidFill>
                  <a:srgbClr val="44536A"/>
                </a:solidFill>
                <a:latin typeface="Times New Roman"/>
                <a:cs typeface="Times New Roman"/>
              </a:rPr>
              <a:t>ADT</a:t>
            </a:r>
            <a:r>
              <a:rPr b="0" i="0" spc="-80" dirty="0">
                <a:solidFill>
                  <a:srgbClr val="44536A"/>
                </a:solidFill>
                <a:latin typeface="Times New Roman"/>
                <a:cs typeface="Times New Roman"/>
              </a:rPr>
              <a:t> </a:t>
            </a:r>
            <a:r>
              <a:rPr b="0" i="0" dirty="0">
                <a:solidFill>
                  <a:srgbClr val="44536A"/>
                </a:solidFill>
                <a:latin typeface="Times New Roman"/>
                <a:cs typeface="Times New Roman"/>
              </a:rPr>
              <a:t>for</a:t>
            </a:r>
            <a:r>
              <a:rPr b="0" i="0" spc="-20" dirty="0">
                <a:solidFill>
                  <a:srgbClr val="44536A"/>
                </a:solidFill>
                <a:latin typeface="Times New Roman"/>
                <a:cs typeface="Times New Roman"/>
              </a:rPr>
              <a:t> </a:t>
            </a:r>
            <a:r>
              <a:rPr b="0" i="0" spc="-10" dirty="0">
                <a:solidFill>
                  <a:srgbClr val="44536A"/>
                </a:solidFill>
                <a:latin typeface="Times New Roman"/>
                <a:cs typeface="Times New Roman"/>
              </a:rPr>
              <a:t>Graph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565780" y="1017599"/>
            <a:ext cx="8004809" cy="5086985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40"/>
              </a:spcBef>
            </a:pPr>
            <a:r>
              <a:rPr sz="2000" dirty="0">
                <a:latin typeface="Times New Roman"/>
                <a:cs typeface="Times New Roman"/>
              </a:rPr>
              <a:t>structure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Graph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is</a:t>
            </a:r>
            <a:endParaRPr sz="2000">
              <a:latin typeface="Times New Roman"/>
              <a:cs typeface="Times New Roman"/>
            </a:endParaRPr>
          </a:p>
          <a:p>
            <a:pPr marL="381000" marR="44450" indent="-216535">
              <a:lnSpc>
                <a:spcPts val="2160"/>
              </a:lnSpc>
              <a:spcBef>
                <a:spcPts val="515"/>
              </a:spcBef>
            </a:pPr>
            <a:r>
              <a:rPr sz="2000" dirty="0">
                <a:latin typeface="Times New Roman"/>
                <a:cs typeface="Times New Roman"/>
              </a:rPr>
              <a:t>objects: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nonempty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set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vertices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 set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undirected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edges,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where</a:t>
            </a:r>
            <a:r>
              <a:rPr sz="2000" spc="-20" dirty="0">
                <a:latin typeface="Times New Roman"/>
                <a:cs typeface="Times New Roman"/>
              </a:rPr>
              <a:t> each </a:t>
            </a:r>
            <a:r>
              <a:rPr sz="2000" dirty="0">
                <a:latin typeface="Times New Roman"/>
                <a:cs typeface="Times New Roman"/>
              </a:rPr>
              <a:t>edge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 pair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vertices</a:t>
            </a:r>
            <a:endParaRPr sz="2000">
              <a:latin typeface="Times New Roman"/>
              <a:cs typeface="Times New Roman"/>
            </a:endParaRPr>
          </a:p>
          <a:p>
            <a:pPr marL="164465">
              <a:lnSpc>
                <a:spcPct val="100000"/>
              </a:lnSpc>
              <a:spcBef>
                <a:spcPts val="220"/>
              </a:spcBef>
            </a:pPr>
            <a:r>
              <a:rPr sz="2000" dirty="0">
                <a:latin typeface="Times New Roman"/>
                <a:cs typeface="Times New Roman"/>
              </a:rPr>
              <a:t>functions: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all </a:t>
            </a:r>
            <a:r>
              <a:rPr sz="2000" i="1" dirty="0">
                <a:latin typeface="Times New Roman"/>
                <a:cs typeface="Times New Roman"/>
              </a:rPr>
              <a:t>graph</a:t>
            </a:r>
            <a:r>
              <a:rPr sz="2000" i="1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Symbol"/>
                <a:cs typeface="Symbol"/>
              </a:rPr>
              <a:t>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Graph</a:t>
            </a:r>
            <a:r>
              <a:rPr sz="2000" dirty="0">
                <a:latin typeface="Times New Roman"/>
                <a:cs typeface="Times New Roman"/>
              </a:rPr>
              <a:t>,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v</a:t>
            </a:r>
            <a:r>
              <a:rPr sz="2000" dirty="0">
                <a:latin typeface="Times New Roman"/>
                <a:cs typeface="Times New Roman"/>
              </a:rPr>
              <a:t>, </a:t>
            </a:r>
            <a:r>
              <a:rPr sz="2000" i="1" dirty="0">
                <a:latin typeface="Times New Roman"/>
                <a:cs typeface="Times New Roman"/>
              </a:rPr>
              <a:t>v</a:t>
            </a:r>
            <a:r>
              <a:rPr sz="1950" baseline="-21367" dirty="0">
                <a:latin typeface="Times New Roman"/>
                <a:cs typeface="Times New Roman"/>
              </a:rPr>
              <a:t>1</a:t>
            </a:r>
            <a:r>
              <a:rPr sz="1950" spc="262" baseline="-21367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v</a:t>
            </a:r>
            <a:r>
              <a:rPr sz="1950" baseline="-21367" dirty="0">
                <a:latin typeface="Times New Roman"/>
                <a:cs typeface="Times New Roman"/>
              </a:rPr>
              <a:t>2</a:t>
            </a:r>
            <a:r>
              <a:rPr sz="1950" spc="262" baseline="-21367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Symbol"/>
                <a:cs typeface="Symbol"/>
              </a:rPr>
              <a:t>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i="1" spc="-10" dirty="0">
                <a:latin typeface="Times New Roman"/>
                <a:cs typeface="Times New Roman"/>
              </a:rPr>
              <a:t>Vertices</a:t>
            </a:r>
            <a:endParaRPr sz="2000">
              <a:latin typeface="Times New Roman"/>
              <a:cs typeface="Times New Roman"/>
            </a:endParaRPr>
          </a:p>
          <a:p>
            <a:pPr marL="292100">
              <a:lnSpc>
                <a:spcPct val="100000"/>
              </a:lnSpc>
              <a:spcBef>
                <a:spcPts val="229"/>
              </a:spcBef>
            </a:pPr>
            <a:r>
              <a:rPr sz="2000" i="1" dirty="0">
                <a:latin typeface="Times New Roman"/>
                <a:cs typeface="Times New Roman"/>
              </a:rPr>
              <a:t>Graph</a:t>
            </a:r>
            <a:r>
              <a:rPr sz="2000" i="1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Create()::=return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empty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graph</a:t>
            </a:r>
            <a:endParaRPr sz="2000">
              <a:latin typeface="Times New Roman"/>
              <a:cs typeface="Times New Roman"/>
            </a:endParaRPr>
          </a:p>
          <a:p>
            <a:pPr marL="292100">
              <a:lnSpc>
                <a:spcPts val="2280"/>
              </a:lnSpc>
              <a:spcBef>
                <a:spcPts val="240"/>
              </a:spcBef>
            </a:pPr>
            <a:r>
              <a:rPr sz="2000" i="1" dirty="0">
                <a:latin typeface="Times New Roman"/>
                <a:cs typeface="Times New Roman"/>
              </a:rPr>
              <a:t>Graph</a:t>
            </a:r>
            <a:r>
              <a:rPr sz="2000" i="1" spc="-1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InsertVertex(</a:t>
            </a:r>
            <a:r>
              <a:rPr sz="2000" i="1" spc="-20" dirty="0">
                <a:latin typeface="Times New Roman"/>
                <a:cs typeface="Times New Roman"/>
              </a:rPr>
              <a:t>graph</a:t>
            </a:r>
            <a:r>
              <a:rPr sz="2000" spc="-20" dirty="0">
                <a:latin typeface="Times New Roman"/>
                <a:cs typeface="Times New Roman"/>
              </a:rPr>
              <a:t>,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v</a:t>
            </a:r>
            <a:r>
              <a:rPr sz="2000" dirty="0">
                <a:latin typeface="Times New Roman"/>
                <a:cs typeface="Times New Roman"/>
              </a:rPr>
              <a:t>)::=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return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graph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with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v </a:t>
            </a:r>
            <a:r>
              <a:rPr sz="2000" dirty="0">
                <a:latin typeface="Times New Roman"/>
                <a:cs typeface="Times New Roman"/>
              </a:rPr>
              <a:t>inserted.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v </a:t>
            </a:r>
            <a:r>
              <a:rPr sz="2000" dirty="0">
                <a:latin typeface="Times New Roman"/>
                <a:cs typeface="Times New Roman"/>
              </a:rPr>
              <a:t>has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no</a:t>
            </a:r>
            <a:endParaRPr sz="2000">
              <a:latin typeface="Times New Roman"/>
              <a:cs typeface="Times New Roman"/>
            </a:endParaRPr>
          </a:p>
          <a:p>
            <a:pPr marL="3619500">
              <a:lnSpc>
                <a:spcPts val="2280"/>
              </a:lnSpc>
            </a:pPr>
            <a:r>
              <a:rPr sz="2000" dirty="0">
                <a:latin typeface="Times New Roman"/>
                <a:cs typeface="Times New Roman"/>
              </a:rPr>
              <a:t>incident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edge.</a:t>
            </a:r>
            <a:endParaRPr sz="2000">
              <a:latin typeface="Times New Roman"/>
              <a:cs typeface="Times New Roman"/>
            </a:endParaRPr>
          </a:p>
          <a:p>
            <a:pPr marL="292100">
              <a:lnSpc>
                <a:spcPts val="2280"/>
              </a:lnSpc>
              <a:spcBef>
                <a:spcPts val="240"/>
              </a:spcBef>
            </a:pPr>
            <a:r>
              <a:rPr sz="2000" i="1" dirty="0">
                <a:latin typeface="Times New Roman"/>
                <a:cs typeface="Times New Roman"/>
              </a:rPr>
              <a:t>Graph</a:t>
            </a:r>
            <a:r>
              <a:rPr sz="2000" i="1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InsertEdge(</a:t>
            </a:r>
            <a:r>
              <a:rPr sz="2000" i="1" dirty="0">
                <a:latin typeface="Times New Roman"/>
                <a:cs typeface="Times New Roman"/>
              </a:rPr>
              <a:t>graph</a:t>
            </a:r>
            <a:r>
              <a:rPr sz="2000" dirty="0">
                <a:latin typeface="Times New Roman"/>
                <a:cs typeface="Times New Roman"/>
              </a:rPr>
              <a:t>,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v</a:t>
            </a:r>
            <a:r>
              <a:rPr sz="1400" i="1" dirty="0">
                <a:latin typeface="Times New Roman"/>
                <a:cs typeface="Times New Roman"/>
              </a:rPr>
              <a:t>1</a:t>
            </a:r>
            <a:r>
              <a:rPr sz="2000" dirty="0">
                <a:latin typeface="Times New Roman"/>
                <a:cs typeface="Times New Roman"/>
              </a:rPr>
              <a:t>,</a:t>
            </a:r>
            <a:r>
              <a:rPr sz="2000" i="1" dirty="0">
                <a:latin typeface="Times New Roman"/>
                <a:cs typeface="Times New Roman"/>
              </a:rPr>
              <a:t>v</a:t>
            </a:r>
            <a:r>
              <a:rPr sz="1400" i="1" dirty="0">
                <a:latin typeface="Times New Roman"/>
                <a:cs typeface="Times New Roman"/>
              </a:rPr>
              <a:t>2</a:t>
            </a:r>
            <a:r>
              <a:rPr sz="2000" dirty="0">
                <a:latin typeface="Times New Roman"/>
                <a:cs typeface="Times New Roman"/>
              </a:rPr>
              <a:t>)::=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return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 graph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with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new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edge</a:t>
            </a:r>
            <a:endParaRPr sz="2000">
              <a:latin typeface="Times New Roman"/>
              <a:cs typeface="Times New Roman"/>
            </a:endParaRPr>
          </a:p>
          <a:p>
            <a:pPr marL="3810000">
              <a:lnSpc>
                <a:spcPts val="2280"/>
              </a:lnSpc>
            </a:pPr>
            <a:r>
              <a:rPr sz="2000" dirty="0">
                <a:latin typeface="Times New Roman"/>
                <a:cs typeface="Times New Roman"/>
              </a:rPr>
              <a:t>between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v</a:t>
            </a:r>
            <a:r>
              <a:rPr sz="1400" i="1" dirty="0">
                <a:latin typeface="Times New Roman"/>
                <a:cs typeface="Times New Roman"/>
              </a:rPr>
              <a:t>1</a:t>
            </a:r>
            <a:r>
              <a:rPr sz="1400" i="1" spc="1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i="1" spc="-25" dirty="0">
                <a:latin typeface="Times New Roman"/>
                <a:cs typeface="Times New Roman"/>
              </a:rPr>
              <a:t>v</a:t>
            </a:r>
            <a:r>
              <a:rPr sz="1400" i="1" spc="-25" dirty="0">
                <a:latin typeface="Times New Roman"/>
                <a:cs typeface="Times New Roman"/>
              </a:rPr>
              <a:t>2</a:t>
            </a:r>
            <a:endParaRPr sz="1400">
              <a:latin typeface="Times New Roman"/>
              <a:cs typeface="Times New Roman"/>
            </a:endParaRPr>
          </a:p>
          <a:p>
            <a:pPr marL="292100">
              <a:lnSpc>
                <a:spcPts val="2280"/>
              </a:lnSpc>
              <a:spcBef>
                <a:spcPts val="240"/>
              </a:spcBef>
            </a:pPr>
            <a:r>
              <a:rPr sz="2000" i="1" dirty="0">
                <a:latin typeface="Times New Roman"/>
                <a:cs typeface="Times New Roman"/>
              </a:rPr>
              <a:t>Graph</a:t>
            </a:r>
            <a:r>
              <a:rPr sz="2000" i="1" spc="-2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DeleteVertex(</a:t>
            </a:r>
            <a:r>
              <a:rPr sz="2000" i="1" spc="-20" dirty="0">
                <a:latin typeface="Times New Roman"/>
                <a:cs typeface="Times New Roman"/>
              </a:rPr>
              <a:t>graph</a:t>
            </a:r>
            <a:r>
              <a:rPr sz="2000" spc="-20" dirty="0">
                <a:latin typeface="Times New Roman"/>
                <a:cs typeface="Times New Roman"/>
              </a:rPr>
              <a:t>,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v</a:t>
            </a:r>
            <a:r>
              <a:rPr sz="2000" dirty="0">
                <a:latin typeface="Times New Roman"/>
                <a:cs typeface="Times New Roman"/>
              </a:rPr>
              <a:t>)::=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return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graph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which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v</a:t>
            </a:r>
            <a:r>
              <a:rPr sz="2000" i="1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all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edges</a:t>
            </a:r>
            <a:endParaRPr sz="2000">
              <a:latin typeface="Times New Roman"/>
              <a:cs typeface="Times New Roman"/>
            </a:endParaRPr>
          </a:p>
          <a:p>
            <a:pPr marL="3745865">
              <a:lnSpc>
                <a:spcPts val="2280"/>
              </a:lnSpc>
            </a:pPr>
            <a:r>
              <a:rPr sz="2000" dirty="0">
                <a:latin typeface="Times New Roman"/>
                <a:cs typeface="Times New Roman"/>
              </a:rPr>
              <a:t>incident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10" dirty="0">
                <a:latin typeface="Times New Roman"/>
                <a:cs typeface="Times New Roman"/>
              </a:rPr>
              <a:t> removed</a:t>
            </a:r>
            <a:endParaRPr sz="2000">
              <a:latin typeface="Times New Roman"/>
              <a:cs typeface="Times New Roman"/>
            </a:endParaRPr>
          </a:p>
          <a:p>
            <a:pPr marL="292100">
              <a:lnSpc>
                <a:spcPts val="2280"/>
              </a:lnSpc>
              <a:spcBef>
                <a:spcPts val="240"/>
              </a:spcBef>
            </a:pPr>
            <a:r>
              <a:rPr sz="2000" i="1" dirty="0">
                <a:latin typeface="Times New Roman"/>
                <a:cs typeface="Times New Roman"/>
              </a:rPr>
              <a:t>Graph</a:t>
            </a:r>
            <a:r>
              <a:rPr sz="2000" i="1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DeleteEdge(</a:t>
            </a:r>
            <a:r>
              <a:rPr sz="2000" i="1" dirty="0">
                <a:latin typeface="Times New Roman"/>
                <a:cs typeface="Times New Roman"/>
              </a:rPr>
              <a:t>graph</a:t>
            </a:r>
            <a:r>
              <a:rPr sz="2000" dirty="0">
                <a:latin typeface="Times New Roman"/>
                <a:cs typeface="Times New Roman"/>
              </a:rPr>
              <a:t>,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v</a:t>
            </a:r>
            <a:r>
              <a:rPr sz="1400" i="1" dirty="0">
                <a:latin typeface="Times New Roman"/>
                <a:cs typeface="Times New Roman"/>
              </a:rPr>
              <a:t>1</a:t>
            </a:r>
            <a:r>
              <a:rPr sz="2000" dirty="0">
                <a:latin typeface="Times New Roman"/>
                <a:cs typeface="Times New Roman"/>
              </a:rPr>
              <a:t>,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v</a:t>
            </a:r>
            <a:r>
              <a:rPr sz="1400" i="1" dirty="0">
                <a:latin typeface="Times New Roman"/>
                <a:cs typeface="Times New Roman"/>
              </a:rPr>
              <a:t>2</a:t>
            </a:r>
            <a:r>
              <a:rPr sz="2000" dirty="0">
                <a:latin typeface="Times New Roman"/>
                <a:cs typeface="Times New Roman"/>
              </a:rPr>
              <a:t>)::=return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 graph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which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edge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</a:t>
            </a:r>
            <a:r>
              <a:rPr sz="2000" i="1" dirty="0">
                <a:latin typeface="Times New Roman"/>
                <a:cs typeface="Times New Roman"/>
              </a:rPr>
              <a:t>v</a:t>
            </a:r>
            <a:r>
              <a:rPr sz="1400" i="1" dirty="0">
                <a:latin typeface="Times New Roman"/>
                <a:cs typeface="Times New Roman"/>
              </a:rPr>
              <a:t>1</a:t>
            </a:r>
            <a:r>
              <a:rPr sz="2000" dirty="0">
                <a:latin typeface="Times New Roman"/>
                <a:cs typeface="Times New Roman"/>
              </a:rPr>
              <a:t>,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i="1" spc="-25" dirty="0">
                <a:latin typeface="Times New Roman"/>
                <a:cs typeface="Times New Roman"/>
              </a:rPr>
              <a:t>v</a:t>
            </a:r>
            <a:r>
              <a:rPr sz="1400" i="1" spc="-25" dirty="0">
                <a:latin typeface="Times New Roman"/>
                <a:cs typeface="Times New Roman"/>
              </a:rPr>
              <a:t>2</a:t>
            </a:r>
            <a:r>
              <a:rPr sz="2000" spc="-25" dirty="0">
                <a:latin typeface="Times New Roman"/>
                <a:cs typeface="Times New Roman"/>
              </a:rPr>
              <a:t>)</a:t>
            </a:r>
            <a:endParaRPr sz="2000">
              <a:latin typeface="Times New Roman"/>
              <a:cs typeface="Times New Roman"/>
            </a:endParaRPr>
          </a:p>
          <a:p>
            <a:pPr marL="3936365">
              <a:lnSpc>
                <a:spcPts val="2280"/>
              </a:lnSpc>
            </a:pP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removed</a:t>
            </a:r>
            <a:endParaRPr sz="2000">
              <a:latin typeface="Times New Roman"/>
              <a:cs typeface="Times New Roman"/>
            </a:endParaRPr>
          </a:p>
          <a:p>
            <a:pPr marL="292100">
              <a:lnSpc>
                <a:spcPct val="100000"/>
              </a:lnSpc>
              <a:spcBef>
                <a:spcPts val="240"/>
              </a:spcBef>
            </a:pPr>
            <a:r>
              <a:rPr sz="2000" i="1" dirty="0">
                <a:latin typeface="Times New Roman"/>
                <a:cs typeface="Times New Roman"/>
              </a:rPr>
              <a:t>Boolean</a:t>
            </a:r>
            <a:r>
              <a:rPr sz="2000" i="1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IsEmpty(</a:t>
            </a:r>
            <a:r>
              <a:rPr sz="2000" i="1" dirty="0">
                <a:latin typeface="Times New Roman"/>
                <a:cs typeface="Times New Roman"/>
              </a:rPr>
              <a:t>graph</a:t>
            </a:r>
            <a:r>
              <a:rPr sz="2000" dirty="0">
                <a:latin typeface="Times New Roman"/>
                <a:cs typeface="Times New Roman"/>
              </a:rPr>
              <a:t>)::=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if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</a:t>
            </a:r>
            <a:r>
              <a:rPr sz="2000" i="1" dirty="0">
                <a:latin typeface="Times New Roman"/>
                <a:cs typeface="Times New Roman"/>
              </a:rPr>
              <a:t>graph</a:t>
            </a:r>
            <a:r>
              <a:rPr sz="2000" dirty="0">
                <a:latin typeface="Times New Roman"/>
                <a:cs typeface="Times New Roman"/>
              </a:rPr>
              <a:t>==</a:t>
            </a:r>
            <a:r>
              <a:rPr sz="2000" i="1" dirty="0">
                <a:latin typeface="Times New Roman"/>
                <a:cs typeface="Times New Roman"/>
              </a:rPr>
              <a:t>empty</a:t>
            </a:r>
            <a:r>
              <a:rPr sz="2000" i="1" spc="-6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graph</a:t>
            </a:r>
            <a:r>
              <a:rPr sz="2000" dirty="0">
                <a:latin typeface="Times New Roman"/>
                <a:cs typeface="Times New Roman"/>
              </a:rPr>
              <a:t>)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return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TRUE</a:t>
            </a:r>
            <a:endParaRPr sz="2000">
              <a:latin typeface="Times New Roman"/>
              <a:cs typeface="Times New Roman"/>
            </a:endParaRPr>
          </a:p>
          <a:p>
            <a:pPr marL="180975" algn="ctr">
              <a:lnSpc>
                <a:spcPct val="100000"/>
              </a:lnSpc>
              <a:spcBef>
                <a:spcPts val="245"/>
              </a:spcBef>
            </a:pPr>
            <a:r>
              <a:rPr sz="2000" dirty="0">
                <a:latin typeface="Times New Roman"/>
                <a:cs typeface="Times New Roman"/>
              </a:rPr>
              <a:t>else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return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FALSE</a:t>
            </a:r>
            <a:endParaRPr sz="2000">
              <a:latin typeface="Times New Roman"/>
              <a:cs typeface="Times New Roman"/>
            </a:endParaRPr>
          </a:p>
          <a:p>
            <a:pPr marL="292100">
              <a:lnSpc>
                <a:spcPct val="100000"/>
              </a:lnSpc>
              <a:spcBef>
                <a:spcPts val="240"/>
              </a:spcBef>
            </a:pPr>
            <a:r>
              <a:rPr sz="2000" i="1" dirty="0">
                <a:latin typeface="Times New Roman"/>
                <a:cs typeface="Times New Roman"/>
              </a:rPr>
              <a:t>List</a:t>
            </a:r>
            <a:r>
              <a:rPr sz="2000" i="1" spc="-1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Adjacent(</a:t>
            </a:r>
            <a:r>
              <a:rPr sz="2000" i="1" dirty="0">
                <a:latin typeface="Times New Roman"/>
                <a:cs typeface="Times New Roman"/>
              </a:rPr>
              <a:t>graph</a:t>
            </a:r>
            <a:r>
              <a:rPr sz="2000" dirty="0">
                <a:latin typeface="Times New Roman"/>
                <a:cs typeface="Times New Roman"/>
              </a:rPr>
              <a:t>,</a:t>
            </a:r>
            <a:r>
              <a:rPr sz="2000" i="1" dirty="0">
                <a:latin typeface="Times New Roman"/>
                <a:cs typeface="Times New Roman"/>
              </a:rPr>
              <a:t>v</a:t>
            </a:r>
            <a:r>
              <a:rPr sz="2000" dirty="0">
                <a:latin typeface="Times New Roman"/>
                <a:cs typeface="Times New Roman"/>
              </a:rPr>
              <a:t>)::=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return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list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all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vertices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adjacent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i="1" spc="-50" dirty="0">
                <a:latin typeface="Times New Roman"/>
                <a:cs typeface="Times New Roman"/>
              </a:rPr>
              <a:t>v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249225" rIns="0" bIns="0" rtlCol="0">
            <a:spAutoFit/>
          </a:bodyPr>
          <a:lstStyle/>
          <a:p>
            <a:pPr marL="3270250">
              <a:lnSpc>
                <a:spcPct val="100000"/>
              </a:lnSpc>
              <a:spcBef>
                <a:spcPts val="105"/>
              </a:spcBef>
            </a:pPr>
            <a:r>
              <a:rPr b="0" i="0" dirty="0">
                <a:solidFill>
                  <a:srgbClr val="44536A"/>
                </a:solidFill>
                <a:latin typeface="Times New Roman"/>
                <a:cs typeface="Times New Roman"/>
              </a:rPr>
              <a:t>Graph</a:t>
            </a:r>
            <a:r>
              <a:rPr b="0" i="0" spc="-20" dirty="0">
                <a:solidFill>
                  <a:srgbClr val="44536A"/>
                </a:solidFill>
                <a:latin typeface="Times New Roman"/>
                <a:cs typeface="Times New Roman"/>
              </a:rPr>
              <a:t> </a:t>
            </a:r>
            <a:r>
              <a:rPr b="0" i="0" spc="-10" dirty="0">
                <a:solidFill>
                  <a:srgbClr val="44536A"/>
                </a:solidFill>
                <a:latin typeface="Times New Roman"/>
                <a:cs typeface="Times New Roman"/>
              </a:rPr>
              <a:t>Representations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8680" y="2151252"/>
            <a:ext cx="368807" cy="37947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8680" y="2736469"/>
            <a:ext cx="368807" cy="37947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238880" y="1941042"/>
            <a:ext cx="2973070" cy="11963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100"/>
              </a:spcBef>
            </a:pPr>
            <a:r>
              <a:rPr sz="3200" dirty="0">
                <a:latin typeface="Times New Roman"/>
                <a:cs typeface="Times New Roman"/>
              </a:rPr>
              <a:t>Adjacency</a:t>
            </a:r>
            <a:r>
              <a:rPr sz="3200" spc="-8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Matrix </a:t>
            </a:r>
            <a:r>
              <a:rPr sz="3200" dirty="0">
                <a:latin typeface="Times New Roman"/>
                <a:cs typeface="Times New Roman"/>
              </a:rPr>
              <a:t>Adjacency</a:t>
            </a:r>
            <a:r>
              <a:rPr sz="3200" spc="-8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Lists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738876" y="6465214"/>
            <a:ext cx="71374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CHAPTER</a:t>
            </a:r>
            <a:r>
              <a:rPr sz="1200" spc="-4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spc="-50" dirty="0">
                <a:solidFill>
                  <a:srgbClr val="888888"/>
                </a:solidFill>
                <a:latin typeface="Calibri"/>
                <a:cs typeface="Calibri"/>
              </a:rPr>
              <a:t>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48360" rIns="0" bIns="0" rtlCol="0">
            <a:spAutoFit/>
          </a:bodyPr>
          <a:lstStyle/>
          <a:p>
            <a:pPr marL="3650615">
              <a:lnSpc>
                <a:spcPct val="100000"/>
              </a:lnSpc>
              <a:spcBef>
                <a:spcPts val="105"/>
              </a:spcBef>
            </a:pPr>
            <a:r>
              <a:rPr b="0" i="0" dirty="0">
                <a:solidFill>
                  <a:srgbClr val="44536A"/>
                </a:solidFill>
                <a:latin typeface="Times New Roman"/>
                <a:cs typeface="Times New Roman"/>
              </a:rPr>
              <a:t>Adjacency</a:t>
            </a:r>
            <a:r>
              <a:rPr b="0" i="0" spc="-55" dirty="0">
                <a:solidFill>
                  <a:srgbClr val="44536A"/>
                </a:solidFill>
                <a:latin typeface="Times New Roman"/>
                <a:cs typeface="Times New Roman"/>
              </a:rPr>
              <a:t> </a:t>
            </a:r>
            <a:r>
              <a:rPr b="0" i="0" spc="-10" dirty="0">
                <a:solidFill>
                  <a:srgbClr val="44536A"/>
                </a:solidFill>
                <a:latin typeface="Times New Roman"/>
                <a:cs typeface="Times New Roman"/>
              </a:rPr>
              <a:t>Matrix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03932" y="2060701"/>
            <a:ext cx="368807" cy="37947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03932" y="2645994"/>
            <a:ext cx="368807" cy="37978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03932" y="3719195"/>
            <a:ext cx="368807" cy="37947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03932" y="4304106"/>
            <a:ext cx="368807" cy="37978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03932" y="4889880"/>
            <a:ext cx="368807" cy="379475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2834132" y="1850869"/>
            <a:ext cx="7878445" cy="4415155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sz="3200" dirty="0">
                <a:latin typeface="Times New Roman"/>
                <a:cs typeface="Times New Roman"/>
              </a:rPr>
              <a:t>Let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spc="-45" dirty="0">
                <a:latin typeface="Times New Roman"/>
                <a:cs typeface="Times New Roman"/>
              </a:rPr>
              <a:t>G=(V,E)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be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graph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with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n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vertices.</a:t>
            </a:r>
            <a:endParaRPr sz="32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  <a:spcBef>
                <a:spcPts val="765"/>
              </a:spcBef>
            </a:pP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CC3300"/>
                </a:solidFill>
                <a:latin typeface="Times New Roman"/>
                <a:cs typeface="Times New Roman"/>
              </a:rPr>
              <a:t>adjacency</a:t>
            </a:r>
            <a:r>
              <a:rPr sz="3200" spc="-25" dirty="0">
                <a:solidFill>
                  <a:srgbClr val="CC33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CC3300"/>
                </a:solidFill>
                <a:latin typeface="Times New Roman"/>
                <a:cs typeface="Times New Roman"/>
              </a:rPr>
              <a:t>matrix</a:t>
            </a:r>
            <a:r>
              <a:rPr sz="3200" spc="-20" dirty="0">
                <a:solidFill>
                  <a:srgbClr val="CC33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of G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is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 </a:t>
            </a:r>
            <a:r>
              <a:rPr sz="3200" spc="-10" dirty="0">
                <a:latin typeface="Times New Roman"/>
                <a:cs typeface="Times New Roman"/>
              </a:rPr>
              <a:t>two-dimensional </a:t>
            </a:r>
            <a:r>
              <a:rPr sz="3200" dirty="0">
                <a:latin typeface="Times New Roman"/>
                <a:cs typeface="Times New Roman"/>
              </a:rPr>
              <a:t>n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by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n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array,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say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adj_mat</a:t>
            </a: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3200" dirty="0">
                <a:latin typeface="Times New Roman"/>
                <a:cs typeface="Times New Roman"/>
              </a:rPr>
              <a:t>If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edge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(v</a:t>
            </a:r>
            <a:r>
              <a:rPr sz="1800" dirty="0">
                <a:latin typeface="Times New Roman"/>
                <a:cs typeface="Times New Roman"/>
              </a:rPr>
              <a:t>i</a:t>
            </a:r>
            <a:r>
              <a:rPr sz="3200" dirty="0">
                <a:latin typeface="Times New Roman"/>
                <a:cs typeface="Times New Roman"/>
              </a:rPr>
              <a:t>,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v</a:t>
            </a:r>
            <a:r>
              <a:rPr sz="1800" dirty="0">
                <a:latin typeface="Times New Roman"/>
                <a:cs typeface="Times New Roman"/>
              </a:rPr>
              <a:t>j</a:t>
            </a:r>
            <a:r>
              <a:rPr sz="3200" dirty="0">
                <a:latin typeface="Times New Roman"/>
                <a:cs typeface="Times New Roman"/>
              </a:rPr>
              <a:t>)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is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E(G),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adj_mat[i][j]=1</a:t>
            </a: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3200" dirty="0">
                <a:latin typeface="Times New Roman"/>
                <a:cs typeface="Times New Roman"/>
              </a:rPr>
              <a:t>If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there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is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no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such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edge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E(G),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adj_mat[i][j]=0</a:t>
            </a:r>
            <a:endParaRPr sz="3200">
              <a:latin typeface="Times New Roman"/>
              <a:cs typeface="Times New Roman"/>
            </a:endParaRPr>
          </a:p>
          <a:p>
            <a:pPr marL="12700" marR="60325">
              <a:lnSpc>
                <a:spcPct val="100000"/>
              </a:lnSpc>
              <a:spcBef>
                <a:spcPts val="770"/>
              </a:spcBef>
            </a:pP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adjacency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matrix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for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undirected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graph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Times New Roman"/>
                <a:cs typeface="Times New Roman"/>
              </a:rPr>
              <a:t>is </a:t>
            </a:r>
            <a:r>
              <a:rPr sz="3200" dirty="0">
                <a:latin typeface="Times New Roman"/>
                <a:cs typeface="Times New Roman"/>
              </a:rPr>
              <a:t>symmetric;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adjacency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matrix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for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digraph </a:t>
            </a:r>
            <a:r>
              <a:rPr sz="3200" dirty="0">
                <a:latin typeface="Times New Roman"/>
                <a:cs typeface="Times New Roman"/>
              </a:rPr>
              <a:t>need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not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be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symmetric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738876" y="6465214"/>
            <a:ext cx="71374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CHAPTER</a:t>
            </a:r>
            <a:r>
              <a:rPr sz="1200" spc="-4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spc="-50" dirty="0">
                <a:solidFill>
                  <a:srgbClr val="888888"/>
                </a:solidFill>
                <a:latin typeface="Calibri"/>
                <a:cs typeface="Calibri"/>
              </a:rPr>
              <a:t>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738876" y="6427114"/>
            <a:ext cx="7137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CHAPTER</a:t>
            </a:r>
            <a:r>
              <a:rPr sz="1200" spc="-4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spc="-50" dirty="0">
                <a:solidFill>
                  <a:srgbClr val="888888"/>
                </a:solidFill>
                <a:latin typeface="Calibri"/>
                <a:cs typeface="Calibri"/>
              </a:rPr>
              <a:t>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093957" y="6427114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16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817111" y="10159"/>
            <a:ext cx="522922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0" i="0" dirty="0">
                <a:solidFill>
                  <a:srgbClr val="000000"/>
                </a:solidFill>
                <a:latin typeface="Times New Roman"/>
                <a:cs typeface="Times New Roman"/>
              </a:rPr>
              <a:t>Examples</a:t>
            </a:r>
            <a:r>
              <a:rPr sz="3200" b="0" i="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200" b="0" i="0" dirty="0">
                <a:solidFill>
                  <a:srgbClr val="000000"/>
                </a:solidFill>
                <a:latin typeface="Times New Roman"/>
                <a:cs typeface="Times New Roman"/>
              </a:rPr>
              <a:t>for</a:t>
            </a:r>
            <a:r>
              <a:rPr sz="3200" b="0" i="0" spc="-2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200" b="0" i="0" dirty="0">
                <a:solidFill>
                  <a:srgbClr val="000000"/>
                </a:solidFill>
                <a:latin typeface="Times New Roman"/>
                <a:cs typeface="Times New Roman"/>
              </a:rPr>
              <a:t>Adjacency</a:t>
            </a:r>
            <a:r>
              <a:rPr sz="3200" b="0" i="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200" b="0" i="0" spc="-10" dirty="0">
                <a:solidFill>
                  <a:srgbClr val="000000"/>
                </a:solidFill>
                <a:latin typeface="Times New Roman"/>
                <a:cs typeface="Times New Roman"/>
              </a:rPr>
              <a:t>Matrix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87570" y="2476616"/>
            <a:ext cx="302895" cy="3670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2250" spc="-25" dirty="0">
                <a:latin typeface="Symbol"/>
                <a:cs typeface="Symbol"/>
              </a:rPr>
              <a:t></a:t>
            </a:r>
            <a:r>
              <a:rPr sz="3375" spc="-37" baseline="-25925" dirty="0">
                <a:latin typeface="Times New Roman"/>
                <a:cs typeface="Times New Roman"/>
              </a:rPr>
              <a:t>1</a:t>
            </a:r>
            <a:endParaRPr sz="3375" baseline="-25925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512970" y="3293788"/>
            <a:ext cx="135255" cy="3670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250" spc="-50" dirty="0">
                <a:latin typeface="Symbol"/>
                <a:cs typeface="Symbol"/>
              </a:rPr>
              <a:t></a:t>
            </a:r>
            <a:endParaRPr sz="2250">
              <a:latin typeface="Symbol"/>
              <a:cs typeface="Symbo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788295" y="2476617"/>
            <a:ext cx="360045" cy="3670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3375" spc="-30" baseline="-25925" dirty="0">
                <a:latin typeface="Times New Roman"/>
                <a:cs typeface="Times New Roman"/>
              </a:rPr>
              <a:t>1</a:t>
            </a:r>
            <a:r>
              <a:rPr sz="3375" spc="-472" baseline="-25925" dirty="0">
                <a:latin typeface="Times New Roman"/>
                <a:cs typeface="Times New Roman"/>
              </a:rPr>
              <a:t> </a:t>
            </a:r>
            <a:r>
              <a:rPr sz="2250" spc="-50" dirty="0">
                <a:latin typeface="Symbol"/>
                <a:cs typeface="Symbol"/>
              </a:rPr>
              <a:t></a:t>
            </a:r>
            <a:endParaRPr sz="2250">
              <a:latin typeface="Symbol"/>
              <a:cs typeface="Symbo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987494" y="3293788"/>
            <a:ext cx="135255" cy="3670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250" spc="-50" dirty="0">
                <a:latin typeface="Symbol"/>
                <a:cs typeface="Symbol"/>
              </a:rPr>
              <a:t></a:t>
            </a:r>
            <a:endParaRPr sz="2250">
              <a:latin typeface="Symbol"/>
              <a:cs typeface="Symbo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157151" y="2514170"/>
            <a:ext cx="286385" cy="3441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2050" spc="-25" dirty="0">
                <a:latin typeface="Symbol"/>
                <a:cs typeface="Symbol"/>
              </a:rPr>
              <a:t></a:t>
            </a:r>
            <a:r>
              <a:rPr sz="3075" spc="-37" baseline="-29810" dirty="0">
                <a:latin typeface="Times New Roman"/>
                <a:cs typeface="Times New Roman"/>
              </a:rPr>
              <a:t>1</a:t>
            </a:r>
            <a:endParaRPr sz="3075" baseline="-2981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157151" y="2767872"/>
            <a:ext cx="313690" cy="5975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ts val="2230"/>
              </a:lnSpc>
              <a:spcBef>
                <a:spcPts val="135"/>
              </a:spcBef>
            </a:pPr>
            <a:r>
              <a:rPr sz="2050" spc="-50" dirty="0">
                <a:latin typeface="Symbol"/>
                <a:cs typeface="Symbol"/>
              </a:rPr>
              <a:t></a:t>
            </a:r>
            <a:endParaRPr sz="2050">
              <a:latin typeface="Symbol"/>
              <a:cs typeface="Symbol"/>
            </a:endParaRPr>
          </a:p>
          <a:p>
            <a:pPr marL="38100">
              <a:lnSpc>
                <a:spcPts val="2230"/>
              </a:lnSpc>
            </a:pPr>
            <a:r>
              <a:rPr sz="2050" spc="-280" dirty="0">
                <a:latin typeface="Symbol"/>
                <a:cs typeface="Symbol"/>
              </a:rPr>
              <a:t></a:t>
            </a:r>
            <a:r>
              <a:rPr sz="3075" spc="-419" baseline="-21680" dirty="0">
                <a:latin typeface="Symbol"/>
                <a:cs typeface="Symbol"/>
              </a:rPr>
              <a:t></a:t>
            </a:r>
            <a:r>
              <a:rPr sz="3075" spc="-419" baseline="-6775" dirty="0">
                <a:latin typeface="Times New Roman"/>
                <a:cs typeface="Times New Roman"/>
              </a:rPr>
              <a:t>0</a:t>
            </a:r>
            <a:endParaRPr sz="3075" baseline="-6775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182551" y="2187556"/>
            <a:ext cx="1131570" cy="1207135"/>
          </a:xfrm>
          <a:prstGeom prst="rect">
            <a:avLst/>
          </a:prstGeom>
        </p:spPr>
        <p:txBody>
          <a:bodyPr vert="horz" wrap="square" lIns="0" tIns="901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10"/>
              </a:spcBef>
              <a:tabLst>
                <a:tab pos="460375" algn="l"/>
                <a:tab pos="868680" algn="l"/>
              </a:tabLst>
            </a:pPr>
            <a:r>
              <a:rPr sz="2050" spc="-25" dirty="0">
                <a:latin typeface="Symbol"/>
                <a:cs typeface="Symbol"/>
              </a:rPr>
              <a:t></a:t>
            </a:r>
            <a:r>
              <a:rPr sz="3075" spc="-37" baseline="1355" dirty="0">
                <a:latin typeface="Times New Roman"/>
                <a:cs typeface="Times New Roman"/>
              </a:rPr>
              <a:t>0</a:t>
            </a:r>
            <a:r>
              <a:rPr sz="3075" baseline="1355" dirty="0">
                <a:latin typeface="Times New Roman"/>
                <a:cs typeface="Times New Roman"/>
              </a:rPr>
              <a:t>	</a:t>
            </a:r>
            <a:r>
              <a:rPr sz="3075" spc="-75" baseline="1355" dirty="0">
                <a:latin typeface="Times New Roman"/>
                <a:cs typeface="Times New Roman"/>
              </a:rPr>
              <a:t>1</a:t>
            </a:r>
            <a:r>
              <a:rPr sz="3075" baseline="1355" dirty="0">
                <a:latin typeface="Times New Roman"/>
                <a:cs typeface="Times New Roman"/>
              </a:rPr>
              <a:t>	</a:t>
            </a:r>
            <a:r>
              <a:rPr sz="3075" spc="-37" baseline="1355" dirty="0">
                <a:latin typeface="Times New Roman"/>
                <a:cs typeface="Times New Roman"/>
              </a:rPr>
              <a:t>0</a:t>
            </a:r>
            <a:r>
              <a:rPr sz="2050" spc="-25" dirty="0">
                <a:latin typeface="Symbol"/>
                <a:cs typeface="Symbol"/>
              </a:rPr>
              <a:t></a:t>
            </a:r>
            <a:endParaRPr sz="2050">
              <a:latin typeface="Symbol"/>
              <a:cs typeface="Symbol"/>
            </a:endParaRPr>
          </a:p>
          <a:p>
            <a:pPr algn="ctr">
              <a:lnSpc>
                <a:spcPct val="100000"/>
              </a:lnSpc>
              <a:spcBef>
                <a:spcPts val="620"/>
              </a:spcBef>
            </a:pPr>
            <a:r>
              <a:rPr sz="2050" spc="-50" dirty="0">
                <a:latin typeface="Times New Roman"/>
                <a:cs typeface="Times New Roman"/>
              </a:rPr>
              <a:t>0</a:t>
            </a:r>
            <a:endParaRPr sz="20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680"/>
              </a:spcBef>
            </a:pPr>
            <a:r>
              <a:rPr sz="2050" spc="-50" dirty="0">
                <a:latin typeface="Times New Roman"/>
                <a:cs typeface="Times New Roman"/>
              </a:rPr>
              <a:t>0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999398" y="2514170"/>
            <a:ext cx="340360" cy="3441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3075" baseline="-29810" dirty="0">
                <a:latin typeface="Times New Roman"/>
                <a:cs typeface="Times New Roman"/>
              </a:rPr>
              <a:t>1</a:t>
            </a:r>
            <a:r>
              <a:rPr sz="3075" spc="-397" baseline="-29810" dirty="0">
                <a:latin typeface="Times New Roman"/>
                <a:cs typeface="Times New Roman"/>
              </a:rPr>
              <a:t> </a:t>
            </a:r>
            <a:r>
              <a:rPr sz="2050" spc="-50" dirty="0">
                <a:latin typeface="Symbol"/>
                <a:cs typeface="Symbol"/>
              </a:rPr>
              <a:t></a:t>
            </a:r>
            <a:endParaRPr sz="2050">
              <a:latin typeface="Symbol"/>
              <a:cs typeface="Symbo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026042" y="2767872"/>
            <a:ext cx="313690" cy="5975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73990">
              <a:lnSpc>
                <a:spcPts val="2230"/>
              </a:lnSpc>
              <a:spcBef>
                <a:spcPts val="135"/>
              </a:spcBef>
            </a:pPr>
            <a:r>
              <a:rPr sz="2050" spc="-50" dirty="0">
                <a:latin typeface="Symbol"/>
                <a:cs typeface="Symbol"/>
              </a:rPr>
              <a:t></a:t>
            </a:r>
            <a:endParaRPr sz="2050">
              <a:latin typeface="Symbol"/>
              <a:cs typeface="Symbol"/>
            </a:endParaRPr>
          </a:p>
          <a:p>
            <a:pPr marL="38100">
              <a:lnSpc>
                <a:spcPts val="2230"/>
              </a:lnSpc>
            </a:pPr>
            <a:r>
              <a:rPr sz="3075" spc="-419" baseline="-6775" dirty="0">
                <a:latin typeface="Times New Roman"/>
                <a:cs typeface="Times New Roman"/>
              </a:rPr>
              <a:t>0</a:t>
            </a:r>
            <a:r>
              <a:rPr sz="2050" spc="-280" dirty="0">
                <a:latin typeface="Symbol"/>
                <a:cs typeface="Symbol"/>
              </a:rPr>
              <a:t></a:t>
            </a:r>
            <a:r>
              <a:rPr sz="3075" spc="-419" baseline="-21680" dirty="0">
                <a:latin typeface="Symbol"/>
                <a:cs typeface="Symbol"/>
              </a:rPr>
              <a:t></a:t>
            </a:r>
            <a:endParaRPr sz="3075" baseline="-21680">
              <a:latin typeface="Symbol"/>
              <a:cs typeface="Symbo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344025" y="4073314"/>
            <a:ext cx="161925" cy="3517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100" spc="-50" dirty="0">
                <a:latin typeface="Times New Roman"/>
                <a:cs typeface="Times New Roman"/>
              </a:rPr>
              <a:t>0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511219" y="3129039"/>
            <a:ext cx="291465" cy="3517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2100" spc="-25" dirty="0">
                <a:latin typeface="Symbol"/>
                <a:cs typeface="Symbol"/>
              </a:rPr>
              <a:t></a:t>
            </a:r>
            <a:r>
              <a:rPr sz="3150" spc="-37" baseline="-26455" dirty="0">
                <a:latin typeface="Times New Roman"/>
                <a:cs typeface="Times New Roman"/>
              </a:rPr>
              <a:t>1</a:t>
            </a:r>
            <a:endParaRPr sz="3150" baseline="-26455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536619" y="3388195"/>
            <a:ext cx="240665" cy="6108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ts val="2280"/>
              </a:lnSpc>
              <a:spcBef>
                <a:spcPts val="135"/>
              </a:spcBef>
            </a:pPr>
            <a:r>
              <a:rPr sz="2100" spc="-50" dirty="0">
                <a:latin typeface="Symbol"/>
                <a:cs typeface="Symbol"/>
              </a:rPr>
              <a:t></a:t>
            </a:r>
            <a:endParaRPr sz="2100">
              <a:latin typeface="Symbol"/>
              <a:cs typeface="Symbol"/>
            </a:endParaRPr>
          </a:p>
          <a:p>
            <a:pPr marL="12700">
              <a:lnSpc>
                <a:spcPts val="2280"/>
              </a:lnSpc>
            </a:pPr>
            <a:r>
              <a:rPr sz="2100" spc="-60" dirty="0">
                <a:latin typeface="Symbol"/>
                <a:cs typeface="Symbol"/>
              </a:rPr>
              <a:t></a:t>
            </a:r>
            <a:r>
              <a:rPr sz="3150" spc="-89" baseline="-3968" dirty="0">
                <a:latin typeface="Times New Roman"/>
                <a:cs typeface="Times New Roman"/>
              </a:rPr>
              <a:t>1</a:t>
            </a:r>
            <a:endParaRPr sz="3150" baseline="-3968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511219" y="3907101"/>
            <a:ext cx="319405" cy="3517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2100" spc="-25" dirty="0">
                <a:latin typeface="Symbol"/>
                <a:cs typeface="Symbol"/>
              </a:rPr>
              <a:t></a:t>
            </a:r>
            <a:r>
              <a:rPr sz="3150" spc="-37" baseline="-34391" dirty="0">
                <a:latin typeface="Times New Roman"/>
                <a:cs typeface="Times New Roman"/>
              </a:rPr>
              <a:t>0</a:t>
            </a:r>
            <a:endParaRPr sz="3150" baseline="-34391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536619" y="4166230"/>
            <a:ext cx="130175" cy="3517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100" spc="-50" dirty="0">
                <a:latin typeface="Symbol"/>
                <a:cs typeface="Symbol"/>
              </a:rPr>
              <a:t></a:t>
            </a:r>
            <a:endParaRPr sz="2100">
              <a:latin typeface="Symbol"/>
              <a:cs typeface="Symbo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511220" y="4425359"/>
            <a:ext cx="319405" cy="3517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2100" spc="-25" dirty="0">
                <a:latin typeface="Symbol"/>
                <a:cs typeface="Symbol"/>
              </a:rPr>
              <a:t></a:t>
            </a:r>
            <a:r>
              <a:rPr sz="3150" spc="-37" baseline="-11904" dirty="0">
                <a:latin typeface="Times New Roman"/>
                <a:cs typeface="Times New Roman"/>
              </a:rPr>
              <a:t>0</a:t>
            </a:r>
            <a:endParaRPr sz="3150" baseline="-11904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511220" y="5202720"/>
            <a:ext cx="319405" cy="3517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2100" spc="-25" dirty="0">
                <a:latin typeface="Symbol"/>
                <a:cs typeface="Symbol"/>
              </a:rPr>
              <a:t></a:t>
            </a:r>
            <a:r>
              <a:rPr sz="3150" spc="-37" baseline="-19841" dirty="0">
                <a:latin typeface="Times New Roman"/>
                <a:cs typeface="Times New Roman"/>
              </a:rPr>
              <a:t>0</a:t>
            </a:r>
            <a:endParaRPr sz="3150" baseline="-19841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0318624" y="3129039"/>
            <a:ext cx="318770" cy="3517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3150" spc="-37" baseline="-26455" dirty="0">
                <a:latin typeface="Times New Roman"/>
                <a:cs typeface="Times New Roman"/>
              </a:rPr>
              <a:t>0</a:t>
            </a:r>
            <a:r>
              <a:rPr sz="2100" spc="-25" dirty="0">
                <a:latin typeface="Symbol"/>
                <a:cs typeface="Symbol"/>
              </a:rPr>
              <a:t></a:t>
            </a:r>
            <a:endParaRPr sz="2100">
              <a:latin typeface="Symbol"/>
              <a:cs typeface="Symbo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0344025" y="3388195"/>
            <a:ext cx="267970" cy="87058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50495">
              <a:lnSpc>
                <a:spcPts val="2280"/>
              </a:lnSpc>
              <a:spcBef>
                <a:spcPts val="135"/>
              </a:spcBef>
            </a:pPr>
            <a:r>
              <a:rPr sz="2100" spc="-50" dirty="0">
                <a:latin typeface="Symbol"/>
                <a:cs typeface="Symbol"/>
              </a:rPr>
              <a:t></a:t>
            </a:r>
            <a:endParaRPr sz="2100">
              <a:latin typeface="Symbol"/>
              <a:cs typeface="Symbol"/>
            </a:endParaRPr>
          </a:p>
          <a:p>
            <a:pPr marL="12700">
              <a:lnSpc>
                <a:spcPts val="2045"/>
              </a:lnSpc>
            </a:pPr>
            <a:r>
              <a:rPr sz="3150" spc="-37" baseline="-3968" dirty="0">
                <a:latin typeface="Times New Roman"/>
                <a:cs typeface="Times New Roman"/>
              </a:rPr>
              <a:t>0</a:t>
            </a:r>
            <a:r>
              <a:rPr sz="2100" spc="-25" dirty="0">
                <a:latin typeface="Symbol"/>
                <a:cs typeface="Symbol"/>
              </a:rPr>
              <a:t></a:t>
            </a:r>
            <a:endParaRPr sz="2100">
              <a:latin typeface="Symbol"/>
              <a:cs typeface="Symbol"/>
            </a:endParaRPr>
          </a:p>
          <a:p>
            <a:pPr marL="150495">
              <a:lnSpc>
                <a:spcPts val="2285"/>
              </a:lnSpc>
            </a:pPr>
            <a:r>
              <a:rPr sz="2100" spc="-50" dirty="0">
                <a:latin typeface="Symbol"/>
                <a:cs typeface="Symbol"/>
              </a:rPr>
              <a:t></a:t>
            </a:r>
            <a:endParaRPr sz="2100">
              <a:latin typeface="Symbol"/>
              <a:cs typeface="Symbo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0481957" y="4166230"/>
            <a:ext cx="130175" cy="3517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100" spc="-50" dirty="0">
                <a:latin typeface="Symbol"/>
                <a:cs typeface="Symbol"/>
              </a:rPr>
              <a:t></a:t>
            </a:r>
            <a:endParaRPr sz="2100">
              <a:latin typeface="Symbol"/>
              <a:cs typeface="Symbo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0318625" y="4425359"/>
            <a:ext cx="318770" cy="3517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3150" spc="-37" baseline="-11904" dirty="0">
                <a:latin typeface="Times New Roman"/>
                <a:cs typeface="Times New Roman"/>
              </a:rPr>
              <a:t>0</a:t>
            </a:r>
            <a:r>
              <a:rPr sz="2100" spc="-25" dirty="0">
                <a:latin typeface="Symbol"/>
                <a:cs typeface="Symbol"/>
              </a:rPr>
              <a:t></a:t>
            </a:r>
            <a:endParaRPr sz="2100">
              <a:latin typeface="Symbol"/>
              <a:cs typeface="Symbo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0291850" y="5202720"/>
            <a:ext cx="345440" cy="3517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3150" baseline="-19841" dirty="0">
                <a:latin typeface="Times New Roman"/>
                <a:cs typeface="Times New Roman"/>
              </a:rPr>
              <a:t>1</a:t>
            </a:r>
            <a:r>
              <a:rPr sz="3150" spc="-419" baseline="-19841" dirty="0">
                <a:latin typeface="Times New Roman"/>
                <a:cs typeface="Times New Roman"/>
              </a:rPr>
              <a:t> </a:t>
            </a:r>
            <a:r>
              <a:rPr sz="2100" spc="-50" dirty="0">
                <a:latin typeface="Symbol"/>
                <a:cs typeface="Symbol"/>
              </a:rPr>
              <a:t></a:t>
            </a:r>
            <a:endParaRPr sz="2100">
              <a:latin typeface="Symbol"/>
              <a:cs typeface="Symbo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606288" y="3640023"/>
            <a:ext cx="3524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5" dirty="0">
                <a:latin typeface="Calibri"/>
                <a:cs typeface="Calibri"/>
              </a:rPr>
              <a:t>G</a:t>
            </a:r>
            <a:r>
              <a:rPr sz="1600" spc="-25" dirty="0">
                <a:latin typeface="Calibri"/>
                <a:cs typeface="Calibri"/>
              </a:rPr>
              <a:t>2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942069" y="6350914"/>
            <a:ext cx="3524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5" dirty="0">
                <a:latin typeface="Calibri"/>
                <a:cs typeface="Calibri"/>
              </a:rPr>
              <a:t>G</a:t>
            </a:r>
            <a:r>
              <a:rPr sz="1600" spc="-25" dirty="0">
                <a:latin typeface="Calibri"/>
                <a:cs typeface="Calibri"/>
              </a:rPr>
              <a:t>4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2950464" y="501395"/>
            <a:ext cx="445134" cy="445134"/>
          </a:xfrm>
          <a:custGeom>
            <a:avLst/>
            <a:gdLst/>
            <a:ahLst/>
            <a:cxnLst/>
            <a:rect l="l" t="t" r="r" b="b"/>
            <a:pathLst>
              <a:path w="445135" h="445134">
                <a:moveTo>
                  <a:pt x="0" y="222503"/>
                </a:moveTo>
                <a:lnTo>
                  <a:pt x="4518" y="177647"/>
                </a:lnTo>
                <a:lnTo>
                  <a:pt x="17478" y="135874"/>
                </a:lnTo>
                <a:lnTo>
                  <a:pt x="37986" y="98077"/>
                </a:lnTo>
                <a:lnTo>
                  <a:pt x="65150" y="65150"/>
                </a:lnTo>
                <a:lnTo>
                  <a:pt x="98077" y="37986"/>
                </a:lnTo>
                <a:lnTo>
                  <a:pt x="135874" y="17478"/>
                </a:lnTo>
                <a:lnTo>
                  <a:pt x="177647" y="4518"/>
                </a:lnTo>
                <a:lnTo>
                  <a:pt x="222504" y="0"/>
                </a:lnTo>
                <a:lnTo>
                  <a:pt x="267360" y="4518"/>
                </a:lnTo>
                <a:lnTo>
                  <a:pt x="309133" y="17478"/>
                </a:lnTo>
                <a:lnTo>
                  <a:pt x="346930" y="37986"/>
                </a:lnTo>
                <a:lnTo>
                  <a:pt x="379857" y="65150"/>
                </a:lnTo>
                <a:lnTo>
                  <a:pt x="407021" y="98077"/>
                </a:lnTo>
                <a:lnTo>
                  <a:pt x="427529" y="135874"/>
                </a:lnTo>
                <a:lnTo>
                  <a:pt x="440489" y="177647"/>
                </a:lnTo>
                <a:lnTo>
                  <a:pt x="445008" y="222503"/>
                </a:lnTo>
                <a:lnTo>
                  <a:pt x="440489" y="267360"/>
                </a:lnTo>
                <a:lnTo>
                  <a:pt x="427529" y="309133"/>
                </a:lnTo>
                <a:lnTo>
                  <a:pt x="407021" y="346930"/>
                </a:lnTo>
                <a:lnTo>
                  <a:pt x="379857" y="379856"/>
                </a:lnTo>
                <a:lnTo>
                  <a:pt x="346930" y="407021"/>
                </a:lnTo>
                <a:lnTo>
                  <a:pt x="309133" y="427529"/>
                </a:lnTo>
                <a:lnTo>
                  <a:pt x="267360" y="440489"/>
                </a:lnTo>
                <a:lnTo>
                  <a:pt x="222504" y="445007"/>
                </a:lnTo>
                <a:lnTo>
                  <a:pt x="177647" y="440489"/>
                </a:lnTo>
                <a:lnTo>
                  <a:pt x="135874" y="427529"/>
                </a:lnTo>
                <a:lnTo>
                  <a:pt x="98077" y="407021"/>
                </a:lnTo>
                <a:lnTo>
                  <a:pt x="65151" y="379856"/>
                </a:lnTo>
                <a:lnTo>
                  <a:pt x="37986" y="346930"/>
                </a:lnTo>
                <a:lnTo>
                  <a:pt x="17478" y="309133"/>
                </a:lnTo>
                <a:lnTo>
                  <a:pt x="4518" y="267360"/>
                </a:lnTo>
                <a:lnTo>
                  <a:pt x="0" y="222503"/>
                </a:lnTo>
                <a:close/>
              </a:path>
            </a:pathLst>
          </a:custGeom>
          <a:ln w="12700">
            <a:solidFill>
              <a:srgbClr val="44536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3096005" y="475234"/>
            <a:ext cx="2057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0" dirty="0">
                <a:solidFill>
                  <a:srgbClr val="44536A"/>
                </a:solidFill>
                <a:latin typeface="Calibri"/>
                <a:cs typeface="Calibri"/>
              </a:rPr>
              <a:t>0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2264664" y="1263396"/>
            <a:ext cx="445134" cy="445134"/>
          </a:xfrm>
          <a:custGeom>
            <a:avLst/>
            <a:gdLst/>
            <a:ahLst/>
            <a:cxnLst/>
            <a:rect l="l" t="t" r="r" b="b"/>
            <a:pathLst>
              <a:path w="445135" h="445135">
                <a:moveTo>
                  <a:pt x="0" y="222503"/>
                </a:moveTo>
                <a:lnTo>
                  <a:pt x="4518" y="177647"/>
                </a:lnTo>
                <a:lnTo>
                  <a:pt x="17478" y="135874"/>
                </a:lnTo>
                <a:lnTo>
                  <a:pt x="37986" y="98077"/>
                </a:lnTo>
                <a:lnTo>
                  <a:pt x="65150" y="65150"/>
                </a:lnTo>
                <a:lnTo>
                  <a:pt x="98077" y="37986"/>
                </a:lnTo>
                <a:lnTo>
                  <a:pt x="135874" y="17478"/>
                </a:lnTo>
                <a:lnTo>
                  <a:pt x="177647" y="4518"/>
                </a:lnTo>
                <a:lnTo>
                  <a:pt x="222504" y="0"/>
                </a:lnTo>
                <a:lnTo>
                  <a:pt x="267360" y="4518"/>
                </a:lnTo>
                <a:lnTo>
                  <a:pt x="309133" y="17478"/>
                </a:lnTo>
                <a:lnTo>
                  <a:pt x="346930" y="37986"/>
                </a:lnTo>
                <a:lnTo>
                  <a:pt x="379856" y="65150"/>
                </a:lnTo>
                <a:lnTo>
                  <a:pt x="407021" y="98077"/>
                </a:lnTo>
                <a:lnTo>
                  <a:pt x="427529" y="135874"/>
                </a:lnTo>
                <a:lnTo>
                  <a:pt x="440489" y="177647"/>
                </a:lnTo>
                <a:lnTo>
                  <a:pt x="445008" y="222503"/>
                </a:lnTo>
                <a:lnTo>
                  <a:pt x="440489" y="267360"/>
                </a:lnTo>
                <a:lnTo>
                  <a:pt x="427529" y="309133"/>
                </a:lnTo>
                <a:lnTo>
                  <a:pt x="407021" y="346930"/>
                </a:lnTo>
                <a:lnTo>
                  <a:pt x="379857" y="379856"/>
                </a:lnTo>
                <a:lnTo>
                  <a:pt x="346930" y="407021"/>
                </a:lnTo>
                <a:lnTo>
                  <a:pt x="309133" y="427529"/>
                </a:lnTo>
                <a:lnTo>
                  <a:pt x="267360" y="440489"/>
                </a:lnTo>
                <a:lnTo>
                  <a:pt x="222504" y="445007"/>
                </a:lnTo>
                <a:lnTo>
                  <a:pt x="177647" y="440489"/>
                </a:lnTo>
                <a:lnTo>
                  <a:pt x="135874" y="427529"/>
                </a:lnTo>
                <a:lnTo>
                  <a:pt x="98077" y="407021"/>
                </a:lnTo>
                <a:lnTo>
                  <a:pt x="65151" y="379856"/>
                </a:lnTo>
                <a:lnTo>
                  <a:pt x="37986" y="346930"/>
                </a:lnTo>
                <a:lnTo>
                  <a:pt x="17478" y="309133"/>
                </a:lnTo>
                <a:lnTo>
                  <a:pt x="4518" y="267360"/>
                </a:lnTo>
                <a:lnTo>
                  <a:pt x="0" y="222503"/>
                </a:lnTo>
                <a:close/>
              </a:path>
            </a:pathLst>
          </a:custGeom>
          <a:ln w="12700">
            <a:solidFill>
              <a:srgbClr val="44536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2410205" y="1237234"/>
            <a:ext cx="2057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0" dirty="0">
                <a:solidFill>
                  <a:srgbClr val="44536A"/>
                </a:solidFill>
                <a:latin typeface="Calibri"/>
                <a:cs typeface="Calibri"/>
              </a:rPr>
              <a:t>1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3636264" y="1263396"/>
            <a:ext cx="445134" cy="445134"/>
          </a:xfrm>
          <a:custGeom>
            <a:avLst/>
            <a:gdLst/>
            <a:ahLst/>
            <a:cxnLst/>
            <a:rect l="l" t="t" r="r" b="b"/>
            <a:pathLst>
              <a:path w="445135" h="445135">
                <a:moveTo>
                  <a:pt x="0" y="222503"/>
                </a:moveTo>
                <a:lnTo>
                  <a:pt x="4518" y="177647"/>
                </a:lnTo>
                <a:lnTo>
                  <a:pt x="17478" y="135874"/>
                </a:lnTo>
                <a:lnTo>
                  <a:pt x="37986" y="98077"/>
                </a:lnTo>
                <a:lnTo>
                  <a:pt x="65150" y="65150"/>
                </a:lnTo>
                <a:lnTo>
                  <a:pt x="98077" y="37986"/>
                </a:lnTo>
                <a:lnTo>
                  <a:pt x="135874" y="17478"/>
                </a:lnTo>
                <a:lnTo>
                  <a:pt x="177647" y="4518"/>
                </a:lnTo>
                <a:lnTo>
                  <a:pt x="222503" y="0"/>
                </a:lnTo>
                <a:lnTo>
                  <a:pt x="267360" y="4518"/>
                </a:lnTo>
                <a:lnTo>
                  <a:pt x="309133" y="17478"/>
                </a:lnTo>
                <a:lnTo>
                  <a:pt x="346930" y="37986"/>
                </a:lnTo>
                <a:lnTo>
                  <a:pt x="379857" y="65150"/>
                </a:lnTo>
                <a:lnTo>
                  <a:pt x="407021" y="98077"/>
                </a:lnTo>
                <a:lnTo>
                  <a:pt x="427529" y="135874"/>
                </a:lnTo>
                <a:lnTo>
                  <a:pt x="440489" y="177647"/>
                </a:lnTo>
                <a:lnTo>
                  <a:pt x="445008" y="222503"/>
                </a:lnTo>
                <a:lnTo>
                  <a:pt x="440489" y="267360"/>
                </a:lnTo>
                <a:lnTo>
                  <a:pt x="427529" y="309133"/>
                </a:lnTo>
                <a:lnTo>
                  <a:pt x="407021" y="346930"/>
                </a:lnTo>
                <a:lnTo>
                  <a:pt x="379857" y="379856"/>
                </a:lnTo>
                <a:lnTo>
                  <a:pt x="346930" y="407021"/>
                </a:lnTo>
                <a:lnTo>
                  <a:pt x="309133" y="427529"/>
                </a:lnTo>
                <a:lnTo>
                  <a:pt x="267360" y="440489"/>
                </a:lnTo>
                <a:lnTo>
                  <a:pt x="222503" y="445007"/>
                </a:lnTo>
                <a:lnTo>
                  <a:pt x="177647" y="440489"/>
                </a:lnTo>
                <a:lnTo>
                  <a:pt x="135874" y="427529"/>
                </a:lnTo>
                <a:lnTo>
                  <a:pt x="98077" y="407021"/>
                </a:lnTo>
                <a:lnTo>
                  <a:pt x="65150" y="379856"/>
                </a:lnTo>
                <a:lnTo>
                  <a:pt x="37986" y="346930"/>
                </a:lnTo>
                <a:lnTo>
                  <a:pt x="17478" y="309133"/>
                </a:lnTo>
                <a:lnTo>
                  <a:pt x="4518" y="267360"/>
                </a:lnTo>
                <a:lnTo>
                  <a:pt x="0" y="222503"/>
                </a:lnTo>
                <a:close/>
              </a:path>
            </a:pathLst>
          </a:custGeom>
          <a:ln w="12700">
            <a:solidFill>
              <a:srgbClr val="44536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3781805" y="1237234"/>
            <a:ext cx="2057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0" dirty="0">
                <a:solidFill>
                  <a:srgbClr val="44536A"/>
                </a:solidFill>
                <a:latin typeface="Calibri"/>
                <a:cs typeface="Calibri"/>
              </a:rPr>
              <a:t>2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2944114" y="1866645"/>
            <a:ext cx="457834" cy="457834"/>
            <a:chOff x="2944114" y="1866645"/>
            <a:chExt cx="457834" cy="457834"/>
          </a:xfrm>
        </p:grpSpPr>
        <p:sp>
          <p:nvSpPr>
            <p:cNvPr id="35" name="object 35"/>
            <p:cNvSpPr/>
            <p:nvPr/>
          </p:nvSpPr>
          <p:spPr>
            <a:xfrm>
              <a:off x="2950464" y="1872995"/>
              <a:ext cx="445134" cy="445134"/>
            </a:xfrm>
            <a:custGeom>
              <a:avLst/>
              <a:gdLst/>
              <a:ahLst/>
              <a:cxnLst/>
              <a:rect l="l" t="t" r="r" b="b"/>
              <a:pathLst>
                <a:path w="445135" h="445135">
                  <a:moveTo>
                    <a:pt x="222504" y="0"/>
                  </a:moveTo>
                  <a:lnTo>
                    <a:pt x="177647" y="4518"/>
                  </a:lnTo>
                  <a:lnTo>
                    <a:pt x="135874" y="17478"/>
                  </a:lnTo>
                  <a:lnTo>
                    <a:pt x="98077" y="37986"/>
                  </a:lnTo>
                  <a:lnTo>
                    <a:pt x="65150" y="65150"/>
                  </a:lnTo>
                  <a:lnTo>
                    <a:pt x="37986" y="98077"/>
                  </a:lnTo>
                  <a:lnTo>
                    <a:pt x="17478" y="135874"/>
                  </a:lnTo>
                  <a:lnTo>
                    <a:pt x="4518" y="177647"/>
                  </a:lnTo>
                  <a:lnTo>
                    <a:pt x="0" y="222503"/>
                  </a:lnTo>
                  <a:lnTo>
                    <a:pt x="4518" y="267360"/>
                  </a:lnTo>
                  <a:lnTo>
                    <a:pt x="17478" y="309133"/>
                  </a:lnTo>
                  <a:lnTo>
                    <a:pt x="37986" y="346930"/>
                  </a:lnTo>
                  <a:lnTo>
                    <a:pt x="65151" y="379856"/>
                  </a:lnTo>
                  <a:lnTo>
                    <a:pt x="98077" y="407021"/>
                  </a:lnTo>
                  <a:lnTo>
                    <a:pt x="135874" y="427529"/>
                  </a:lnTo>
                  <a:lnTo>
                    <a:pt x="177647" y="440489"/>
                  </a:lnTo>
                  <a:lnTo>
                    <a:pt x="222504" y="445007"/>
                  </a:lnTo>
                  <a:lnTo>
                    <a:pt x="267360" y="440489"/>
                  </a:lnTo>
                  <a:lnTo>
                    <a:pt x="309133" y="427529"/>
                  </a:lnTo>
                  <a:lnTo>
                    <a:pt x="346930" y="407021"/>
                  </a:lnTo>
                  <a:lnTo>
                    <a:pt x="379857" y="379856"/>
                  </a:lnTo>
                  <a:lnTo>
                    <a:pt x="407021" y="346930"/>
                  </a:lnTo>
                  <a:lnTo>
                    <a:pt x="427529" y="309133"/>
                  </a:lnTo>
                  <a:lnTo>
                    <a:pt x="440489" y="267360"/>
                  </a:lnTo>
                  <a:lnTo>
                    <a:pt x="445008" y="222503"/>
                  </a:lnTo>
                  <a:lnTo>
                    <a:pt x="440489" y="177647"/>
                  </a:lnTo>
                  <a:lnTo>
                    <a:pt x="427529" y="135874"/>
                  </a:lnTo>
                  <a:lnTo>
                    <a:pt x="407021" y="98077"/>
                  </a:lnTo>
                  <a:lnTo>
                    <a:pt x="379857" y="65150"/>
                  </a:lnTo>
                  <a:lnTo>
                    <a:pt x="346930" y="37986"/>
                  </a:lnTo>
                  <a:lnTo>
                    <a:pt x="309133" y="17478"/>
                  </a:lnTo>
                  <a:lnTo>
                    <a:pt x="267360" y="4518"/>
                  </a:lnTo>
                  <a:lnTo>
                    <a:pt x="2225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950464" y="1872995"/>
              <a:ext cx="445134" cy="445134"/>
            </a:xfrm>
            <a:custGeom>
              <a:avLst/>
              <a:gdLst/>
              <a:ahLst/>
              <a:cxnLst/>
              <a:rect l="l" t="t" r="r" b="b"/>
              <a:pathLst>
                <a:path w="445135" h="445135">
                  <a:moveTo>
                    <a:pt x="0" y="222503"/>
                  </a:moveTo>
                  <a:lnTo>
                    <a:pt x="4518" y="177647"/>
                  </a:lnTo>
                  <a:lnTo>
                    <a:pt x="17478" y="135874"/>
                  </a:lnTo>
                  <a:lnTo>
                    <a:pt x="37986" y="98077"/>
                  </a:lnTo>
                  <a:lnTo>
                    <a:pt x="65150" y="65150"/>
                  </a:lnTo>
                  <a:lnTo>
                    <a:pt x="98077" y="37986"/>
                  </a:lnTo>
                  <a:lnTo>
                    <a:pt x="135874" y="17478"/>
                  </a:lnTo>
                  <a:lnTo>
                    <a:pt x="177647" y="4518"/>
                  </a:lnTo>
                  <a:lnTo>
                    <a:pt x="222504" y="0"/>
                  </a:lnTo>
                  <a:lnTo>
                    <a:pt x="267360" y="4518"/>
                  </a:lnTo>
                  <a:lnTo>
                    <a:pt x="309133" y="17478"/>
                  </a:lnTo>
                  <a:lnTo>
                    <a:pt x="346930" y="37986"/>
                  </a:lnTo>
                  <a:lnTo>
                    <a:pt x="379857" y="65150"/>
                  </a:lnTo>
                  <a:lnTo>
                    <a:pt x="407021" y="98077"/>
                  </a:lnTo>
                  <a:lnTo>
                    <a:pt x="427529" y="135874"/>
                  </a:lnTo>
                  <a:lnTo>
                    <a:pt x="440489" y="177647"/>
                  </a:lnTo>
                  <a:lnTo>
                    <a:pt x="445008" y="222503"/>
                  </a:lnTo>
                  <a:lnTo>
                    <a:pt x="440489" y="267360"/>
                  </a:lnTo>
                  <a:lnTo>
                    <a:pt x="427529" y="309133"/>
                  </a:lnTo>
                  <a:lnTo>
                    <a:pt x="407021" y="346930"/>
                  </a:lnTo>
                  <a:lnTo>
                    <a:pt x="379857" y="379856"/>
                  </a:lnTo>
                  <a:lnTo>
                    <a:pt x="346930" y="407021"/>
                  </a:lnTo>
                  <a:lnTo>
                    <a:pt x="309133" y="427529"/>
                  </a:lnTo>
                  <a:lnTo>
                    <a:pt x="267360" y="440489"/>
                  </a:lnTo>
                  <a:lnTo>
                    <a:pt x="222504" y="445007"/>
                  </a:lnTo>
                  <a:lnTo>
                    <a:pt x="177647" y="440489"/>
                  </a:lnTo>
                  <a:lnTo>
                    <a:pt x="135874" y="427529"/>
                  </a:lnTo>
                  <a:lnTo>
                    <a:pt x="98077" y="407021"/>
                  </a:lnTo>
                  <a:lnTo>
                    <a:pt x="65151" y="379856"/>
                  </a:lnTo>
                  <a:lnTo>
                    <a:pt x="37986" y="346930"/>
                  </a:lnTo>
                  <a:lnTo>
                    <a:pt x="17478" y="309133"/>
                  </a:lnTo>
                  <a:lnTo>
                    <a:pt x="4518" y="267360"/>
                  </a:lnTo>
                  <a:lnTo>
                    <a:pt x="0" y="222503"/>
                  </a:lnTo>
                  <a:close/>
                </a:path>
              </a:pathLst>
            </a:custGeom>
            <a:ln w="12700">
              <a:solidFill>
                <a:srgbClr val="4453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2449470" y="1847214"/>
            <a:ext cx="1724025" cy="24574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59130">
              <a:lnSpc>
                <a:spcPts val="3000"/>
              </a:lnSpc>
              <a:spcBef>
                <a:spcPts val="95"/>
              </a:spcBef>
            </a:pPr>
            <a:r>
              <a:rPr sz="2800" spc="-50" dirty="0">
                <a:solidFill>
                  <a:srgbClr val="44536A"/>
                </a:solidFill>
                <a:latin typeface="Calibri"/>
                <a:cs typeface="Calibri"/>
              </a:rPr>
              <a:t>3</a:t>
            </a:r>
            <a:endParaRPr sz="2800">
              <a:latin typeface="Calibri"/>
              <a:cs typeface="Calibri"/>
            </a:endParaRPr>
          </a:p>
          <a:p>
            <a:pPr marL="75565">
              <a:lnSpc>
                <a:spcPts val="2340"/>
              </a:lnSpc>
              <a:tabLst>
                <a:tab pos="565150" algn="l"/>
                <a:tab pos="970915" algn="l"/>
                <a:tab pos="1376680" algn="l"/>
              </a:tabLst>
            </a:pPr>
            <a:r>
              <a:rPr sz="3375" spc="-37" baseline="-3703" dirty="0">
                <a:latin typeface="Symbol"/>
                <a:cs typeface="Symbol"/>
              </a:rPr>
              <a:t></a:t>
            </a:r>
            <a:r>
              <a:rPr sz="2250" spc="-25" dirty="0">
                <a:latin typeface="Times New Roman"/>
                <a:cs typeface="Times New Roman"/>
              </a:rPr>
              <a:t>0</a:t>
            </a:r>
            <a:r>
              <a:rPr sz="2250" dirty="0">
                <a:latin typeface="Times New Roman"/>
                <a:cs typeface="Times New Roman"/>
              </a:rPr>
              <a:t>	</a:t>
            </a:r>
            <a:r>
              <a:rPr sz="2250" spc="-50" dirty="0">
                <a:latin typeface="Times New Roman"/>
                <a:cs typeface="Times New Roman"/>
              </a:rPr>
              <a:t>1</a:t>
            </a:r>
            <a:r>
              <a:rPr sz="2250" dirty="0">
                <a:latin typeface="Times New Roman"/>
                <a:cs typeface="Times New Roman"/>
              </a:rPr>
              <a:t>	</a:t>
            </a:r>
            <a:r>
              <a:rPr sz="2250" spc="-50" dirty="0">
                <a:latin typeface="Times New Roman"/>
                <a:cs typeface="Times New Roman"/>
              </a:rPr>
              <a:t>1</a:t>
            </a:r>
            <a:r>
              <a:rPr sz="2250" dirty="0">
                <a:latin typeface="Times New Roman"/>
                <a:cs typeface="Times New Roman"/>
              </a:rPr>
              <a:t>	</a:t>
            </a:r>
            <a:r>
              <a:rPr sz="2250" spc="-20" dirty="0">
                <a:latin typeface="Times New Roman"/>
                <a:cs typeface="Times New Roman"/>
              </a:rPr>
              <a:t>1</a:t>
            </a:r>
            <a:r>
              <a:rPr sz="2250" spc="-315" dirty="0">
                <a:latin typeface="Times New Roman"/>
                <a:cs typeface="Times New Roman"/>
              </a:rPr>
              <a:t> </a:t>
            </a:r>
            <a:r>
              <a:rPr sz="3375" spc="-75" baseline="-3703" dirty="0">
                <a:latin typeface="Symbol"/>
                <a:cs typeface="Symbol"/>
              </a:rPr>
              <a:t></a:t>
            </a:r>
            <a:endParaRPr sz="3375" baseline="-3703">
              <a:latin typeface="Symbol"/>
              <a:cs typeface="Symbol"/>
            </a:endParaRPr>
          </a:p>
          <a:p>
            <a:pPr marL="76200">
              <a:lnSpc>
                <a:spcPct val="100000"/>
              </a:lnSpc>
              <a:spcBef>
                <a:spcPts val="675"/>
              </a:spcBef>
              <a:tabLst>
                <a:tab pos="593725" algn="l"/>
                <a:tab pos="970915" algn="l"/>
                <a:tab pos="1550035" algn="l"/>
              </a:tabLst>
            </a:pPr>
            <a:r>
              <a:rPr sz="3375" spc="-75" baseline="-27160" dirty="0">
                <a:latin typeface="Symbol"/>
                <a:cs typeface="Symbol"/>
              </a:rPr>
              <a:t></a:t>
            </a:r>
            <a:r>
              <a:rPr sz="3375" baseline="-27160" dirty="0">
                <a:latin typeface="Times New Roman"/>
                <a:cs typeface="Times New Roman"/>
              </a:rPr>
              <a:t>	</a:t>
            </a:r>
            <a:r>
              <a:rPr sz="2250" spc="-50" dirty="0">
                <a:latin typeface="Times New Roman"/>
                <a:cs typeface="Times New Roman"/>
              </a:rPr>
              <a:t>0</a:t>
            </a:r>
            <a:r>
              <a:rPr sz="2250" dirty="0">
                <a:latin typeface="Times New Roman"/>
                <a:cs typeface="Times New Roman"/>
              </a:rPr>
              <a:t>	</a:t>
            </a:r>
            <a:r>
              <a:rPr sz="2250" spc="-50" dirty="0">
                <a:latin typeface="Times New Roman"/>
                <a:cs typeface="Times New Roman"/>
              </a:rPr>
              <a:t>1</a:t>
            </a:r>
            <a:r>
              <a:rPr sz="2250" dirty="0">
                <a:latin typeface="Times New Roman"/>
                <a:cs typeface="Times New Roman"/>
              </a:rPr>
              <a:t>	</a:t>
            </a:r>
            <a:r>
              <a:rPr sz="3375" spc="-75" baseline="-27160" dirty="0">
                <a:latin typeface="Symbol"/>
                <a:cs typeface="Symbol"/>
              </a:rPr>
              <a:t></a:t>
            </a:r>
            <a:endParaRPr sz="3375" baseline="-27160">
              <a:latin typeface="Symbol"/>
              <a:cs typeface="Symbol"/>
            </a:endParaRPr>
          </a:p>
          <a:p>
            <a:pPr marL="76200">
              <a:lnSpc>
                <a:spcPct val="100000"/>
              </a:lnSpc>
              <a:spcBef>
                <a:spcPts val="670"/>
              </a:spcBef>
              <a:tabLst>
                <a:tab pos="565150" algn="l"/>
                <a:tab pos="999490" algn="l"/>
                <a:tab pos="1376680" algn="l"/>
              </a:tabLst>
            </a:pPr>
            <a:r>
              <a:rPr sz="3375" spc="-37" baseline="3703" dirty="0">
                <a:latin typeface="Symbol"/>
                <a:cs typeface="Symbol"/>
              </a:rPr>
              <a:t></a:t>
            </a:r>
            <a:r>
              <a:rPr sz="2250" spc="-25" dirty="0">
                <a:latin typeface="Times New Roman"/>
                <a:cs typeface="Times New Roman"/>
              </a:rPr>
              <a:t>1</a:t>
            </a:r>
            <a:r>
              <a:rPr sz="2250" dirty="0">
                <a:latin typeface="Times New Roman"/>
                <a:cs typeface="Times New Roman"/>
              </a:rPr>
              <a:t>	</a:t>
            </a:r>
            <a:r>
              <a:rPr sz="2250" spc="-50" dirty="0">
                <a:latin typeface="Times New Roman"/>
                <a:cs typeface="Times New Roman"/>
              </a:rPr>
              <a:t>1</a:t>
            </a:r>
            <a:r>
              <a:rPr sz="2250" dirty="0">
                <a:latin typeface="Times New Roman"/>
                <a:cs typeface="Times New Roman"/>
              </a:rPr>
              <a:t>	</a:t>
            </a:r>
            <a:r>
              <a:rPr sz="2250" spc="-50" dirty="0">
                <a:latin typeface="Times New Roman"/>
                <a:cs typeface="Times New Roman"/>
              </a:rPr>
              <a:t>0</a:t>
            </a:r>
            <a:r>
              <a:rPr sz="2250" dirty="0">
                <a:latin typeface="Times New Roman"/>
                <a:cs typeface="Times New Roman"/>
              </a:rPr>
              <a:t>	</a:t>
            </a:r>
            <a:r>
              <a:rPr sz="2250" spc="-20" dirty="0">
                <a:latin typeface="Times New Roman"/>
                <a:cs typeface="Times New Roman"/>
              </a:rPr>
              <a:t>1</a:t>
            </a:r>
            <a:r>
              <a:rPr sz="2250" spc="-315" dirty="0">
                <a:latin typeface="Times New Roman"/>
                <a:cs typeface="Times New Roman"/>
              </a:rPr>
              <a:t> </a:t>
            </a:r>
            <a:r>
              <a:rPr sz="3375" spc="-75" baseline="3703" dirty="0">
                <a:latin typeface="Symbol"/>
                <a:cs typeface="Symbol"/>
              </a:rPr>
              <a:t></a:t>
            </a:r>
            <a:endParaRPr sz="3375" baseline="3703">
              <a:latin typeface="Symbol"/>
              <a:cs typeface="Symbol"/>
            </a:endParaRPr>
          </a:p>
          <a:p>
            <a:pPr marL="76200">
              <a:lnSpc>
                <a:spcPct val="100000"/>
              </a:lnSpc>
              <a:spcBef>
                <a:spcPts val="680"/>
              </a:spcBef>
              <a:tabLst>
                <a:tab pos="565150" algn="l"/>
                <a:tab pos="970915" algn="l"/>
                <a:tab pos="1405255" algn="l"/>
              </a:tabLst>
            </a:pPr>
            <a:r>
              <a:rPr sz="3375" spc="-37" baseline="-14814" dirty="0">
                <a:latin typeface="Symbol"/>
                <a:cs typeface="Symbol"/>
              </a:rPr>
              <a:t></a:t>
            </a:r>
            <a:r>
              <a:rPr sz="2250" spc="-25" dirty="0">
                <a:latin typeface="Times New Roman"/>
                <a:cs typeface="Times New Roman"/>
              </a:rPr>
              <a:t>1</a:t>
            </a:r>
            <a:r>
              <a:rPr sz="2250" dirty="0">
                <a:latin typeface="Times New Roman"/>
                <a:cs typeface="Times New Roman"/>
              </a:rPr>
              <a:t>	</a:t>
            </a:r>
            <a:r>
              <a:rPr sz="2250" spc="-50" dirty="0">
                <a:latin typeface="Times New Roman"/>
                <a:cs typeface="Times New Roman"/>
              </a:rPr>
              <a:t>1</a:t>
            </a:r>
            <a:r>
              <a:rPr sz="2250" dirty="0">
                <a:latin typeface="Times New Roman"/>
                <a:cs typeface="Times New Roman"/>
              </a:rPr>
              <a:t>	</a:t>
            </a:r>
            <a:r>
              <a:rPr sz="2250" spc="-50" dirty="0">
                <a:latin typeface="Times New Roman"/>
                <a:cs typeface="Times New Roman"/>
              </a:rPr>
              <a:t>1</a:t>
            </a:r>
            <a:r>
              <a:rPr sz="2250" dirty="0">
                <a:latin typeface="Times New Roman"/>
                <a:cs typeface="Times New Roman"/>
              </a:rPr>
              <a:t>	</a:t>
            </a:r>
            <a:r>
              <a:rPr sz="2250" spc="-25" dirty="0">
                <a:latin typeface="Times New Roman"/>
                <a:cs typeface="Times New Roman"/>
              </a:rPr>
              <a:t>0</a:t>
            </a:r>
            <a:r>
              <a:rPr sz="3375" spc="-37" baseline="-14814" dirty="0">
                <a:latin typeface="Symbol"/>
                <a:cs typeface="Symbol"/>
              </a:rPr>
              <a:t></a:t>
            </a:r>
            <a:endParaRPr sz="3375" baseline="-14814">
              <a:latin typeface="Symbol"/>
              <a:cs typeface="Symbol"/>
            </a:endParaRPr>
          </a:p>
          <a:p>
            <a:pPr marL="681355">
              <a:lnSpc>
                <a:spcPct val="100000"/>
              </a:lnSpc>
              <a:spcBef>
                <a:spcPts val="330"/>
              </a:spcBef>
            </a:pPr>
            <a:r>
              <a:rPr sz="2800" spc="-25" dirty="0">
                <a:latin typeface="Calibri"/>
                <a:cs typeface="Calibri"/>
              </a:rPr>
              <a:t>G</a:t>
            </a:r>
            <a:r>
              <a:rPr sz="1600" spc="-25" dirty="0">
                <a:latin typeface="Calibri"/>
                <a:cs typeface="Calibri"/>
              </a:rPr>
              <a:t>1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2590800" y="876300"/>
            <a:ext cx="1156970" cy="1129665"/>
          </a:xfrm>
          <a:custGeom>
            <a:avLst/>
            <a:gdLst/>
            <a:ahLst/>
            <a:cxnLst/>
            <a:rect l="l" t="t" r="r" b="b"/>
            <a:pathLst>
              <a:path w="1156970" h="1129664">
                <a:moveTo>
                  <a:pt x="582168" y="76200"/>
                </a:moveTo>
                <a:lnTo>
                  <a:pt x="582168" y="990600"/>
                </a:lnTo>
              </a:path>
              <a:path w="1156970" h="1129664">
                <a:moveTo>
                  <a:pt x="124968" y="609600"/>
                </a:moveTo>
                <a:lnTo>
                  <a:pt x="1039367" y="609600"/>
                </a:lnTo>
              </a:path>
              <a:path w="1156970" h="1129664">
                <a:moveTo>
                  <a:pt x="422148" y="0"/>
                </a:moveTo>
                <a:lnTo>
                  <a:pt x="13716" y="434339"/>
                </a:lnTo>
              </a:path>
              <a:path w="1156970" h="1129664">
                <a:moveTo>
                  <a:pt x="734567" y="0"/>
                </a:moveTo>
                <a:lnTo>
                  <a:pt x="1156715" y="434339"/>
                </a:lnTo>
              </a:path>
              <a:path w="1156970" h="1129664">
                <a:moveTo>
                  <a:pt x="0" y="815339"/>
                </a:moveTo>
                <a:lnTo>
                  <a:pt x="353568" y="1129284"/>
                </a:lnTo>
              </a:path>
              <a:path w="1156970" h="1129664">
                <a:moveTo>
                  <a:pt x="1115567" y="789432"/>
                </a:moveTo>
                <a:lnTo>
                  <a:pt x="789432" y="1129284"/>
                </a:lnTo>
              </a:path>
            </a:pathLst>
          </a:custGeom>
          <a:ln w="12700">
            <a:solidFill>
              <a:srgbClr val="44536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4564379" y="771144"/>
            <a:ext cx="447040" cy="1548765"/>
          </a:xfrm>
          <a:custGeom>
            <a:avLst/>
            <a:gdLst/>
            <a:ahLst/>
            <a:cxnLst/>
            <a:rect l="l" t="t" r="r" b="b"/>
            <a:pathLst>
              <a:path w="447039" h="1548764">
                <a:moveTo>
                  <a:pt x="1524" y="222503"/>
                </a:moveTo>
                <a:lnTo>
                  <a:pt x="6042" y="177647"/>
                </a:lnTo>
                <a:lnTo>
                  <a:pt x="19002" y="135874"/>
                </a:lnTo>
                <a:lnTo>
                  <a:pt x="39510" y="98077"/>
                </a:lnTo>
                <a:lnTo>
                  <a:pt x="66675" y="65150"/>
                </a:lnTo>
                <a:lnTo>
                  <a:pt x="99601" y="37986"/>
                </a:lnTo>
                <a:lnTo>
                  <a:pt x="137398" y="17478"/>
                </a:lnTo>
                <a:lnTo>
                  <a:pt x="179171" y="4518"/>
                </a:lnTo>
                <a:lnTo>
                  <a:pt x="224028" y="0"/>
                </a:lnTo>
                <a:lnTo>
                  <a:pt x="268884" y="4518"/>
                </a:lnTo>
                <a:lnTo>
                  <a:pt x="310657" y="17478"/>
                </a:lnTo>
                <a:lnTo>
                  <a:pt x="348454" y="37986"/>
                </a:lnTo>
                <a:lnTo>
                  <a:pt x="381381" y="65150"/>
                </a:lnTo>
                <a:lnTo>
                  <a:pt x="408545" y="98077"/>
                </a:lnTo>
                <a:lnTo>
                  <a:pt x="429053" y="135874"/>
                </a:lnTo>
                <a:lnTo>
                  <a:pt x="442013" y="177647"/>
                </a:lnTo>
                <a:lnTo>
                  <a:pt x="446532" y="222503"/>
                </a:lnTo>
                <a:lnTo>
                  <a:pt x="442013" y="267360"/>
                </a:lnTo>
                <a:lnTo>
                  <a:pt x="429053" y="309133"/>
                </a:lnTo>
                <a:lnTo>
                  <a:pt x="408545" y="346930"/>
                </a:lnTo>
                <a:lnTo>
                  <a:pt x="381381" y="379856"/>
                </a:lnTo>
                <a:lnTo>
                  <a:pt x="348454" y="407021"/>
                </a:lnTo>
                <a:lnTo>
                  <a:pt x="310657" y="427529"/>
                </a:lnTo>
                <a:lnTo>
                  <a:pt x="268884" y="440489"/>
                </a:lnTo>
                <a:lnTo>
                  <a:pt x="224028" y="445007"/>
                </a:lnTo>
                <a:lnTo>
                  <a:pt x="179171" y="440489"/>
                </a:lnTo>
                <a:lnTo>
                  <a:pt x="137398" y="427529"/>
                </a:lnTo>
                <a:lnTo>
                  <a:pt x="99601" y="407021"/>
                </a:lnTo>
                <a:lnTo>
                  <a:pt x="66675" y="379856"/>
                </a:lnTo>
                <a:lnTo>
                  <a:pt x="39510" y="346930"/>
                </a:lnTo>
                <a:lnTo>
                  <a:pt x="19002" y="309133"/>
                </a:lnTo>
                <a:lnTo>
                  <a:pt x="6042" y="267360"/>
                </a:lnTo>
                <a:lnTo>
                  <a:pt x="1524" y="222503"/>
                </a:lnTo>
                <a:close/>
              </a:path>
              <a:path w="447039" h="1548764">
                <a:moveTo>
                  <a:pt x="0" y="1325879"/>
                </a:moveTo>
                <a:lnTo>
                  <a:pt x="4506" y="1281023"/>
                </a:lnTo>
                <a:lnTo>
                  <a:pt x="17430" y="1239250"/>
                </a:lnTo>
                <a:lnTo>
                  <a:pt x="37879" y="1201453"/>
                </a:lnTo>
                <a:lnTo>
                  <a:pt x="64960" y="1168527"/>
                </a:lnTo>
                <a:lnTo>
                  <a:pt x="97780" y="1141362"/>
                </a:lnTo>
                <a:lnTo>
                  <a:pt x="135445" y="1120854"/>
                </a:lnTo>
                <a:lnTo>
                  <a:pt x="177063" y="1107894"/>
                </a:lnTo>
                <a:lnTo>
                  <a:pt x="221742" y="1103376"/>
                </a:lnTo>
                <a:lnTo>
                  <a:pt x="266420" y="1107894"/>
                </a:lnTo>
                <a:lnTo>
                  <a:pt x="308038" y="1120854"/>
                </a:lnTo>
                <a:lnTo>
                  <a:pt x="345703" y="1141362"/>
                </a:lnTo>
                <a:lnTo>
                  <a:pt x="378523" y="1168527"/>
                </a:lnTo>
                <a:lnTo>
                  <a:pt x="405604" y="1201453"/>
                </a:lnTo>
                <a:lnTo>
                  <a:pt x="426053" y="1239250"/>
                </a:lnTo>
                <a:lnTo>
                  <a:pt x="438977" y="1281023"/>
                </a:lnTo>
                <a:lnTo>
                  <a:pt x="443484" y="1325879"/>
                </a:lnTo>
                <a:lnTo>
                  <a:pt x="438977" y="1370736"/>
                </a:lnTo>
                <a:lnTo>
                  <a:pt x="426053" y="1412509"/>
                </a:lnTo>
                <a:lnTo>
                  <a:pt x="405604" y="1450306"/>
                </a:lnTo>
                <a:lnTo>
                  <a:pt x="378523" y="1483232"/>
                </a:lnTo>
                <a:lnTo>
                  <a:pt x="345703" y="1510397"/>
                </a:lnTo>
                <a:lnTo>
                  <a:pt x="308038" y="1530905"/>
                </a:lnTo>
                <a:lnTo>
                  <a:pt x="266420" y="1543865"/>
                </a:lnTo>
                <a:lnTo>
                  <a:pt x="221742" y="1548383"/>
                </a:lnTo>
                <a:lnTo>
                  <a:pt x="177063" y="1543865"/>
                </a:lnTo>
                <a:lnTo>
                  <a:pt x="135445" y="1530905"/>
                </a:lnTo>
                <a:lnTo>
                  <a:pt x="97780" y="1510397"/>
                </a:lnTo>
                <a:lnTo>
                  <a:pt x="64960" y="1483232"/>
                </a:lnTo>
                <a:lnTo>
                  <a:pt x="37879" y="1450306"/>
                </a:lnTo>
                <a:lnTo>
                  <a:pt x="17430" y="1412509"/>
                </a:lnTo>
                <a:lnTo>
                  <a:pt x="4506" y="1370736"/>
                </a:lnTo>
                <a:lnTo>
                  <a:pt x="0" y="1325879"/>
                </a:lnTo>
                <a:close/>
              </a:path>
            </a:pathLst>
          </a:custGeom>
          <a:ln w="12700">
            <a:solidFill>
              <a:srgbClr val="44536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4709286" y="1848738"/>
            <a:ext cx="2057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0" dirty="0">
                <a:solidFill>
                  <a:srgbClr val="44536A"/>
                </a:solidFill>
                <a:latin typeface="Calibri"/>
                <a:cs typeface="Calibri"/>
              </a:rPr>
              <a:t>1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4579620" y="2894076"/>
            <a:ext cx="445134" cy="445134"/>
          </a:xfrm>
          <a:custGeom>
            <a:avLst/>
            <a:gdLst/>
            <a:ahLst/>
            <a:cxnLst/>
            <a:rect l="l" t="t" r="r" b="b"/>
            <a:pathLst>
              <a:path w="445135" h="445135">
                <a:moveTo>
                  <a:pt x="0" y="222503"/>
                </a:moveTo>
                <a:lnTo>
                  <a:pt x="4518" y="177647"/>
                </a:lnTo>
                <a:lnTo>
                  <a:pt x="17478" y="135874"/>
                </a:lnTo>
                <a:lnTo>
                  <a:pt x="37986" y="98077"/>
                </a:lnTo>
                <a:lnTo>
                  <a:pt x="65150" y="65150"/>
                </a:lnTo>
                <a:lnTo>
                  <a:pt x="98077" y="37986"/>
                </a:lnTo>
                <a:lnTo>
                  <a:pt x="135874" y="17478"/>
                </a:lnTo>
                <a:lnTo>
                  <a:pt x="177647" y="4518"/>
                </a:lnTo>
                <a:lnTo>
                  <a:pt x="222503" y="0"/>
                </a:lnTo>
                <a:lnTo>
                  <a:pt x="267360" y="4518"/>
                </a:lnTo>
                <a:lnTo>
                  <a:pt x="309133" y="17478"/>
                </a:lnTo>
                <a:lnTo>
                  <a:pt x="346930" y="37986"/>
                </a:lnTo>
                <a:lnTo>
                  <a:pt x="379856" y="65150"/>
                </a:lnTo>
                <a:lnTo>
                  <a:pt x="407021" y="98077"/>
                </a:lnTo>
                <a:lnTo>
                  <a:pt x="427529" y="135874"/>
                </a:lnTo>
                <a:lnTo>
                  <a:pt x="440489" y="177647"/>
                </a:lnTo>
                <a:lnTo>
                  <a:pt x="445007" y="222503"/>
                </a:lnTo>
                <a:lnTo>
                  <a:pt x="440489" y="267360"/>
                </a:lnTo>
                <a:lnTo>
                  <a:pt x="427529" y="309133"/>
                </a:lnTo>
                <a:lnTo>
                  <a:pt x="407021" y="346930"/>
                </a:lnTo>
                <a:lnTo>
                  <a:pt x="379856" y="379857"/>
                </a:lnTo>
                <a:lnTo>
                  <a:pt x="346930" y="407021"/>
                </a:lnTo>
                <a:lnTo>
                  <a:pt x="309133" y="427529"/>
                </a:lnTo>
                <a:lnTo>
                  <a:pt x="267360" y="440489"/>
                </a:lnTo>
                <a:lnTo>
                  <a:pt x="222503" y="445008"/>
                </a:lnTo>
                <a:lnTo>
                  <a:pt x="177647" y="440489"/>
                </a:lnTo>
                <a:lnTo>
                  <a:pt x="135874" y="427529"/>
                </a:lnTo>
                <a:lnTo>
                  <a:pt x="98077" y="407021"/>
                </a:lnTo>
                <a:lnTo>
                  <a:pt x="65150" y="379857"/>
                </a:lnTo>
                <a:lnTo>
                  <a:pt x="37986" y="346930"/>
                </a:lnTo>
                <a:lnTo>
                  <a:pt x="17478" y="309133"/>
                </a:lnTo>
                <a:lnTo>
                  <a:pt x="4518" y="267360"/>
                </a:lnTo>
                <a:lnTo>
                  <a:pt x="0" y="222503"/>
                </a:lnTo>
                <a:close/>
              </a:path>
            </a:pathLst>
          </a:custGeom>
          <a:ln w="12700">
            <a:solidFill>
              <a:srgbClr val="44536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4725161" y="2867609"/>
            <a:ext cx="2057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0" dirty="0">
                <a:solidFill>
                  <a:srgbClr val="44536A"/>
                </a:solidFill>
                <a:latin typeface="Calibri"/>
                <a:cs typeface="Calibri"/>
              </a:rPr>
              <a:t>2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4573524" y="1159763"/>
            <a:ext cx="445134" cy="1729739"/>
          </a:xfrm>
          <a:custGeom>
            <a:avLst/>
            <a:gdLst/>
            <a:ahLst/>
            <a:cxnLst/>
            <a:rect l="l" t="t" r="r" b="b"/>
            <a:pathLst>
              <a:path w="445135" h="1729739">
                <a:moveTo>
                  <a:pt x="76200" y="635000"/>
                </a:moveTo>
                <a:lnTo>
                  <a:pt x="44450" y="677341"/>
                </a:lnTo>
                <a:lnTo>
                  <a:pt x="44450" y="27432"/>
                </a:lnTo>
                <a:lnTo>
                  <a:pt x="31750" y="27432"/>
                </a:lnTo>
                <a:lnTo>
                  <a:pt x="31750" y="677341"/>
                </a:lnTo>
                <a:lnTo>
                  <a:pt x="0" y="635000"/>
                </a:lnTo>
                <a:lnTo>
                  <a:pt x="38100" y="762000"/>
                </a:lnTo>
                <a:lnTo>
                  <a:pt x="60960" y="685800"/>
                </a:lnTo>
                <a:lnTo>
                  <a:pt x="76200" y="635000"/>
                </a:lnTo>
                <a:close/>
              </a:path>
              <a:path w="445135" h="1729739">
                <a:moveTo>
                  <a:pt x="266700" y="1602740"/>
                </a:moveTo>
                <a:lnTo>
                  <a:pt x="234950" y="1645081"/>
                </a:lnTo>
                <a:lnTo>
                  <a:pt x="234950" y="1170432"/>
                </a:lnTo>
                <a:lnTo>
                  <a:pt x="222250" y="1170432"/>
                </a:lnTo>
                <a:lnTo>
                  <a:pt x="222250" y="1645081"/>
                </a:lnTo>
                <a:lnTo>
                  <a:pt x="190500" y="1602740"/>
                </a:lnTo>
                <a:lnTo>
                  <a:pt x="228600" y="1729740"/>
                </a:lnTo>
                <a:lnTo>
                  <a:pt x="251460" y="1653540"/>
                </a:lnTo>
                <a:lnTo>
                  <a:pt x="266700" y="1602740"/>
                </a:lnTo>
                <a:close/>
              </a:path>
              <a:path w="445135" h="1729739">
                <a:moveTo>
                  <a:pt x="445008" y="127000"/>
                </a:moveTo>
                <a:lnTo>
                  <a:pt x="429768" y="76200"/>
                </a:lnTo>
                <a:lnTo>
                  <a:pt x="406908" y="0"/>
                </a:lnTo>
                <a:lnTo>
                  <a:pt x="368808" y="127000"/>
                </a:lnTo>
                <a:lnTo>
                  <a:pt x="400558" y="84670"/>
                </a:lnTo>
                <a:lnTo>
                  <a:pt x="400558" y="720852"/>
                </a:lnTo>
                <a:lnTo>
                  <a:pt x="413258" y="720852"/>
                </a:lnTo>
                <a:lnTo>
                  <a:pt x="413258" y="84670"/>
                </a:lnTo>
                <a:lnTo>
                  <a:pt x="445008" y="127000"/>
                </a:lnTo>
                <a:close/>
              </a:path>
            </a:pathLst>
          </a:custGeom>
          <a:solidFill>
            <a:srgbClr val="44536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4" name="object 44"/>
          <p:cNvGrpSpPr/>
          <p:nvPr/>
        </p:nvGrpSpPr>
        <p:grpSpPr>
          <a:xfrm>
            <a:off x="8113585" y="472249"/>
            <a:ext cx="870585" cy="1370965"/>
            <a:chOff x="8113585" y="472249"/>
            <a:chExt cx="870585" cy="1370965"/>
          </a:xfrm>
        </p:grpSpPr>
        <p:sp>
          <p:nvSpPr>
            <p:cNvPr id="45" name="object 45"/>
            <p:cNvSpPr/>
            <p:nvPr/>
          </p:nvSpPr>
          <p:spPr>
            <a:xfrm>
              <a:off x="8436863" y="769620"/>
              <a:ext cx="542925" cy="1068705"/>
            </a:xfrm>
            <a:custGeom>
              <a:avLst/>
              <a:gdLst/>
              <a:ahLst/>
              <a:cxnLst/>
              <a:rect l="l" t="t" r="r" b="b"/>
              <a:pathLst>
                <a:path w="542925" h="1068705">
                  <a:moveTo>
                    <a:pt x="170687" y="512825"/>
                  </a:moveTo>
                  <a:lnTo>
                    <a:pt x="177325" y="465631"/>
                  </a:lnTo>
                  <a:lnTo>
                    <a:pt x="196059" y="423220"/>
                  </a:lnTo>
                  <a:lnTo>
                    <a:pt x="225123" y="387286"/>
                  </a:lnTo>
                  <a:lnTo>
                    <a:pt x="262748" y="359522"/>
                  </a:lnTo>
                  <a:lnTo>
                    <a:pt x="307168" y="341622"/>
                  </a:lnTo>
                  <a:lnTo>
                    <a:pt x="356615" y="335279"/>
                  </a:lnTo>
                  <a:lnTo>
                    <a:pt x="406063" y="341622"/>
                  </a:lnTo>
                  <a:lnTo>
                    <a:pt x="450483" y="359522"/>
                  </a:lnTo>
                  <a:lnTo>
                    <a:pt x="488108" y="387286"/>
                  </a:lnTo>
                  <a:lnTo>
                    <a:pt x="517172" y="423220"/>
                  </a:lnTo>
                  <a:lnTo>
                    <a:pt x="535906" y="465631"/>
                  </a:lnTo>
                  <a:lnTo>
                    <a:pt x="542543" y="512825"/>
                  </a:lnTo>
                  <a:lnTo>
                    <a:pt x="535906" y="560020"/>
                  </a:lnTo>
                  <a:lnTo>
                    <a:pt x="517172" y="602431"/>
                  </a:lnTo>
                  <a:lnTo>
                    <a:pt x="488108" y="638365"/>
                  </a:lnTo>
                  <a:lnTo>
                    <a:pt x="450483" y="666129"/>
                  </a:lnTo>
                  <a:lnTo>
                    <a:pt x="406063" y="684029"/>
                  </a:lnTo>
                  <a:lnTo>
                    <a:pt x="356615" y="690371"/>
                  </a:lnTo>
                  <a:lnTo>
                    <a:pt x="307168" y="684029"/>
                  </a:lnTo>
                  <a:lnTo>
                    <a:pt x="262748" y="666129"/>
                  </a:lnTo>
                  <a:lnTo>
                    <a:pt x="225123" y="638365"/>
                  </a:lnTo>
                  <a:lnTo>
                    <a:pt x="196059" y="602431"/>
                  </a:lnTo>
                  <a:lnTo>
                    <a:pt x="177325" y="560020"/>
                  </a:lnTo>
                  <a:lnTo>
                    <a:pt x="170687" y="512825"/>
                  </a:lnTo>
                  <a:close/>
                </a:path>
                <a:path w="542925" h="1068705">
                  <a:moveTo>
                    <a:pt x="0" y="0"/>
                  </a:moveTo>
                  <a:lnTo>
                    <a:pt x="266700" y="365759"/>
                  </a:lnTo>
                </a:path>
                <a:path w="542925" h="1068705">
                  <a:moveTo>
                    <a:pt x="256031" y="659891"/>
                  </a:moveTo>
                  <a:lnTo>
                    <a:pt x="74675" y="1068324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8118347" y="477012"/>
              <a:ext cx="372110" cy="355600"/>
            </a:xfrm>
            <a:custGeom>
              <a:avLst/>
              <a:gdLst/>
              <a:ahLst/>
              <a:cxnLst/>
              <a:rect l="l" t="t" r="r" b="b"/>
              <a:pathLst>
                <a:path w="372109" h="355600">
                  <a:moveTo>
                    <a:pt x="185927" y="0"/>
                  </a:moveTo>
                  <a:lnTo>
                    <a:pt x="136480" y="6342"/>
                  </a:lnTo>
                  <a:lnTo>
                    <a:pt x="92060" y="24242"/>
                  </a:lnTo>
                  <a:lnTo>
                    <a:pt x="54435" y="52006"/>
                  </a:lnTo>
                  <a:lnTo>
                    <a:pt x="25371" y="87940"/>
                  </a:lnTo>
                  <a:lnTo>
                    <a:pt x="6637" y="130351"/>
                  </a:lnTo>
                  <a:lnTo>
                    <a:pt x="0" y="177546"/>
                  </a:lnTo>
                  <a:lnTo>
                    <a:pt x="6637" y="224740"/>
                  </a:lnTo>
                  <a:lnTo>
                    <a:pt x="25371" y="267151"/>
                  </a:lnTo>
                  <a:lnTo>
                    <a:pt x="54435" y="303085"/>
                  </a:lnTo>
                  <a:lnTo>
                    <a:pt x="92060" y="330849"/>
                  </a:lnTo>
                  <a:lnTo>
                    <a:pt x="136480" y="348749"/>
                  </a:lnTo>
                  <a:lnTo>
                    <a:pt x="185927" y="355091"/>
                  </a:lnTo>
                  <a:lnTo>
                    <a:pt x="235375" y="348749"/>
                  </a:lnTo>
                  <a:lnTo>
                    <a:pt x="279795" y="330849"/>
                  </a:lnTo>
                  <a:lnTo>
                    <a:pt x="317420" y="303085"/>
                  </a:lnTo>
                  <a:lnTo>
                    <a:pt x="346484" y="267151"/>
                  </a:lnTo>
                  <a:lnTo>
                    <a:pt x="365218" y="224740"/>
                  </a:lnTo>
                  <a:lnTo>
                    <a:pt x="371855" y="177546"/>
                  </a:lnTo>
                  <a:lnTo>
                    <a:pt x="365218" y="130351"/>
                  </a:lnTo>
                  <a:lnTo>
                    <a:pt x="346484" y="87940"/>
                  </a:lnTo>
                  <a:lnTo>
                    <a:pt x="317420" y="52006"/>
                  </a:lnTo>
                  <a:lnTo>
                    <a:pt x="279795" y="24242"/>
                  </a:lnTo>
                  <a:lnTo>
                    <a:pt x="235375" y="6342"/>
                  </a:lnTo>
                  <a:lnTo>
                    <a:pt x="18592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8118347" y="477012"/>
              <a:ext cx="372110" cy="355600"/>
            </a:xfrm>
            <a:custGeom>
              <a:avLst/>
              <a:gdLst/>
              <a:ahLst/>
              <a:cxnLst/>
              <a:rect l="l" t="t" r="r" b="b"/>
              <a:pathLst>
                <a:path w="372109" h="355600">
                  <a:moveTo>
                    <a:pt x="0" y="177546"/>
                  </a:moveTo>
                  <a:lnTo>
                    <a:pt x="6637" y="130351"/>
                  </a:lnTo>
                  <a:lnTo>
                    <a:pt x="25371" y="87940"/>
                  </a:lnTo>
                  <a:lnTo>
                    <a:pt x="54435" y="52006"/>
                  </a:lnTo>
                  <a:lnTo>
                    <a:pt x="92060" y="24242"/>
                  </a:lnTo>
                  <a:lnTo>
                    <a:pt x="136480" y="6342"/>
                  </a:lnTo>
                  <a:lnTo>
                    <a:pt x="185927" y="0"/>
                  </a:lnTo>
                  <a:lnTo>
                    <a:pt x="235375" y="6342"/>
                  </a:lnTo>
                  <a:lnTo>
                    <a:pt x="279795" y="24242"/>
                  </a:lnTo>
                  <a:lnTo>
                    <a:pt x="317420" y="52006"/>
                  </a:lnTo>
                  <a:lnTo>
                    <a:pt x="346484" y="87940"/>
                  </a:lnTo>
                  <a:lnTo>
                    <a:pt x="365218" y="130351"/>
                  </a:lnTo>
                  <a:lnTo>
                    <a:pt x="371855" y="177546"/>
                  </a:lnTo>
                  <a:lnTo>
                    <a:pt x="365218" y="224740"/>
                  </a:lnTo>
                  <a:lnTo>
                    <a:pt x="346484" y="267151"/>
                  </a:lnTo>
                  <a:lnTo>
                    <a:pt x="317420" y="303085"/>
                  </a:lnTo>
                  <a:lnTo>
                    <a:pt x="279795" y="330849"/>
                  </a:lnTo>
                  <a:lnTo>
                    <a:pt x="235375" y="348749"/>
                  </a:lnTo>
                  <a:lnTo>
                    <a:pt x="185927" y="355091"/>
                  </a:lnTo>
                  <a:lnTo>
                    <a:pt x="136480" y="348749"/>
                  </a:lnTo>
                  <a:lnTo>
                    <a:pt x="92060" y="330849"/>
                  </a:lnTo>
                  <a:lnTo>
                    <a:pt x="54435" y="303085"/>
                  </a:lnTo>
                  <a:lnTo>
                    <a:pt x="25371" y="267151"/>
                  </a:lnTo>
                  <a:lnTo>
                    <a:pt x="6637" y="224740"/>
                  </a:lnTo>
                  <a:lnTo>
                    <a:pt x="0" y="177546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4710810" y="439292"/>
            <a:ext cx="372173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3460">
              <a:lnSpc>
                <a:spcPts val="2640"/>
              </a:lnSpc>
              <a:spcBef>
                <a:spcPts val="100"/>
              </a:spcBef>
            </a:pPr>
            <a:r>
              <a:rPr sz="2400" b="1" spc="-50" dirty="0">
                <a:solidFill>
                  <a:srgbClr val="44536A"/>
                </a:solidFill>
                <a:latin typeface="Calibri"/>
                <a:cs typeface="Calibri"/>
              </a:rPr>
              <a:t>0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ts val="3120"/>
              </a:lnSpc>
            </a:pPr>
            <a:r>
              <a:rPr sz="2800" spc="-50" dirty="0">
                <a:solidFill>
                  <a:srgbClr val="44536A"/>
                </a:solidFill>
                <a:latin typeface="Calibri"/>
                <a:cs typeface="Calibri"/>
              </a:rPr>
              <a:t>0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7671816" y="1115567"/>
            <a:ext cx="372110" cy="355600"/>
          </a:xfrm>
          <a:custGeom>
            <a:avLst/>
            <a:gdLst/>
            <a:ahLst/>
            <a:cxnLst/>
            <a:rect l="l" t="t" r="r" b="b"/>
            <a:pathLst>
              <a:path w="372109" h="355600">
                <a:moveTo>
                  <a:pt x="0" y="177546"/>
                </a:moveTo>
                <a:lnTo>
                  <a:pt x="6637" y="130351"/>
                </a:lnTo>
                <a:lnTo>
                  <a:pt x="25371" y="87940"/>
                </a:lnTo>
                <a:lnTo>
                  <a:pt x="54435" y="52006"/>
                </a:lnTo>
                <a:lnTo>
                  <a:pt x="92060" y="24242"/>
                </a:lnTo>
                <a:lnTo>
                  <a:pt x="136480" y="6342"/>
                </a:lnTo>
                <a:lnTo>
                  <a:pt x="185927" y="0"/>
                </a:lnTo>
                <a:lnTo>
                  <a:pt x="235375" y="6342"/>
                </a:lnTo>
                <a:lnTo>
                  <a:pt x="279795" y="24242"/>
                </a:lnTo>
                <a:lnTo>
                  <a:pt x="317420" y="52006"/>
                </a:lnTo>
                <a:lnTo>
                  <a:pt x="346484" y="87940"/>
                </a:lnTo>
                <a:lnTo>
                  <a:pt x="365218" y="130351"/>
                </a:lnTo>
                <a:lnTo>
                  <a:pt x="371855" y="177546"/>
                </a:lnTo>
                <a:lnTo>
                  <a:pt x="365218" y="224740"/>
                </a:lnTo>
                <a:lnTo>
                  <a:pt x="346484" y="267151"/>
                </a:lnTo>
                <a:lnTo>
                  <a:pt x="317420" y="303085"/>
                </a:lnTo>
                <a:lnTo>
                  <a:pt x="279795" y="330849"/>
                </a:lnTo>
                <a:lnTo>
                  <a:pt x="235375" y="348749"/>
                </a:lnTo>
                <a:lnTo>
                  <a:pt x="185927" y="355092"/>
                </a:lnTo>
                <a:lnTo>
                  <a:pt x="136480" y="348749"/>
                </a:lnTo>
                <a:lnTo>
                  <a:pt x="92060" y="330849"/>
                </a:lnTo>
                <a:lnTo>
                  <a:pt x="54435" y="303085"/>
                </a:lnTo>
                <a:lnTo>
                  <a:pt x="25371" y="267151"/>
                </a:lnTo>
                <a:lnTo>
                  <a:pt x="6637" y="224740"/>
                </a:lnTo>
                <a:lnTo>
                  <a:pt x="0" y="177546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 txBox="1"/>
          <p:nvPr/>
        </p:nvSpPr>
        <p:spPr>
          <a:xfrm>
            <a:off x="7805419" y="1077544"/>
            <a:ext cx="111633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48055" algn="l"/>
              </a:tabLst>
            </a:pPr>
            <a:r>
              <a:rPr sz="2400" b="1" spc="-50" dirty="0">
                <a:solidFill>
                  <a:srgbClr val="44536A"/>
                </a:solidFill>
                <a:latin typeface="Calibri"/>
                <a:cs typeface="Calibri"/>
              </a:rPr>
              <a:t>2</a:t>
            </a:r>
            <a:r>
              <a:rPr sz="2400" b="1" dirty="0">
                <a:solidFill>
                  <a:srgbClr val="44536A"/>
                </a:solidFill>
                <a:latin typeface="Calibri"/>
                <a:cs typeface="Calibri"/>
              </a:rPr>
              <a:t>	</a:t>
            </a:r>
            <a:r>
              <a:rPr sz="3600" b="1" spc="-75" baseline="2314" dirty="0">
                <a:solidFill>
                  <a:srgbClr val="44536A"/>
                </a:solidFill>
                <a:latin typeface="Calibri"/>
                <a:cs typeface="Calibri"/>
              </a:rPr>
              <a:t>1</a:t>
            </a:r>
            <a:endParaRPr sz="3600" baseline="2314">
              <a:latin typeface="Calibri"/>
              <a:cs typeface="Calibri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8145589" y="1706689"/>
            <a:ext cx="381635" cy="366395"/>
            <a:chOff x="8145589" y="1706689"/>
            <a:chExt cx="381635" cy="366395"/>
          </a:xfrm>
        </p:grpSpPr>
        <p:sp>
          <p:nvSpPr>
            <p:cNvPr id="52" name="object 52"/>
            <p:cNvSpPr/>
            <p:nvPr/>
          </p:nvSpPr>
          <p:spPr>
            <a:xfrm>
              <a:off x="8150352" y="1711451"/>
              <a:ext cx="372110" cy="356870"/>
            </a:xfrm>
            <a:custGeom>
              <a:avLst/>
              <a:gdLst/>
              <a:ahLst/>
              <a:cxnLst/>
              <a:rect l="l" t="t" r="r" b="b"/>
              <a:pathLst>
                <a:path w="372109" h="356869">
                  <a:moveTo>
                    <a:pt x="185927" y="0"/>
                  </a:moveTo>
                  <a:lnTo>
                    <a:pt x="136480" y="6372"/>
                  </a:lnTo>
                  <a:lnTo>
                    <a:pt x="92060" y="24355"/>
                  </a:lnTo>
                  <a:lnTo>
                    <a:pt x="54435" y="52244"/>
                  </a:lnTo>
                  <a:lnTo>
                    <a:pt x="25371" y="88335"/>
                  </a:lnTo>
                  <a:lnTo>
                    <a:pt x="6637" y="130924"/>
                  </a:lnTo>
                  <a:lnTo>
                    <a:pt x="0" y="178308"/>
                  </a:lnTo>
                  <a:lnTo>
                    <a:pt x="6637" y="225691"/>
                  </a:lnTo>
                  <a:lnTo>
                    <a:pt x="25371" y="268280"/>
                  </a:lnTo>
                  <a:lnTo>
                    <a:pt x="54435" y="304371"/>
                  </a:lnTo>
                  <a:lnTo>
                    <a:pt x="92060" y="332260"/>
                  </a:lnTo>
                  <a:lnTo>
                    <a:pt x="136480" y="350243"/>
                  </a:lnTo>
                  <a:lnTo>
                    <a:pt x="185927" y="356615"/>
                  </a:lnTo>
                  <a:lnTo>
                    <a:pt x="235375" y="350243"/>
                  </a:lnTo>
                  <a:lnTo>
                    <a:pt x="279795" y="332260"/>
                  </a:lnTo>
                  <a:lnTo>
                    <a:pt x="317420" y="304371"/>
                  </a:lnTo>
                  <a:lnTo>
                    <a:pt x="346484" y="268280"/>
                  </a:lnTo>
                  <a:lnTo>
                    <a:pt x="365218" y="225691"/>
                  </a:lnTo>
                  <a:lnTo>
                    <a:pt x="371855" y="178308"/>
                  </a:lnTo>
                  <a:lnTo>
                    <a:pt x="365218" y="130924"/>
                  </a:lnTo>
                  <a:lnTo>
                    <a:pt x="346484" y="88335"/>
                  </a:lnTo>
                  <a:lnTo>
                    <a:pt x="317420" y="52244"/>
                  </a:lnTo>
                  <a:lnTo>
                    <a:pt x="279795" y="24355"/>
                  </a:lnTo>
                  <a:lnTo>
                    <a:pt x="235375" y="6372"/>
                  </a:lnTo>
                  <a:lnTo>
                    <a:pt x="18592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8150352" y="1711451"/>
              <a:ext cx="372110" cy="356870"/>
            </a:xfrm>
            <a:custGeom>
              <a:avLst/>
              <a:gdLst/>
              <a:ahLst/>
              <a:cxnLst/>
              <a:rect l="l" t="t" r="r" b="b"/>
              <a:pathLst>
                <a:path w="372109" h="356869">
                  <a:moveTo>
                    <a:pt x="0" y="178308"/>
                  </a:moveTo>
                  <a:lnTo>
                    <a:pt x="6637" y="130924"/>
                  </a:lnTo>
                  <a:lnTo>
                    <a:pt x="25371" y="88335"/>
                  </a:lnTo>
                  <a:lnTo>
                    <a:pt x="54435" y="52244"/>
                  </a:lnTo>
                  <a:lnTo>
                    <a:pt x="92060" y="24355"/>
                  </a:lnTo>
                  <a:lnTo>
                    <a:pt x="136480" y="6372"/>
                  </a:lnTo>
                  <a:lnTo>
                    <a:pt x="185927" y="0"/>
                  </a:lnTo>
                  <a:lnTo>
                    <a:pt x="235375" y="6372"/>
                  </a:lnTo>
                  <a:lnTo>
                    <a:pt x="279795" y="24355"/>
                  </a:lnTo>
                  <a:lnTo>
                    <a:pt x="317420" y="52244"/>
                  </a:lnTo>
                  <a:lnTo>
                    <a:pt x="346484" y="88335"/>
                  </a:lnTo>
                  <a:lnTo>
                    <a:pt x="365218" y="130924"/>
                  </a:lnTo>
                  <a:lnTo>
                    <a:pt x="371855" y="178308"/>
                  </a:lnTo>
                  <a:lnTo>
                    <a:pt x="365218" y="225691"/>
                  </a:lnTo>
                  <a:lnTo>
                    <a:pt x="346484" y="268280"/>
                  </a:lnTo>
                  <a:lnTo>
                    <a:pt x="317420" y="304371"/>
                  </a:lnTo>
                  <a:lnTo>
                    <a:pt x="279795" y="332260"/>
                  </a:lnTo>
                  <a:lnTo>
                    <a:pt x="235375" y="350243"/>
                  </a:lnTo>
                  <a:lnTo>
                    <a:pt x="185927" y="356615"/>
                  </a:lnTo>
                  <a:lnTo>
                    <a:pt x="136480" y="350243"/>
                  </a:lnTo>
                  <a:lnTo>
                    <a:pt x="92060" y="332260"/>
                  </a:lnTo>
                  <a:lnTo>
                    <a:pt x="54435" y="304371"/>
                  </a:lnTo>
                  <a:lnTo>
                    <a:pt x="25371" y="268280"/>
                  </a:lnTo>
                  <a:lnTo>
                    <a:pt x="6637" y="225691"/>
                  </a:lnTo>
                  <a:lnTo>
                    <a:pt x="0" y="178308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8283956" y="1674316"/>
            <a:ext cx="18034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solidFill>
                  <a:srgbClr val="44536A"/>
                </a:solidFill>
                <a:latin typeface="Calibri"/>
                <a:cs typeface="Calibri"/>
              </a:rPr>
              <a:t>3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7926323" y="790955"/>
            <a:ext cx="245745" cy="1056640"/>
          </a:xfrm>
          <a:custGeom>
            <a:avLst/>
            <a:gdLst/>
            <a:ahLst/>
            <a:cxnLst/>
            <a:rect l="l" t="t" r="r" b="b"/>
            <a:pathLst>
              <a:path w="245745" h="1056639">
                <a:moveTo>
                  <a:pt x="245364" y="0"/>
                </a:moveTo>
                <a:lnTo>
                  <a:pt x="0" y="355092"/>
                </a:lnTo>
              </a:path>
              <a:path w="245745" h="1056639">
                <a:moveTo>
                  <a:pt x="32003" y="649224"/>
                </a:moveTo>
                <a:lnTo>
                  <a:pt x="224027" y="1056132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9936480" y="445008"/>
            <a:ext cx="372110" cy="356870"/>
          </a:xfrm>
          <a:custGeom>
            <a:avLst/>
            <a:gdLst/>
            <a:ahLst/>
            <a:cxnLst/>
            <a:rect l="l" t="t" r="r" b="b"/>
            <a:pathLst>
              <a:path w="372109" h="356870">
                <a:moveTo>
                  <a:pt x="0" y="178307"/>
                </a:moveTo>
                <a:lnTo>
                  <a:pt x="6637" y="130924"/>
                </a:lnTo>
                <a:lnTo>
                  <a:pt x="25371" y="88335"/>
                </a:lnTo>
                <a:lnTo>
                  <a:pt x="54435" y="52244"/>
                </a:lnTo>
                <a:lnTo>
                  <a:pt x="92060" y="24355"/>
                </a:lnTo>
                <a:lnTo>
                  <a:pt x="136480" y="6372"/>
                </a:lnTo>
                <a:lnTo>
                  <a:pt x="185927" y="0"/>
                </a:lnTo>
                <a:lnTo>
                  <a:pt x="235375" y="6372"/>
                </a:lnTo>
                <a:lnTo>
                  <a:pt x="279795" y="24355"/>
                </a:lnTo>
                <a:lnTo>
                  <a:pt x="317420" y="52244"/>
                </a:lnTo>
                <a:lnTo>
                  <a:pt x="346484" y="88335"/>
                </a:lnTo>
                <a:lnTo>
                  <a:pt x="365218" y="130924"/>
                </a:lnTo>
                <a:lnTo>
                  <a:pt x="371855" y="178307"/>
                </a:lnTo>
                <a:lnTo>
                  <a:pt x="365218" y="225691"/>
                </a:lnTo>
                <a:lnTo>
                  <a:pt x="346484" y="268280"/>
                </a:lnTo>
                <a:lnTo>
                  <a:pt x="317420" y="304371"/>
                </a:lnTo>
                <a:lnTo>
                  <a:pt x="279795" y="332260"/>
                </a:lnTo>
                <a:lnTo>
                  <a:pt x="235375" y="350243"/>
                </a:lnTo>
                <a:lnTo>
                  <a:pt x="185927" y="356615"/>
                </a:lnTo>
                <a:lnTo>
                  <a:pt x="136480" y="350243"/>
                </a:lnTo>
                <a:lnTo>
                  <a:pt x="92060" y="332260"/>
                </a:lnTo>
                <a:lnTo>
                  <a:pt x="54435" y="304371"/>
                </a:lnTo>
                <a:lnTo>
                  <a:pt x="25371" y="268280"/>
                </a:lnTo>
                <a:lnTo>
                  <a:pt x="6637" y="225691"/>
                </a:lnTo>
                <a:lnTo>
                  <a:pt x="0" y="178307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 txBox="1"/>
          <p:nvPr/>
        </p:nvSpPr>
        <p:spPr>
          <a:xfrm>
            <a:off x="10071354" y="407923"/>
            <a:ext cx="1803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solidFill>
                  <a:srgbClr val="44536A"/>
                </a:solidFill>
                <a:latin typeface="Calibri"/>
                <a:cs typeface="Calibri"/>
              </a:rPr>
              <a:t>4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9489947" y="1083563"/>
            <a:ext cx="372110" cy="356870"/>
          </a:xfrm>
          <a:custGeom>
            <a:avLst/>
            <a:gdLst/>
            <a:ahLst/>
            <a:cxnLst/>
            <a:rect l="l" t="t" r="r" b="b"/>
            <a:pathLst>
              <a:path w="372109" h="356869">
                <a:moveTo>
                  <a:pt x="0" y="178308"/>
                </a:moveTo>
                <a:lnTo>
                  <a:pt x="6637" y="130924"/>
                </a:lnTo>
                <a:lnTo>
                  <a:pt x="25371" y="88335"/>
                </a:lnTo>
                <a:lnTo>
                  <a:pt x="54435" y="52244"/>
                </a:lnTo>
                <a:lnTo>
                  <a:pt x="92060" y="24355"/>
                </a:lnTo>
                <a:lnTo>
                  <a:pt x="136480" y="6372"/>
                </a:lnTo>
                <a:lnTo>
                  <a:pt x="185927" y="0"/>
                </a:lnTo>
                <a:lnTo>
                  <a:pt x="235375" y="6372"/>
                </a:lnTo>
                <a:lnTo>
                  <a:pt x="279795" y="24355"/>
                </a:lnTo>
                <a:lnTo>
                  <a:pt x="317420" y="52244"/>
                </a:lnTo>
                <a:lnTo>
                  <a:pt x="346484" y="88335"/>
                </a:lnTo>
                <a:lnTo>
                  <a:pt x="365218" y="130924"/>
                </a:lnTo>
                <a:lnTo>
                  <a:pt x="371855" y="178308"/>
                </a:lnTo>
                <a:lnTo>
                  <a:pt x="365218" y="225691"/>
                </a:lnTo>
                <a:lnTo>
                  <a:pt x="346484" y="268280"/>
                </a:lnTo>
                <a:lnTo>
                  <a:pt x="317420" y="304371"/>
                </a:lnTo>
                <a:lnTo>
                  <a:pt x="279795" y="332260"/>
                </a:lnTo>
                <a:lnTo>
                  <a:pt x="235375" y="350243"/>
                </a:lnTo>
                <a:lnTo>
                  <a:pt x="185927" y="356615"/>
                </a:lnTo>
                <a:lnTo>
                  <a:pt x="136480" y="350243"/>
                </a:lnTo>
                <a:lnTo>
                  <a:pt x="92060" y="332260"/>
                </a:lnTo>
                <a:lnTo>
                  <a:pt x="54435" y="304371"/>
                </a:lnTo>
                <a:lnTo>
                  <a:pt x="25371" y="268280"/>
                </a:lnTo>
                <a:lnTo>
                  <a:pt x="6637" y="225691"/>
                </a:lnTo>
                <a:lnTo>
                  <a:pt x="0" y="178308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 txBox="1"/>
          <p:nvPr/>
        </p:nvSpPr>
        <p:spPr>
          <a:xfrm>
            <a:off x="9624441" y="1046175"/>
            <a:ext cx="18034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solidFill>
                  <a:srgbClr val="44536A"/>
                </a:solidFill>
                <a:latin typeface="Calibri"/>
                <a:cs typeface="Calibri"/>
              </a:rPr>
              <a:t>5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0" name="object 60"/>
          <p:cNvSpPr/>
          <p:nvPr/>
        </p:nvSpPr>
        <p:spPr>
          <a:xfrm>
            <a:off x="9968483" y="1680972"/>
            <a:ext cx="372110" cy="355600"/>
          </a:xfrm>
          <a:custGeom>
            <a:avLst/>
            <a:gdLst/>
            <a:ahLst/>
            <a:cxnLst/>
            <a:rect l="l" t="t" r="r" b="b"/>
            <a:pathLst>
              <a:path w="372109" h="355600">
                <a:moveTo>
                  <a:pt x="0" y="177545"/>
                </a:moveTo>
                <a:lnTo>
                  <a:pt x="6637" y="130351"/>
                </a:lnTo>
                <a:lnTo>
                  <a:pt x="25371" y="87940"/>
                </a:lnTo>
                <a:lnTo>
                  <a:pt x="54435" y="52006"/>
                </a:lnTo>
                <a:lnTo>
                  <a:pt x="92060" y="24242"/>
                </a:lnTo>
                <a:lnTo>
                  <a:pt x="136480" y="6342"/>
                </a:lnTo>
                <a:lnTo>
                  <a:pt x="185927" y="0"/>
                </a:lnTo>
                <a:lnTo>
                  <a:pt x="235375" y="6342"/>
                </a:lnTo>
                <a:lnTo>
                  <a:pt x="279795" y="24242"/>
                </a:lnTo>
                <a:lnTo>
                  <a:pt x="317420" y="52006"/>
                </a:lnTo>
                <a:lnTo>
                  <a:pt x="346484" y="87940"/>
                </a:lnTo>
                <a:lnTo>
                  <a:pt x="365218" y="130351"/>
                </a:lnTo>
                <a:lnTo>
                  <a:pt x="371856" y="177545"/>
                </a:lnTo>
                <a:lnTo>
                  <a:pt x="365218" y="224740"/>
                </a:lnTo>
                <a:lnTo>
                  <a:pt x="346484" y="267151"/>
                </a:lnTo>
                <a:lnTo>
                  <a:pt x="317420" y="303085"/>
                </a:lnTo>
                <a:lnTo>
                  <a:pt x="279795" y="330849"/>
                </a:lnTo>
                <a:lnTo>
                  <a:pt x="235375" y="348749"/>
                </a:lnTo>
                <a:lnTo>
                  <a:pt x="185927" y="355091"/>
                </a:lnTo>
                <a:lnTo>
                  <a:pt x="136480" y="348749"/>
                </a:lnTo>
                <a:lnTo>
                  <a:pt x="92060" y="330849"/>
                </a:lnTo>
                <a:lnTo>
                  <a:pt x="54435" y="303085"/>
                </a:lnTo>
                <a:lnTo>
                  <a:pt x="25371" y="267151"/>
                </a:lnTo>
                <a:lnTo>
                  <a:pt x="6637" y="224740"/>
                </a:lnTo>
                <a:lnTo>
                  <a:pt x="0" y="17754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 txBox="1"/>
          <p:nvPr/>
        </p:nvSpPr>
        <p:spPr>
          <a:xfrm>
            <a:off x="10103357" y="1642948"/>
            <a:ext cx="18034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solidFill>
                  <a:srgbClr val="44536A"/>
                </a:solidFill>
                <a:latin typeface="Calibri"/>
                <a:cs typeface="Calibri"/>
              </a:rPr>
              <a:t>6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2" name="object 62"/>
          <p:cNvSpPr/>
          <p:nvPr/>
        </p:nvSpPr>
        <p:spPr>
          <a:xfrm>
            <a:off x="9553956" y="758951"/>
            <a:ext cx="436245" cy="2105025"/>
          </a:xfrm>
          <a:custGeom>
            <a:avLst/>
            <a:gdLst/>
            <a:ahLst/>
            <a:cxnLst/>
            <a:rect l="l" t="t" r="r" b="b"/>
            <a:pathLst>
              <a:path w="436245" h="2105025">
                <a:moveTo>
                  <a:pt x="435864" y="0"/>
                </a:moveTo>
                <a:lnTo>
                  <a:pt x="192024" y="356615"/>
                </a:lnTo>
              </a:path>
              <a:path w="436245" h="2105025">
                <a:moveTo>
                  <a:pt x="222503" y="649224"/>
                </a:moveTo>
                <a:lnTo>
                  <a:pt x="414527" y="1057656"/>
                </a:lnTo>
              </a:path>
              <a:path w="436245" h="2105025">
                <a:moveTo>
                  <a:pt x="0" y="1926336"/>
                </a:moveTo>
                <a:lnTo>
                  <a:pt x="6637" y="1878952"/>
                </a:lnTo>
                <a:lnTo>
                  <a:pt x="25371" y="1836363"/>
                </a:lnTo>
                <a:lnTo>
                  <a:pt x="54435" y="1800272"/>
                </a:lnTo>
                <a:lnTo>
                  <a:pt x="92060" y="1772383"/>
                </a:lnTo>
                <a:lnTo>
                  <a:pt x="136480" y="1754400"/>
                </a:lnTo>
                <a:lnTo>
                  <a:pt x="185927" y="1748027"/>
                </a:lnTo>
                <a:lnTo>
                  <a:pt x="235375" y="1754400"/>
                </a:lnTo>
                <a:lnTo>
                  <a:pt x="279795" y="1772383"/>
                </a:lnTo>
                <a:lnTo>
                  <a:pt x="317420" y="1800272"/>
                </a:lnTo>
                <a:lnTo>
                  <a:pt x="346484" y="1836363"/>
                </a:lnTo>
                <a:lnTo>
                  <a:pt x="365218" y="1878952"/>
                </a:lnTo>
                <a:lnTo>
                  <a:pt x="371855" y="1926336"/>
                </a:lnTo>
                <a:lnTo>
                  <a:pt x="365218" y="1973719"/>
                </a:lnTo>
                <a:lnTo>
                  <a:pt x="346484" y="2016308"/>
                </a:lnTo>
                <a:lnTo>
                  <a:pt x="317420" y="2052399"/>
                </a:lnTo>
                <a:lnTo>
                  <a:pt x="279795" y="2080288"/>
                </a:lnTo>
                <a:lnTo>
                  <a:pt x="235375" y="2098271"/>
                </a:lnTo>
                <a:lnTo>
                  <a:pt x="185927" y="2104644"/>
                </a:lnTo>
                <a:lnTo>
                  <a:pt x="136480" y="2098271"/>
                </a:lnTo>
                <a:lnTo>
                  <a:pt x="92060" y="2080288"/>
                </a:lnTo>
                <a:lnTo>
                  <a:pt x="54435" y="2052399"/>
                </a:lnTo>
                <a:lnTo>
                  <a:pt x="25371" y="2016308"/>
                </a:lnTo>
                <a:lnTo>
                  <a:pt x="6637" y="1973719"/>
                </a:lnTo>
                <a:lnTo>
                  <a:pt x="0" y="1926336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 txBox="1"/>
          <p:nvPr/>
        </p:nvSpPr>
        <p:spPr>
          <a:xfrm>
            <a:off x="7460420" y="2470530"/>
            <a:ext cx="3215005" cy="35864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812165" algn="r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solidFill>
                  <a:srgbClr val="44536A"/>
                </a:solidFill>
                <a:latin typeface="Calibri"/>
                <a:cs typeface="Calibri"/>
              </a:rPr>
              <a:t>7</a:t>
            </a:r>
            <a:endParaRPr sz="2400">
              <a:latin typeface="Calibri"/>
              <a:cs typeface="Calibri"/>
            </a:endParaRPr>
          </a:p>
          <a:p>
            <a:pPr marL="88265">
              <a:lnSpc>
                <a:spcPct val="100000"/>
              </a:lnSpc>
              <a:spcBef>
                <a:spcPts val="140"/>
              </a:spcBef>
              <a:tabLst>
                <a:tab pos="553720" algn="l"/>
                <a:tab pos="939165" algn="l"/>
                <a:tab pos="1353185" algn="l"/>
                <a:tab pos="1738630" algn="l"/>
                <a:tab pos="2124710" algn="l"/>
                <a:tab pos="2510790" algn="l"/>
                <a:tab pos="2896235" algn="l"/>
              </a:tabLst>
            </a:pPr>
            <a:r>
              <a:rPr sz="3150" spc="-37" baseline="-3968" dirty="0">
                <a:latin typeface="Symbol"/>
                <a:cs typeface="Symbol"/>
              </a:rPr>
              <a:t></a:t>
            </a:r>
            <a:r>
              <a:rPr sz="2100" spc="-25" dirty="0">
                <a:latin typeface="Times New Roman"/>
                <a:cs typeface="Times New Roman"/>
              </a:rPr>
              <a:t>0</a:t>
            </a:r>
            <a:r>
              <a:rPr sz="2100" dirty="0">
                <a:latin typeface="Times New Roman"/>
                <a:cs typeface="Times New Roman"/>
              </a:rPr>
              <a:t>	</a:t>
            </a:r>
            <a:r>
              <a:rPr sz="2100" spc="-50" dirty="0">
                <a:latin typeface="Times New Roman"/>
                <a:cs typeface="Times New Roman"/>
              </a:rPr>
              <a:t>1</a:t>
            </a:r>
            <a:r>
              <a:rPr sz="2100" dirty="0">
                <a:latin typeface="Times New Roman"/>
                <a:cs typeface="Times New Roman"/>
              </a:rPr>
              <a:t>	</a:t>
            </a:r>
            <a:r>
              <a:rPr sz="2100" spc="-50" dirty="0">
                <a:latin typeface="Times New Roman"/>
                <a:cs typeface="Times New Roman"/>
              </a:rPr>
              <a:t>1</a:t>
            </a:r>
            <a:r>
              <a:rPr sz="2100" dirty="0">
                <a:latin typeface="Times New Roman"/>
                <a:cs typeface="Times New Roman"/>
              </a:rPr>
              <a:t>	</a:t>
            </a:r>
            <a:r>
              <a:rPr sz="2100" spc="-50" dirty="0">
                <a:latin typeface="Times New Roman"/>
                <a:cs typeface="Times New Roman"/>
              </a:rPr>
              <a:t>0</a:t>
            </a:r>
            <a:r>
              <a:rPr sz="2100" dirty="0">
                <a:latin typeface="Times New Roman"/>
                <a:cs typeface="Times New Roman"/>
              </a:rPr>
              <a:t>	</a:t>
            </a:r>
            <a:r>
              <a:rPr sz="2100" spc="-50" dirty="0">
                <a:latin typeface="Times New Roman"/>
                <a:cs typeface="Times New Roman"/>
              </a:rPr>
              <a:t>0</a:t>
            </a:r>
            <a:r>
              <a:rPr sz="2100" dirty="0">
                <a:latin typeface="Times New Roman"/>
                <a:cs typeface="Times New Roman"/>
              </a:rPr>
              <a:t>	</a:t>
            </a:r>
            <a:r>
              <a:rPr sz="2100" spc="-50" dirty="0">
                <a:latin typeface="Times New Roman"/>
                <a:cs typeface="Times New Roman"/>
              </a:rPr>
              <a:t>0</a:t>
            </a:r>
            <a:r>
              <a:rPr sz="2100" dirty="0">
                <a:latin typeface="Times New Roman"/>
                <a:cs typeface="Times New Roman"/>
              </a:rPr>
              <a:t>	</a:t>
            </a:r>
            <a:r>
              <a:rPr sz="2100" spc="-50" dirty="0">
                <a:latin typeface="Times New Roman"/>
                <a:cs typeface="Times New Roman"/>
              </a:rPr>
              <a:t>0</a:t>
            </a:r>
            <a:r>
              <a:rPr sz="2100" dirty="0">
                <a:latin typeface="Times New Roman"/>
                <a:cs typeface="Times New Roman"/>
              </a:rPr>
              <a:t>	</a:t>
            </a:r>
            <a:r>
              <a:rPr sz="2100" spc="-25" dirty="0">
                <a:latin typeface="Times New Roman"/>
                <a:cs typeface="Times New Roman"/>
              </a:rPr>
              <a:t>0</a:t>
            </a:r>
            <a:r>
              <a:rPr sz="3150" spc="-37" baseline="-3968" dirty="0">
                <a:latin typeface="Symbol"/>
                <a:cs typeface="Symbol"/>
              </a:rPr>
              <a:t></a:t>
            </a:r>
            <a:endParaRPr sz="3150" baseline="-3968">
              <a:latin typeface="Symbol"/>
              <a:cs typeface="Symbol"/>
            </a:endParaRPr>
          </a:p>
          <a:p>
            <a:pPr marL="581025">
              <a:lnSpc>
                <a:spcPct val="100000"/>
              </a:lnSpc>
              <a:spcBef>
                <a:spcPts val="690"/>
              </a:spcBef>
              <a:tabLst>
                <a:tab pos="967105" algn="l"/>
                <a:tab pos="1325245" algn="l"/>
                <a:tab pos="1738630" algn="l"/>
                <a:tab pos="2124710" algn="l"/>
                <a:tab pos="2510790" algn="l"/>
              </a:tabLst>
            </a:pPr>
            <a:r>
              <a:rPr sz="2100" spc="-50" dirty="0">
                <a:latin typeface="Times New Roman"/>
                <a:cs typeface="Times New Roman"/>
              </a:rPr>
              <a:t>0</a:t>
            </a:r>
            <a:r>
              <a:rPr sz="2100" dirty="0">
                <a:latin typeface="Times New Roman"/>
                <a:cs typeface="Times New Roman"/>
              </a:rPr>
              <a:t>	</a:t>
            </a:r>
            <a:r>
              <a:rPr sz="2100" spc="-50" dirty="0">
                <a:latin typeface="Times New Roman"/>
                <a:cs typeface="Times New Roman"/>
              </a:rPr>
              <a:t>0</a:t>
            </a:r>
            <a:r>
              <a:rPr sz="2100" dirty="0">
                <a:latin typeface="Times New Roman"/>
                <a:cs typeface="Times New Roman"/>
              </a:rPr>
              <a:t>	</a:t>
            </a:r>
            <a:r>
              <a:rPr sz="2100" spc="-50" dirty="0">
                <a:latin typeface="Times New Roman"/>
                <a:cs typeface="Times New Roman"/>
              </a:rPr>
              <a:t>1</a:t>
            </a:r>
            <a:r>
              <a:rPr sz="2100" dirty="0">
                <a:latin typeface="Times New Roman"/>
                <a:cs typeface="Times New Roman"/>
              </a:rPr>
              <a:t>	</a:t>
            </a:r>
            <a:r>
              <a:rPr sz="2100" spc="-50" dirty="0">
                <a:latin typeface="Times New Roman"/>
                <a:cs typeface="Times New Roman"/>
              </a:rPr>
              <a:t>0</a:t>
            </a:r>
            <a:r>
              <a:rPr sz="2100" dirty="0">
                <a:latin typeface="Times New Roman"/>
                <a:cs typeface="Times New Roman"/>
              </a:rPr>
              <a:t>	</a:t>
            </a:r>
            <a:r>
              <a:rPr sz="2100" spc="-50" dirty="0">
                <a:latin typeface="Times New Roman"/>
                <a:cs typeface="Times New Roman"/>
              </a:rPr>
              <a:t>0</a:t>
            </a:r>
            <a:r>
              <a:rPr sz="2100" dirty="0">
                <a:latin typeface="Times New Roman"/>
                <a:cs typeface="Times New Roman"/>
              </a:rPr>
              <a:t>	</a:t>
            </a:r>
            <a:r>
              <a:rPr sz="2100" spc="-50" dirty="0">
                <a:latin typeface="Times New Roman"/>
                <a:cs typeface="Times New Roman"/>
              </a:rPr>
              <a:t>0</a:t>
            </a:r>
            <a:endParaRPr sz="2100">
              <a:latin typeface="Times New Roman"/>
              <a:cs typeface="Times New Roman"/>
            </a:endParaRPr>
          </a:p>
          <a:p>
            <a:pPr marL="581025">
              <a:lnSpc>
                <a:spcPct val="100000"/>
              </a:lnSpc>
              <a:spcBef>
                <a:spcPts val="695"/>
              </a:spcBef>
              <a:tabLst>
                <a:tab pos="967105" algn="l"/>
                <a:tab pos="1325245" algn="l"/>
                <a:tab pos="1738630" algn="l"/>
                <a:tab pos="2124710" algn="l"/>
                <a:tab pos="2510790" algn="l"/>
              </a:tabLst>
            </a:pPr>
            <a:r>
              <a:rPr sz="2100" spc="-50" dirty="0">
                <a:latin typeface="Times New Roman"/>
                <a:cs typeface="Times New Roman"/>
              </a:rPr>
              <a:t>0</a:t>
            </a:r>
            <a:r>
              <a:rPr sz="2100" dirty="0">
                <a:latin typeface="Times New Roman"/>
                <a:cs typeface="Times New Roman"/>
              </a:rPr>
              <a:t>	</a:t>
            </a:r>
            <a:r>
              <a:rPr sz="2100" spc="-50" dirty="0">
                <a:latin typeface="Times New Roman"/>
                <a:cs typeface="Times New Roman"/>
              </a:rPr>
              <a:t>0</a:t>
            </a:r>
            <a:r>
              <a:rPr sz="2100" dirty="0">
                <a:latin typeface="Times New Roman"/>
                <a:cs typeface="Times New Roman"/>
              </a:rPr>
              <a:t>	</a:t>
            </a:r>
            <a:r>
              <a:rPr sz="2100" spc="-50" dirty="0">
                <a:latin typeface="Times New Roman"/>
                <a:cs typeface="Times New Roman"/>
              </a:rPr>
              <a:t>1</a:t>
            </a:r>
            <a:r>
              <a:rPr sz="2100" dirty="0">
                <a:latin typeface="Times New Roman"/>
                <a:cs typeface="Times New Roman"/>
              </a:rPr>
              <a:t>	</a:t>
            </a:r>
            <a:r>
              <a:rPr sz="2100" spc="-50" dirty="0">
                <a:latin typeface="Times New Roman"/>
                <a:cs typeface="Times New Roman"/>
              </a:rPr>
              <a:t>0</a:t>
            </a:r>
            <a:r>
              <a:rPr sz="2100" dirty="0">
                <a:latin typeface="Times New Roman"/>
                <a:cs typeface="Times New Roman"/>
              </a:rPr>
              <a:t>	</a:t>
            </a:r>
            <a:r>
              <a:rPr sz="2100" spc="-50" dirty="0">
                <a:latin typeface="Times New Roman"/>
                <a:cs typeface="Times New Roman"/>
              </a:rPr>
              <a:t>0</a:t>
            </a:r>
            <a:r>
              <a:rPr sz="2100" dirty="0">
                <a:latin typeface="Times New Roman"/>
                <a:cs typeface="Times New Roman"/>
              </a:rPr>
              <a:t>	</a:t>
            </a:r>
            <a:r>
              <a:rPr sz="2100" spc="-50" dirty="0">
                <a:latin typeface="Times New Roman"/>
                <a:cs typeface="Times New Roman"/>
              </a:rPr>
              <a:t>0</a:t>
            </a:r>
            <a:endParaRPr sz="2100">
              <a:latin typeface="Times New Roman"/>
              <a:cs typeface="Times New Roman"/>
            </a:endParaRPr>
          </a:p>
          <a:p>
            <a:pPr marL="553720">
              <a:lnSpc>
                <a:spcPct val="100000"/>
              </a:lnSpc>
              <a:spcBef>
                <a:spcPts val="690"/>
              </a:spcBef>
              <a:tabLst>
                <a:tab pos="939165" algn="l"/>
                <a:tab pos="1353185" algn="l"/>
                <a:tab pos="1738630" algn="l"/>
                <a:tab pos="2124710" algn="l"/>
                <a:tab pos="2510790" algn="l"/>
              </a:tabLst>
            </a:pPr>
            <a:r>
              <a:rPr sz="2100" spc="-50" dirty="0">
                <a:latin typeface="Times New Roman"/>
                <a:cs typeface="Times New Roman"/>
              </a:rPr>
              <a:t>1</a:t>
            </a:r>
            <a:r>
              <a:rPr sz="2100" dirty="0">
                <a:latin typeface="Times New Roman"/>
                <a:cs typeface="Times New Roman"/>
              </a:rPr>
              <a:t>	</a:t>
            </a:r>
            <a:r>
              <a:rPr sz="2100" spc="-50" dirty="0">
                <a:latin typeface="Times New Roman"/>
                <a:cs typeface="Times New Roman"/>
              </a:rPr>
              <a:t>1</a:t>
            </a:r>
            <a:r>
              <a:rPr sz="2100" dirty="0">
                <a:latin typeface="Times New Roman"/>
                <a:cs typeface="Times New Roman"/>
              </a:rPr>
              <a:t>	</a:t>
            </a:r>
            <a:r>
              <a:rPr sz="2100" spc="-50" dirty="0">
                <a:latin typeface="Times New Roman"/>
                <a:cs typeface="Times New Roman"/>
              </a:rPr>
              <a:t>0</a:t>
            </a:r>
            <a:r>
              <a:rPr sz="2100" dirty="0">
                <a:latin typeface="Times New Roman"/>
                <a:cs typeface="Times New Roman"/>
              </a:rPr>
              <a:t>	</a:t>
            </a:r>
            <a:r>
              <a:rPr sz="2100" spc="-50" dirty="0">
                <a:latin typeface="Times New Roman"/>
                <a:cs typeface="Times New Roman"/>
              </a:rPr>
              <a:t>0</a:t>
            </a:r>
            <a:r>
              <a:rPr sz="2100" dirty="0">
                <a:latin typeface="Times New Roman"/>
                <a:cs typeface="Times New Roman"/>
              </a:rPr>
              <a:t>	</a:t>
            </a:r>
            <a:r>
              <a:rPr sz="2100" spc="-50" dirty="0">
                <a:latin typeface="Times New Roman"/>
                <a:cs typeface="Times New Roman"/>
              </a:rPr>
              <a:t>0</a:t>
            </a:r>
            <a:r>
              <a:rPr sz="2100" dirty="0">
                <a:latin typeface="Times New Roman"/>
                <a:cs typeface="Times New Roman"/>
              </a:rPr>
              <a:t>	</a:t>
            </a:r>
            <a:r>
              <a:rPr sz="2100" spc="-50" dirty="0">
                <a:latin typeface="Times New Roman"/>
                <a:cs typeface="Times New Roman"/>
              </a:rPr>
              <a:t>0</a:t>
            </a:r>
            <a:endParaRPr sz="2100">
              <a:latin typeface="Times New Roman"/>
              <a:cs typeface="Times New Roman"/>
            </a:endParaRPr>
          </a:p>
          <a:p>
            <a:pPr marL="88900">
              <a:lnSpc>
                <a:spcPct val="100000"/>
              </a:lnSpc>
              <a:spcBef>
                <a:spcPts val="695"/>
              </a:spcBef>
              <a:tabLst>
                <a:tab pos="581025" algn="l"/>
                <a:tab pos="967105" algn="l"/>
                <a:tab pos="1353185" algn="l"/>
                <a:tab pos="1738630" algn="l"/>
                <a:tab pos="2097405" algn="l"/>
                <a:tab pos="2510790" algn="l"/>
                <a:tab pos="3034030" algn="l"/>
              </a:tabLst>
            </a:pPr>
            <a:r>
              <a:rPr sz="3150" spc="-75" baseline="-42328" dirty="0">
                <a:latin typeface="Symbol"/>
                <a:cs typeface="Symbol"/>
              </a:rPr>
              <a:t></a:t>
            </a:r>
            <a:r>
              <a:rPr sz="3150" baseline="-42328" dirty="0">
                <a:latin typeface="Times New Roman"/>
                <a:cs typeface="Times New Roman"/>
              </a:rPr>
              <a:t>	</a:t>
            </a:r>
            <a:r>
              <a:rPr sz="2100" spc="-50" dirty="0">
                <a:latin typeface="Times New Roman"/>
                <a:cs typeface="Times New Roman"/>
              </a:rPr>
              <a:t>0</a:t>
            </a:r>
            <a:r>
              <a:rPr sz="2100" dirty="0">
                <a:latin typeface="Times New Roman"/>
                <a:cs typeface="Times New Roman"/>
              </a:rPr>
              <a:t>	</a:t>
            </a:r>
            <a:r>
              <a:rPr sz="2100" spc="-50" dirty="0">
                <a:latin typeface="Times New Roman"/>
                <a:cs typeface="Times New Roman"/>
              </a:rPr>
              <a:t>0</a:t>
            </a:r>
            <a:r>
              <a:rPr sz="2100" dirty="0">
                <a:latin typeface="Times New Roman"/>
                <a:cs typeface="Times New Roman"/>
              </a:rPr>
              <a:t>	</a:t>
            </a:r>
            <a:r>
              <a:rPr sz="2100" spc="-50" dirty="0">
                <a:latin typeface="Times New Roman"/>
                <a:cs typeface="Times New Roman"/>
              </a:rPr>
              <a:t>0</a:t>
            </a:r>
            <a:r>
              <a:rPr sz="2100" dirty="0">
                <a:latin typeface="Times New Roman"/>
                <a:cs typeface="Times New Roman"/>
              </a:rPr>
              <a:t>	</a:t>
            </a:r>
            <a:r>
              <a:rPr sz="2100" spc="-50" dirty="0">
                <a:latin typeface="Times New Roman"/>
                <a:cs typeface="Times New Roman"/>
              </a:rPr>
              <a:t>0</a:t>
            </a:r>
            <a:r>
              <a:rPr sz="2100" dirty="0">
                <a:latin typeface="Times New Roman"/>
                <a:cs typeface="Times New Roman"/>
              </a:rPr>
              <a:t>	</a:t>
            </a:r>
            <a:r>
              <a:rPr sz="2100" spc="-50" dirty="0">
                <a:latin typeface="Times New Roman"/>
                <a:cs typeface="Times New Roman"/>
              </a:rPr>
              <a:t>1</a:t>
            </a:r>
            <a:r>
              <a:rPr sz="2100" dirty="0">
                <a:latin typeface="Times New Roman"/>
                <a:cs typeface="Times New Roman"/>
              </a:rPr>
              <a:t>	</a:t>
            </a:r>
            <a:r>
              <a:rPr sz="2100" spc="-50" dirty="0">
                <a:latin typeface="Times New Roman"/>
                <a:cs typeface="Times New Roman"/>
              </a:rPr>
              <a:t>0</a:t>
            </a:r>
            <a:r>
              <a:rPr sz="2100" dirty="0">
                <a:latin typeface="Times New Roman"/>
                <a:cs typeface="Times New Roman"/>
              </a:rPr>
              <a:t>	</a:t>
            </a:r>
            <a:r>
              <a:rPr sz="3150" spc="-75" baseline="-42328" dirty="0">
                <a:latin typeface="Symbol"/>
                <a:cs typeface="Symbol"/>
              </a:rPr>
              <a:t></a:t>
            </a:r>
            <a:endParaRPr sz="3150" baseline="-42328">
              <a:latin typeface="Symbol"/>
              <a:cs typeface="Symbol"/>
            </a:endParaRPr>
          </a:p>
          <a:p>
            <a:pPr marL="88900">
              <a:lnSpc>
                <a:spcPct val="100000"/>
              </a:lnSpc>
              <a:spcBef>
                <a:spcPts val="690"/>
              </a:spcBef>
              <a:tabLst>
                <a:tab pos="581025" algn="l"/>
                <a:tab pos="967105" algn="l"/>
                <a:tab pos="1353185" algn="l"/>
                <a:tab pos="1711325" algn="l"/>
                <a:tab pos="2124710" algn="l"/>
                <a:tab pos="2482850" algn="l"/>
                <a:tab pos="2896235" algn="l"/>
              </a:tabLst>
            </a:pPr>
            <a:r>
              <a:rPr sz="3150" spc="-37" baseline="-11904" dirty="0">
                <a:latin typeface="Symbol"/>
                <a:cs typeface="Symbol"/>
              </a:rPr>
              <a:t></a:t>
            </a:r>
            <a:r>
              <a:rPr sz="2100" spc="-25" dirty="0">
                <a:latin typeface="Times New Roman"/>
                <a:cs typeface="Times New Roman"/>
              </a:rPr>
              <a:t>0</a:t>
            </a:r>
            <a:r>
              <a:rPr sz="2100" dirty="0">
                <a:latin typeface="Times New Roman"/>
                <a:cs typeface="Times New Roman"/>
              </a:rPr>
              <a:t>	</a:t>
            </a:r>
            <a:r>
              <a:rPr sz="2100" spc="-50" dirty="0">
                <a:latin typeface="Times New Roman"/>
                <a:cs typeface="Times New Roman"/>
              </a:rPr>
              <a:t>0</a:t>
            </a:r>
            <a:r>
              <a:rPr sz="2100" dirty="0">
                <a:latin typeface="Times New Roman"/>
                <a:cs typeface="Times New Roman"/>
              </a:rPr>
              <a:t>	</a:t>
            </a:r>
            <a:r>
              <a:rPr sz="2100" spc="-50" dirty="0">
                <a:latin typeface="Times New Roman"/>
                <a:cs typeface="Times New Roman"/>
              </a:rPr>
              <a:t>0</a:t>
            </a:r>
            <a:r>
              <a:rPr sz="2100" dirty="0">
                <a:latin typeface="Times New Roman"/>
                <a:cs typeface="Times New Roman"/>
              </a:rPr>
              <a:t>	</a:t>
            </a:r>
            <a:r>
              <a:rPr sz="2100" spc="-50" dirty="0">
                <a:latin typeface="Times New Roman"/>
                <a:cs typeface="Times New Roman"/>
              </a:rPr>
              <a:t>0</a:t>
            </a:r>
            <a:r>
              <a:rPr sz="2100" dirty="0">
                <a:latin typeface="Times New Roman"/>
                <a:cs typeface="Times New Roman"/>
              </a:rPr>
              <a:t>	</a:t>
            </a:r>
            <a:r>
              <a:rPr sz="2100" spc="-50" dirty="0">
                <a:latin typeface="Times New Roman"/>
                <a:cs typeface="Times New Roman"/>
              </a:rPr>
              <a:t>1</a:t>
            </a:r>
            <a:r>
              <a:rPr sz="2100" dirty="0">
                <a:latin typeface="Times New Roman"/>
                <a:cs typeface="Times New Roman"/>
              </a:rPr>
              <a:t>	</a:t>
            </a:r>
            <a:r>
              <a:rPr sz="2100" spc="-50" dirty="0">
                <a:latin typeface="Times New Roman"/>
                <a:cs typeface="Times New Roman"/>
              </a:rPr>
              <a:t>0</a:t>
            </a:r>
            <a:r>
              <a:rPr sz="2100" dirty="0">
                <a:latin typeface="Times New Roman"/>
                <a:cs typeface="Times New Roman"/>
              </a:rPr>
              <a:t>	</a:t>
            </a:r>
            <a:r>
              <a:rPr sz="2100" spc="-50" dirty="0">
                <a:latin typeface="Times New Roman"/>
                <a:cs typeface="Times New Roman"/>
              </a:rPr>
              <a:t>1</a:t>
            </a:r>
            <a:r>
              <a:rPr sz="2100" dirty="0">
                <a:latin typeface="Times New Roman"/>
                <a:cs typeface="Times New Roman"/>
              </a:rPr>
              <a:t>	</a:t>
            </a:r>
            <a:r>
              <a:rPr sz="2100" spc="-25" dirty="0">
                <a:latin typeface="Times New Roman"/>
                <a:cs typeface="Times New Roman"/>
              </a:rPr>
              <a:t>0</a:t>
            </a:r>
            <a:r>
              <a:rPr sz="3150" spc="-37" baseline="-11904" dirty="0">
                <a:latin typeface="Symbol"/>
                <a:cs typeface="Symbol"/>
              </a:rPr>
              <a:t></a:t>
            </a:r>
            <a:endParaRPr sz="3150" baseline="-11904">
              <a:latin typeface="Symbol"/>
              <a:cs typeface="Symbol"/>
            </a:endParaRPr>
          </a:p>
          <a:p>
            <a:pPr marL="88900">
              <a:lnSpc>
                <a:spcPct val="100000"/>
              </a:lnSpc>
              <a:spcBef>
                <a:spcPts val="690"/>
              </a:spcBef>
              <a:tabLst>
                <a:tab pos="581025" algn="l"/>
                <a:tab pos="967105" algn="l"/>
                <a:tab pos="1353185" algn="l"/>
                <a:tab pos="1738630" algn="l"/>
                <a:tab pos="2097405" algn="l"/>
                <a:tab pos="2510790" algn="l"/>
                <a:tab pos="3034030" algn="l"/>
              </a:tabLst>
            </a:pPr>
            <a:r>
              <a:rPr sz="3150" spc="-75" baseline="-34391" dirty="0">
                <a:latin typeface="Symbol"/>
                <a:cs typeface="Symbol"/>
              </a:rPr>
              <a:t></a:t>
            </a:r>
            <a:r>
              <a:rPr sz="3150" baseline="-34391" dirty="0">
                <a:latin typeface="Times New Roman"/>
                <a:cs typeface="Times New Roman"/>
              </a:rPr>
              <a:t>	</a:t>
            </a:r>
            <a:r>
              <a:rPr sz="2100" spc="-50" dirty="0">
                <a:latin typeface="Times New Roman"/>
                <a:cs typeface="Times New Roman"/>
              </a:rPr>
              <a:t>0</a:t>
            </a:r>
            <a:r>
              <a:rPr sz="2100" dirty="0">
                <a:latin typeface="Times New Roman"/>
                <a:cs typeface="Times New Roman"/>
              </a:rPr>
              <a:t>	</a:t>
            </a:r>
            <a:r>
              <a:rPr sz="2100" spc="-50" dirty="0">
                <a:latin typeface="Times New Roman"/>
                <a:cs typeface="Times New Roman"/>
              </a:rPr>
              <a:t>0</a:t>
            </a:r>
            <a:r>
              <a:rPr sz="2100" dirty="0">
                <a:latin typeface="Times New Roman"/>
                <a:cs typeface="Times New Roman"/>
              </a:rPr>
              <a:t>	</a:t>
            </a:r>
            <a:r>
              <a:rPr sz="2100" spc="-50" dirty="0">
                <a:latin typeface="Times New Roman"/>
                <a:cs typeface="Times New Roman"/>
              </a:rPr>
              <a:t>0</a:t>
            </a:r>
            <a:r>
              <a:rPr sz="2100" dirty="0">
                <a:latin typeface="Times New Roman"/>
                <a:cs typeface="Times New Roman"/>
              </a:rPr>
              <a:t>	</a:t>
            </a:r>
            <a:r>
              <a:rPr sz="2100" spc="-50" dirty="0">
                <a:latin typeface="Times New Roman"/>
                <a:cs typeface="Times New Roman"/>
              </a:rPr>
              <a:t>0</a:t>
            </a:r>
            <a:r>
              <a:rPr sz="2100" dirty="0">
                <a:latin typeface="Times New Roman"/>
                <a:cs typeface="Times New Roman"/>
              </a:rPr>
              <a:t>	</a:t>
            </a:r>
            <a:r>
              <a:rPr sz="2100" spc="-50" dirty="0">
                <a:latin typeface="Times New Roman"/>
                <a:cs typeface="Times New Roman"/>
              </a:rPr>
              <a:t>1</a:t>
            </a:r>
            <a:r>
              <a:rPr sz="2100" dirty="0">
                <a:latin typeface="Times New Roman"/>
                <a:cs typeface="Times New Roman"/>
              </a:rPr>
              <a:t>	</a:t>
            </a:r>
            <a:r>
              <a:rPr sz="2100" spc="-50" dirty="0">
                <a:latin typeface="Times New Roman"/>
                <a:cs typeface="Times New Roman"/>
              </a:rPr>
              <a:t>0</a:t>
            </a:r>
            <a:r>
              <a:rPr sz="2100" dirty="0">
                <a:latin typeface="Times New Roman"/>
                <a:cs typeface="Times New Roman"/>
              </a:rPr>
              <a:t>	</a:t>
            </a:r>
            <a:r>
              <a:rPr sz="3150" spc="-75" baseline="-34391" dirty="0">
                <a:latin typeface="Symbol"/>
                <a:cs typeface="Symbol"/>
              </a:rPr>
              <a:t></a:t>
            </a:r>
            <a:endParaRPr sz="3150" baseline="-34391">
              <a:latin typeface="Symbol"/>
              <a:cs typeface="Symbol"/>
            </a:endParaRPr>
          </a:p>
          <a:p>
            <a:pPr marL="88900">
              <a:lnSpc>
                <a:spcPct val="100000"/>
              </a:lnSpc>
              <a:spcBef>
                <a:spcPts val="695"/>
              </a:spcBef>
              <a:tabLst>
                <a:tab pos="581025" algn="l"/>
                <a:tab pos="967105" algn="l"/>
                <a:tab pos="1353185" algn="l"/>
                <a:tab pos="1738630" algn="l"/>
                <a:tab pos="2124710" algn="l"/>
                <a:tab pos="2482850" algn="l"/>
                <a:tab pos="2896235" algn="l"/>
              </a:tabLst>
            </a:pPr>
            <a:r>
              <a:rPr sz="3150" spc="-37" baseline="-3968" dirty="0">
                <a:latin typeface="Symbol"/>
                <a:cs typeface="Symbol"/>
              </a:rPr>
              <a:t></a:t>
            </a:r>
            <a:r>
              <a:rPr sz="3150" spc="-37" baseline="-15873" dirty="0">
                <a:latin typeface="Symbol"/>
                <a:cs typeface="Symbol"/>
              </a:rPr>
              <a:t></a:t>
            </a:r>
            <a:r>
              <a:rPr sz="2100" spc="-25" dirty="0">
                <a:latin typeface="Times New Roman"/>
                <a:cs typeface="Times New Roman"/>
              </a:rPr>
              <a:t>0</a:t>
            </a:r>
            <a:r>
              <a:rPr sz="2100" dirty="0">
                <a:latin typeface="Times New Roman"/>
                <a:cs typeface="Times New Roman"/>
              </a:rPr>
              <a:t>	</a:t>
            </a:r>
            <a:r>
              <a:rPr sz="2100" spc="-50" dirty="0">
                <a:latin typeface="Times New Roman"/>
                <a:cs typeface="Times New Roman"/>
              </a:rPr>
              <a:t>0</a:t>
            </a:r>
            <a:r>
              <a:rPr sz="2100" dirty="0">
                <a:latin typeface="Times New Roman"/>
                <a:cs typeface="Times New Roman"/>
              </a:rPr>
              <a:t>	</a:t>
            </a:r>
            <a:r>
              <a:rPr sz="2100" spc="-50" dirty="0">
                <a:latin typeface="Times New Roman"/>
                <a:cs typeface="Times New Roman"/>
              </a:rPr>
              <a:t>0</a:t>
            </a:r>
            <a:r>
              <a:rPr sz="2100" dirty="0">
                <a:latin typeface="Times New Roman"/>
                <a:cs typeface="Times New Roman"/>
              </a:rPr>
              <a:t>	</a:t>
            </a:r>
            <a:r>
              <a:rPr sz="2100" spc="-50" dirty="0">
                <a:latin typeface="Times New Roman"/>
                <a:cs typeface="Times New Roman"/>
              </a:rPr>
              <a:t>0</a:t>
            </a:r>
            <a:r>
              <a:rPr sz="2100" dirty="0">
                <a:latin typeface="Times New Roman"/>
                <a:cs typeface="Times New Roman"/>
              </a:rPr>
              <a:t>	</a:t>
            </a:r>
            <a:r>
              <a:rPr sz="2100" spc="-50" dirty="0">
                <a:latin typeface="Times New Roman"/>
                <a:cs typeface="Times New Roman"/>
              </a:rPr>
              <a:t>0</a:t>
            </a:r>
            <a:r>
              <a:rPr sz="2100" dirty="0">
                <a:latin typeface="Times New Roman"/>
                <a:cs typeface="Times New Roman"/>
              </a:rPr>
              <a:t>	</a:t>
            </a:r>
            <a:r>
              <a:rPr sz="2100" spc="-50" dirty="0">
                <a:latin typeface="Times New Roman"/>
                <a:cs typeface="Times New Roman"/>
              </a:rPr>
              <a:t>0</a:t>
            </a:r>
            <a:r>
              <a:rPr sz="2100" dirty="0">
                <a:latin typeface="Times New Roman"/>
                <a:cs typeface="Times New Roman"/>
              </a:rPr>
              <a:t>	</a:t>
            </a:r>
            <a:r>
              <a:rPr sz="2100" spc="-50" dirty="0">
                <a:latin typeface="Times New Roman"/>
                <a:cs typeface="Times New Roman"/>
              </a:rPr>
              <a:t>1</a:t>
            </a:r>
            <a:r>
              <a:rPr sz="2100" dirty="0">
                <a:latin typeface="Times New Roman"/>
                <a:cs typeface="Times New Roman"/>
              </a:rPr>
              <a:t>	</a:t>
            </a:r>
            <a:r>
              <a:rPr sz="2100" spc="-280" dirty="0">
                <a:latin typeface="Times New Roman"/>
                <a:cs typeface="Times New Roman"/>
              </a:rPr>
              <a:t>0</a:t>
            </a:r>
            <a:r>
              <a:rPr sz="3150" spc="-419" baseline="-3968" dirty="0">
                <a:latin typeface="Symbol"/>
                <a:cs typeface="Symbol"/>
              </a:rPr>
              <a:t></a:t>
            </a:r>
            <a:r>
              <a:rPr sz="3150" spc="-419" baseline="-15873" dirty="0">
                <a:latin typeface="Symbol"/>
                <a:cs typeface="Symbol"/>
              </a:rPr>
              <a:t></a:t>
            </a:r>
            <a:endParaRPr sz="3150" baseline="-15873">
              <a:latin typeface="Symbol"/>
              <a:cs typeface="Symbol"/>
            </a:endParaRPr>
          </a:p>
        </p:txBody>
      </p:sp>
      <p:sp>
        <p:nvSpPr>
          <p:cNvPr id="64" name="object 64"/>
          <p:cNvSpPr/>
          <p:nvPr/>
        </p:nvSpPr>
        <p:spPr>
          <a:xfrm>
            <a:off x="9840468" y="2025395"/>
            <a:ext cx="224154" cy="524510"/>
          </a:xfrm>
          <a:custGeom>
            <a:avLst/>
            <a:gdLst/>
            <a:ahLst/>
            <a:cxnLst/>
            <a:rect l="l" t="t" r="r" b="b"/>
            <a:pathLst>
              <a:path w="224154" h="524510">
                <a:moveTo>
                  <a:pt x="224027" y="0"/>
                </a:moveTo>
                <a:lnTo>
                  <a:pt x="0" y="524255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3677411" y="4126991"/>
            <a:ext cx="568325" cy="1009015"/>
          </a:xfrm>
          <a:custGeom>
            <a:avLst/>
            <a:gdLst/>
            <a:ahLst/>
            <a:cxnLst/>
            <a:rect l="l" t="t" r="r" b="b"/>
            <a:pathLst>
              <a:path w="568325" h="1009014">
                <a:moveTo>
                  <a:pt x="42758" y="63382"/>
                </a:moveTo>
                <a:lnTo>
                  <a:pt x="31594" y="69625"/>
                </a:lnTo>
                <a:lnTo>
                  <a:pt x="556767" y="1008887"/>
                </a:lnTo>
                <a:lnTo>
                  <a:pt x="567943" y="1002791"/>
                </a:lnTo>
                <a:lnTo>
                  <a:pt x="42758" y="63382"/>
                </a:lnTo>
                <a:close/>
              </a:path>
              <a:path w="568325" h="1009014">
                <a:moveTo>
                  <a:pt x="0" y="0"/>
                </a:moveTo>
                <a:lnTo>
                  <a:pt x="3937" y="85089"/>
                </a:lnTo>
                <a:lnTo>
                  <a:pt x="31594" y="69625"/>
                </a:lnTo>
                <a:lnTo>
                  <a:pt x="25400" y="58546"/>
                </a:lnTo>
                <a:lnTo>
                  <a:pt x="36575" y="52323"/>
                </a:lnTo>
                <a:lnTo>
                  <a:pt x="62535" y="52323"/>
                </a:lnTo>
                <a:lnTo>
                  <a:pt x="70485" y="47878"/>
                </a:lnTo>
                <a:lnTo>
                  <a:pt x="0" y="0"/>
                </a:lnTo>
                <a:close/>
              </a:path>
              <a:path w="568325" h="1009014">
                <a:moveTo>
                  <a:pt x="36575" y="52323"/>
                </a:moveTo>
                <a:lnTo>
                  <a:pt x="25400" y="58546"/>
                </a:lnTo>
                <a:lnTo>
                  <a:pt x="31594" y="69625"/>
                </a:lnTo>
                <a:lnTo>
                  <a:pt x="42758" y="63382"/>
                </a:lnTo>
                <a:lnTo>
                  <a:pt x="36575" y="52323"/>
                </a:lnTo>
                <a:close/>
              </a:path>
              <a:path w="568325" h="1009014">
                <a:moveTo>
                  <a:pt x="62535" y="52323"/>
                </a:moveTo>
                <a:lnTo>
                  <a:pt x="36575" y="52323"/>
                </a:lnTo>
                <a:lnTo>
                  <a:pt x="42758" y="63382"/>
                </a:lnTo>
                <a:lnTo>
                  <a:pt x="62535" y="523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6404736" y="3933444"/>
            <a:ext cx="941069" cy="1310005"/>
          </a:xfrm>
          <a:custGeom>
            <a:avLst/>
            <a:gdLst/>
            <a:ahLst/>
            <a:cxnLst/>
            <a:rect l="l" t="t" r="r" b="b"/>
            <a:pathLst>
              <a:path w="941070" h="1310004">
                <a:moveTo>
                  <a:pt x="891381" y="58204"/>
                </a:moveTo>
                <a:lnTo>
                  <a:pt x="0" y="1302384"/>
                </a:lnTo>
                <a:lnTo>
                  <a:pt x="10413" y="1309750"/>
                </a:lnTo>
                <a:lnTo>
                  <a:pt x="901726" y="65617"/>
                </a:lnTo>
                <a:lnTo>
                  <a:pt x="891381" y="58204"/>
                </a:lnTo>
                <a:close/>
              </a:path>
              <a:path w="941070" h="1310004">
                <a:moveTo>
                  <a:pt x="933276" y="47878"/>
                </a:moveTo>
                <a:lnTo>
                  <a:pt x="898779" y="47878"/>
                </a:lnTo>
                <a:lnTo>
                  <a:pt x="909065" y="55371"/>
                </a:lnTo>
                <a:lnTo>
                  <a:pt x="901726" y="65617"/>
                </a:lnTo>
                <a:lnTo>
                  <a:pt x="927481" y="84073"/>
                </a:lnTo>
                <a:lnTo>
                  <a:pt x="933276" y="47878"/>
                </a:lnTo>
                <a:close/>
              </a:path>
              <a:path w="941070" h="1310004">
                <a:moveTo>
                  <a:pt x="898779" y="47878"/>
                </a:moveTo>
                <a:lnTo>
                  <a:pt x="891381" y="58204"/>
                </a:lnTo>
                <a:lnTo>
                  <a:pt x="901726" y="65617"/>
                </a:lnTo>
                <a:lnTo>
                  <a:pt x="909065" y="55371"/>
                </a:lnTo>
                <a:lnTo>
                  <a:pt x="898779" y="47878"/>
                </a:lnTo>
                <a:close/>
              </a:path>
              <a:path w="941070" h="1310004">
                <a:moveTo>
                  <a:pt x="940942" y="0"/>
                </a:moveTo>
                <a:lnTo>
                  <a:pt x="865632" y="39750"/>
                </a:lnTo>
                <a:lnTo>
                  <a:pt x="891381" y="58204"/>
                </a:lnTo>
                <a:lnTo>
                  <a:pt x="898779" y="47878"/>
                </a:lnTo>
                <a:lnTo>
                  <a:pt x="933276" y="47878"/>
                </a:lnTo>
                <a:lnTo>
                  <a:pt x="94094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 txBox="1"/>
          <p:nvPr/>
        </p:nvSpPr>
        <p:spPr>
          <a:xfrm>
            <a:off x="4632197" y="5182946"/>
            <a:ext cx="132397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Calibri"/>
                <a:cs typeface="Calibri"/>
              </a:rPr>
              <a:t>symmetric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2703322" y="5794349"/>
            <a:ext cx="21056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Calibri"/>
                <a:cs typeface="Calibri"/>
              </a:rPr>
              <a:t>undirected: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n</a:t>
            </a:r>
            <a:r>
              <a:rPr sz="2400" spc="-30" baseline="24305" dirty="0">
                <a:latin typeface="Calibri"/>
                <a:cs typeface="Calibri"/>
              </a:rPr>
              <a:t>2</a:t>
            </a:r>
            <a:r>
              <a:rPr sz="2400" spc="-20" dirty="0">
                <a:latin typeface="Calibri"/>
                <a:cs typeface="Calibri"/>
              </a:rPr>
              <a:t>/2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2703322" y="6159804"/>
            <a:ext cx="151257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directed:</a:t>
            </a:r>
            <a:r>
              <a:rPr sz="2400" spc="-11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n</a:t>
            </a:r>
            <a:r>
              <a:rPr sz="2400" spc="-37" baseline="24305" dirty="0">
                <a:latin typeface="Calibri"/>
                <a:cs typeface="Calibri"/>
              </a:rPr>
              <a:t>2</a:t>
            </a:r>
            <a:endParaRPr sz="2400" baseline="24305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19302" rIns="0" bIns="0" rtlCol="0">
            <a:spAutoFit/>
          </a:bodyPr>
          <a:lstStyle/>
          <a:p>
            <a:pPr marL="2564130">
              <a:lnSpc>
                <a:spcPct val="100000"/>
              </a:lnSpc>
              <a:spcBef>
                <a:spcPts val="105"/>
              </a:spcBef>
            </a:pPr>
            <a:r>
              <a:rPr b="0" i="0" dirty="0">
                <a:solidFill>
                  <a:srgbClr val="44536A"/>
                </a:solidFill>
                <a:latin typeface="Times New Roman"/>
                <a:cs typeface="Times New Roman"/>
              </a:rPr>
              <a:t>Merits</a:t>
            </a:r>
            <a:r>
              <a:rPr b="0" i="0" spc="-20" dirty="0">
                <a:solidFill>
                  <a:srgbClr val="44536A"/>
                </a:solidFill>
                <a:latin typeface="Times New Roman"/>
                <a:cs typeface="Times New Roman"/>
              </a:rPr>
              <a:t> </a:t>
            </a:r>
            <a:r>
              <a:rPr b="0" i="0" dirty="0">
                <a:solidFill>
                  <a:srgbClr val="44536A"/>
                </a:solidFill>
                <a:latin typeface="Times New Roman"/>
                <a:cs typeface="Times New Roman"/>
              </a:rPr>
              <a:t>of</a:t>
            </a:r>
            <a:r>
              <a:rPr b="0" i="0" spc="-250" dirty="0">
                <a:solidFill>
                  <a:srgbClr val="44536A"/>
                </a:solidFill>
                <a:latin typeface="Times New Roman"/>
                <a:cs typeface="Times New Roman"/>
              </a:rPr>
              <a:t> </a:t>
            </a:r>
            <a:r>
              <a:rPr b="0" i="0" dirty="0">
                <a:solidFill>
                  <a:srgbClr val="44536A"/>
                </a:solidFill>
                <a:latin typeface="Times New Roman"/>
                <a:cs typeface="Times New Roman"/>
              </a:rPr>
              <a:t>Adjacency</a:t>
            </a:r>
            <a:r>
              <a:rPr b="0" i="0" spc="-45" dirty="0">
                <a:solidFill>
                  <a:srgbClr val="44536A"/>
                </a:solidFill>
                <a:latin typeface="Times New Roman"/>
                <a:cs typeface="Times New Roman"/>
              </a:rPr>
              <a:t> </a:t>
            </a:r>
            <a:r>
              <a:rPr b="0" i="0" spc="-10" dirty="0">
                <a:solidFill>
                  <a:srgbClr val="44536A"/>
                </a:solidFill>
                <a:latin typeface="Times New Roman"/>
                <a:cs typeface="Times New Roman"/>
              </a:rPr>
              <a:t>Matrix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08452" y="2132076"/>
            <a:ext cx="368807" cy="37947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939033" y="2018792"/>
            <a:ext cx="7236459" cy="10020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latin typeface="Times New Roman"/>
                <a:cs typeface="Times New Roman"/>
              </a:rPr>
              <a:t>From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adjacency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matrix,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to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determine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Times New Roman"/>
                <a:cs typeface="Times New Roman"/>
              </a:rPr>
              <a:t>the </a:t>
            </a:r>
            <a:r>
              <a:rPr sz="3200" dirty="0">
                <a:latin typeface="Times New Roman"/>
                <a:cs typeface="Times New Roman"/>
              </a:rPr>
              <a:t>connection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of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vertices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is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spc="-20" dirty="0">
                <a:latin typeface="Times New Roman"/>
                <a:cs typeface="Times New Roman"/>
              </a:rPr>
              <a:t>easy</a:t>
            </a:r>
            <a:endParaRPr sz="32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08452" y="3205226"/>
            <a:ext cx="368807" cy="37947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08452" y="3790137"/>
            <a:ext cx="368807" cy="37978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2913633" y="2995103"/>
            <a:ext cx="7462520" cy="168402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ts val="4680"/>
              </a:lnSpc>
              <a:spcBef>
                <a:spcPts val="90"/>
              </a:spcBef>
            </a:pP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degree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of a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vertex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is</a:t>
            </a:r>
            <a:r>
              <a:rPr sz="3200" spc="229" dirty="0">
                <a:latin typeface="Times New Roman"/>
                <a:cs typeface="Times New Roman"/>
              </a:rPr>
              <a:t> </a:t>
            </a:r>
            <a:r>
              <a:rPr sz="4050" spc="-10" dirty="0">
                <a:latin typeface="Symbol"/>
                <a:cs typeface="Symbol"/>
              </a:rPr>
              <a:t></a:t>
            </a:r>
            <a:r>
              <a:rPr sz="3750" i="1" spc="-15" baseline="13333" dirty="0">
                <a:latin typeface="Times New Roman"/>
                <a:cs typeface="Times New Roman"/>
              </a:rPr>
              <a:t>adj</a:t>
            </a:r>
            <a:r>
              <a:rPr sz="3750" spc="-15" baseline="13333" dirty="0">
                <a:latin typeface="Times New Roman"/>
                <a:cs typeface="Times New Roman"/>
              </a:rPr>
              <a:t>_</a:t>
            </a:r>
            <a:r>
              <a:rPr sz="3750" spc="-292" baseline="13333" dirty="0">
                <a:latin typeface="Times New Roman"/>
                <a:cs typeface="Times New Roman"/>
              </a:rPr>
              <a:t> </a:t>
            </a:r>
            <a:r>
              <a:rPr sz="3750" i="1" spc="-82" baseline="13333" dirty="0">
                <a:latin typeface="Times New Roman"/>
                <a:cs typeface="Times New Roman"/>
              </a:rPr>
              <a:t>mat</a:t>
            </a:r>
            <a:r>
              <a:rPr sz="3750" spc="-82" baseline="13333" dirty="0">
                <a:latin typeface="Times New Roman"/>
                <a:cs typeface="Times New Roman"/>
              </a:rPr>
              <a:t>[</a:t>
            </a:r>
            <a:r>
              <a:rPr sz="3750" i="1" spc="-82" baseline="13333" dirty="0">
                <a:latin typeface="Times New Roman"/>
                <a:cs typeface="Times New Roman"/>
              </a:rPr>
              <a:t>i</a:t>
            </a:r>
            <a:r>
              <a:rPr sz="3750" spc="-82" baseline="13333" dirty="0">
                <a:latin typeface="Times New Roman"/>
                <a:cs typeface="Times New Roman"/>
              </a:rPr>
              <a:t>][</a:t>
            </a:r>
            <a:r>
              <a:rPr sz="3750" spc="-247" baseline="13333" dirty="0">
                <a:latin typeface="Times New Roman"/>
                <a:cs typeface="Times New Roman"/>
              </a:rPr>
              <a:t> </a:t>
            </a:r>
            <a:r>
              <a:rPr sz="3750" i="1" spc="-37" baseline="13333" dirty="0">
                <a:latin typeface="Times New Roman"/>
                <a:cs typeface="Times New Roman"/>
              </a:rPr>
              <a:t>j</a:t>
            </a:r>
            <a:r>
              <a:rPr sz="3750" spc="-37" baseline="13333" dirty="0">
                <a:latin typeface="Times New Roman"/>
                <a:cs typeface="Times New Roman"/>
              </a:rPr>
              <a:t>]</a:t>
            </a:r>
            <a:endParaRPr sz="3750" baseline="13333">
              <a:latin typeface="Times New Roman"/>
              <a:cs typeface="Times New Roman"/>
            </a:endParaRPr>
          </a:p>
          <a:p>
            <a:pPr marL="1304925" algn="ctr">
              <a:lnSpc>
                <a:spcPts val="1010"/>
              </a:lnSpc>
            </a:pPr>
            <a:r>
              <a:rPr sz="1250" i="1" spc="-30" dirty="0">
                <a:latin typeface="Times New Roman"/>
                <a:cs typeface="Times New Roman"/>
              </a:rPr>
              <a:t>j</a:t>
            </a:r>
            <a:r>
              <a:rPr sz="1250" i="1" spc="-175" dirty="0">
                <a:latin typeface="Times New Roman"/>
                <a:cs typeface="Times New Roman"/>
              </a:rPr>
              <a:t> </a:t>
            </a:r>
            <a:r>
              <a:rPr sz="1250" spc="-25" dirty="0">
                <a:latin typeface="Symbol"/>
                <a:cs typeface="Symbol"/>
              </a:rPr>
              <a:t></a:t>
            </a:r>
            <a:r>
              <a:rPr sz="1250" spc="-25" dirty="0">
                <a:latin typeface="Times New Roman"/>
                <a:cs typeface="Times New Roman"/>
              </a:rPr>
              <a:t>0</a:t>
            </a:r>
            <a:endParaRPr sz="1250">
              <a:latin typeface="Times New Roman"/>
              <a:cs typeface="Times New Roman"/>
            </a:endParaRPr>
          </a:p>
          <a:p>
            <a:pPr marL="38100">
              <a:lnSpc>
                <a:spcPts val="3535"/>
              </a:lnSpc>
            </a:pPr>
            <a:r>
              <a:rPr sz="3200" dirty="0">
                <a:latin typeface="Times New Roman"/>
                <a:cs typeface="Times New Roman"/>
              </a:rPr>
              <a:t>For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 digraph,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 row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sum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is the </a:t>
            </a:r>
            <a:r>
              <a:rPr sz="3200" spc="-10" dirty="0">
                <a:latin typeface="Times New Roman"/>
                <a:cs typeface="Times New Roman"/>
              </a:rPr>
              <a:t>out_degree,</a:t>
            </a:r>
            <a:endParaRPr sz="32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</a:pPr>
            <a:r>
              <a:rPr sz="3200" dirty="0">
                <a:latin typeface="Times New Roman"/>
                <a:cs typeface="Times New Roman"/>
              </a:rPr>
              <a:t>while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column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sum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is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in_degree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738876" y="6465214"/>
            <a:ext cx="71374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CHAPTER</a:t>
            </a:r>
            <a:r>
              <a:rPr sz="1200" spc="-4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spc="-50" dirty="0">
                <a:solidFill>
                  <a:srgbClr val="888888"/>
                </a:solidFill>
                <a:latin typeface="Calibri"/>
                <a:cs typeface="Calibri"/>
              </a:rPr>
              <a:t>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  <p:sp>
        <p:nvSpPr>
          <p:cNvPr id="8" name="object 8"/>
          <p:cNvSpPr txBox="1"/>
          <p:nvPr/>
        </p:nvSpPr>
        <p:spPr>
          <a:xfrm>
            <a:off x="7155317" y="2920807"/>
            <a:ext cx="269240" cy="2178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50" i="1" spc="-45" dirty="0">
                <a:latin typeface="Times New Roman"/>
                <a:cs typeface="Times New Roman"/>
              </a:rPr>
              <a:t>n</a:t>
            </a:r>
            <a:r>
              <a:rPr sz="1250" i="1" spc="-204" dirty="0">
                <a:latin typeface="Times New Roman"/>
                <a:cs typeface="Times New Roman"/>
              </a:rPr>
              <a:t> </a:t>
            </a:r>
            <a:r>
              <a:rPr sz="1250" spc="-25" dirty="0">
                <a:latin typeface="Symbol"/>
                <a:cs typeface="Symbol"/>
              </a:rPr>
              <a:t></a:t>
            </a:r>
            <a:r>
              <a:rPr sz="1250" spc="-25" dirty="0">
                <a:latin typeface="Times New Roman"/>
                <a:cs typeface="Times New Roman"/>
              </a:rPr>
              <a:t>1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946907" y="4910908"/>
            <a:ext cx="2992120" cy="8153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150" i="1" dirty="0">
                <a:latin typeface="Times New Roman"/>
                <a:cs typeface="Times New Roman"/>
              </a:rPr>
              <a:t>ind</a:t>
            </a:r>
            <a:r>
              <a:rPr sz="3150" i="1" spc="-425" dirty="0">
                <a:latin typeface="Times New Roman"/>
                <a:cs typeface="Times New Roman"/>
              </a:rPr>
              <a:t> </a:t>
            </a:r>
            <a:r>
              <a:rPr sz="3150" spc="70" dirty="0">
                <a:latin typeface="Times New Roman"/>
                <a:cs typeface="Times New Roman"/>
              </a:rPr>
              <a:t>(</a:t>
            </a:r>
            <a:r>
              <a:rPr sz="3150" i="1" spc="70" dirty="0">
                <a:latin typeface="Times New Roman"/>
                <a:cs typeface="Times New Roman"/>
              </a:rPr>
              <a:t>vi</a:t>
            </a:r>
            <a:r>
              <a:rPr sz="3150" spc="70" dirty="0">
                <a:latin typeface="Times New Roman"/>
                <a:cs typeface="Times New Roman"/>
              </a:rPr>
              <a:t>)</a:t>
            </a:r>
            <a:r>
              <a:rPr sz="3150" spc="-10" dirty="0">
                <a:latin typeface="Times New Roman"/>
                <a:cs typeface="Times New Roman"/>
              </a:rPr>
              <a:t> </a:t>
            </a:r>
            <a:r>
              <a:rPr sz="3150" dirty="0">
                <a:latin typeface="Symbol"/>
                <a:cs typeface="Symbol"/>
              </a:rPr>
              <a:t></a:t>
            </a:r>
            <a:r>
              <a:rPr sz="3150" spc="25" dirty="0">
                <a:latin typeface="Times New Roman"/>
                <a:cs typeface="Times New Roman"/>
              </a:rPr>
              <a:t> </a:t>
            </a:r>
            <a:r>
              <a:rPr sz="5325" baseline="-5477" dirty="0">
                <a:latin typeface="Symbol"/>
                <a:cs typeface="Symbol"/>
              </a:rPr>
              <a:t></a:t>
            </a:r>
            <a:r>
              <a:rPr sz="5325" spc="-165" baseline="-5477" dirty="0">
                <a:latin typeface="Times New Roman"/>
                <a:cs typeface="Times New Roman"/>
              </a:rPr>
              <a:t> </a:t>
            </a:r>
            <a:r>
              <a:rPr sz="3150" i="1" spc="-65" dirty="0">
                <a:latin typeface="Times New Roman"/>
                <a:cs typeface="Times New Roman"/>
              </a:rPr>
              <a:t>A</a:t>
            </a:r>
            <a:r>
              <a:rPr sz="3150" spc="-65" dirty="0">
                <a:latin typeface="Times New Roman"/>
                <a:cs typeface="Times New Roman"/>
              </a:rPr>
              <a:t>[</a:t>
            </a:r>
            <a:r>
              <a:rPr sz="3150" spc="-80" dirty="0">
                <a:latin typeface="Times New Roman"/>
                <a:cs typeface="Times New Roman"/>
              </a:rPr>
              <a:t> </a:t>
            </a:r>
            <a:r>
              <a:rPr sz="3150" i="1" spc="100" dirty="0">
                <a:latin typeface="Times New Roman"/>
                <a:cs typeface="Times New Roman"/>
              </a:rPr>
              <a:t>j</a:t>
            </a:r>
            <a:r>
              <a:rPr sz="3150" spc="100" dirty="0">
                <a:latin typeface="Times New Roman"/>
                <a:cs typeface="Times New Roman"/>
              </a:rPr>
              <a:t>,</a:t>
            </a:r>
            <a:r>
              <a:rPr sz="3150" i="1" spc="100" dirty="0">
                <a:latin typeface="Times New Roman"/>
                <a:cs typeface="Times New Roman"/>
              </a:rPr>
              <a:t>i</a:t>
            </a:r>
            <a:r>
              <a:rPr sz="3150" spc="100" dirty="0">
                <a:latin typeface="Times New Roman"/>
                <a:cs typeface="Times New Roman"/>
              </a:rPr>
              <a:t>]</a:t>
            </a:r>
            <a:endParaRPr sz="3150">
              <a:latin typeface="Times New Roman"/>
              <a:cs typeface="Times New Roman"/>
            </a:endParaRPr>
          </a:p>
          <a:p>
            <a:pPr marL="560070" algn="ctr">
              <a:lnSpc>
                <a:spcPct val="100000"/>
              </a:lnSpc>
              <a:spcBef>
                <a:spcPts val="5"/>
              </a:spcBef>
            </a:pPr>
            <a:r>
              <a:rPr sz="1600" i="1" spc="-10" dirty="0">
                <a:latin typeface="Times New Roman"/>
                <a:cs typeface="Times New Roman"/>
              </a:rPr>
              <a:t>j</a:t>
            </a:r>
            <a:r>
              <a:rPr sz="1600" i="1" spc="-260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Symbol"/>
                <a:cs typeface="Symbol"/>
              </a:rPr>
              <a:t></a:t>
            </a:r>
            <a:r>
              <a:rPr sz="1600" spc="-25" dirty="0">
                <a:latin typeface="Times New Roman"/>
                <a:cs typeface="Times New Roman"/>
              </a:rPr>
              <a:t>0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307707" y="4910908"/>
            <a:ext cx="3193415" cy="8153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150" i="1" dirty="0">
                <a:latin typeface="Times New Roman"/>
                <a:cs typeface="Times New Roman"/>
              </a:rPr>
              <a:t>outd</a:t>
            </a:r>
            <a:r>
              <a:rPr sz="3150" i="1" spc="-425" dirty="0">
                <a:latin typeface="Times New Roman"/>
                <a:cs typeface="Times New Roman"/>
              </a:rPr>
              <a:t> </a:t>
            </a:r>
            <a:r>
              <a:rPr sz="3150" spc="65" dirty="0">
                <a:latin typeface="Times New Roman"/>
                <a:cs typeface="Times New Roman"/>
              </a:rPr>
              <a:t>(</a:t>
            </a:r>
            <a:r>
              <a:rPr sz="3150" i="1" spc="65" dirty="0">
                <a:latin typeface="Times New Roman"/>
                <a:cs typeface="Times New Roman"/>
              </a:rPr>
              <a:t>vi</a:t>
            </a:r>
            <a:r>
              <a:rPr sz="3150" spc="65" dirty="0">
                <a:latin typeface="Times New Roman"/>
                <a:cs typeface="Times New Roman"/>
              </a:rPr>
              <a:t>)</a:t>
            </a:r>
            <a:r>
              <a:rPr sz="3150" dirty="0">
                <a:latin typeface="Times New Roman"/>
                <a:cs typeface="Times New Roman"/>
              </a:rPr>
              <a:t> </a:t>
            </a:r>
            <a:r>
              <a:rPr sz="3150" dirty="0">
                <a:latin typeface="Symbol"/>
                <a:cs typeface="Symbol"/>
              </a:rPr>
              <a:t></a:t>
            </a:r>
            <a:r>
              <a:rPr sz="3150" spc="40" dirty="0">
                <a:latin typeface="Times New Roman"/>
                <a:cs typeface="Times New Roman"/>
              </a:rPr>
              <a:t> </a:t>
            </a:r>
            <a:r>
              <a:rPr sz="5325" baseline="-5477" dirty="0">
                <a:latin typeface="Symbol"/>
                <a:cs typeface="Symbol"/>
              </a:rPr>
              <a:t></a:t>
            </a:r>
            <a:r>
              <a:rPr sz="5325" spc="-157" baseline="-5477" dirty="0">
                <a:latin typeface="Times New Roman"/>
                <a:cs typeface="Times New Roman"/>
              </a:rPr>
              <a:t> </a:t>
            </a:r>
            <a:r>
              <a:rPr sz="3150" i="1" dirty="0">
                <a:latin typeface="Times New Roman"/>
                <a:cs typeface="Times New Roman"/>
              </a:rPr>
              <a:t>A</a:t>
            </a:r>
            <a:r>
              <a:rPr sz="3150" dirty="0">
                <a:latin typeface="Times New Roman"/>
                <a:cs typeface="Times New Roman"/>
              </a:rPr>
              <a:t>[</a:t>
            </a:r>
            <a:r>
              <a:rPr sz="3150" i="1" dirty="0">
                <a:latin typeface="Times New Roman"/>
                <a:cs typeface="Times New Roman"/>
              </a:rPr>
              <a:t>i</a:t>
            </a:r>
            <a:r>
              <a:rPr sz="3150" dirty="0">
                <a:latin typeface="Times New Roman"/>
                <a:cs typeface="Times New Roman"/>
              </a:rPr>
              <a:t>,</a:t>
            </a:r>
            <a:r>
              <a:rPr sz="3150" spc="75" dirty="0">
                <a:latin typeface="Times New Roman"/>
                <a:cs typeface="Times New Roman"/>
              </a:rPr>
              <a:t> </a:t>
            </a:r>
            <a:r>
              <a:rPr sz="3150" i="1" spc="65" dirty="0">
                <a:latin typeface="Times New Roman"/>
                <a:cs typeface="Times New Roman"/>
              </a:rPr>
              <a:t>j</a:t>
            </a:r>
            <a:r>
              <a:rPr sz="3150" spc="65" dirty="0">
                <a:latin typeface="Times New Roman"/>
                <a:cs typeface="Times New Roman"/>
              </a:rPr>
              <a:t>]</a:t>
            </a:r>
            <a:endParaRPr sz="3150">
              <a:latin typeface="Times New Roman"/>
              <a:cs typeface="Times New Roman"/>
            </a:endParaRPr>
          </a:p>
          <a:p>
            <a:pPr marL="762635" algn="ctr">
              <a:lnSpc>
                <a:spcPct val="100000"/>
              </a:lnSpc>
              <a:spcBef>
                <a:spcPts val="5"/>
              </a:spcBef>
            </a:pPr>
            <a:r>
              <a:rPr sz="1600" i="1" spc="-10" dirty="0">
                <a:latin typeface="Times New Roman"/>
                <a:cs typeface="Times New Roman"/>
              </a:rPr>
              <a:t>j</a:t>
            </a:r>
            <a:r>
              <a:rPr sz="1600" i="1" spc="-260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Symbol"/>
                <a:cs typeface="Symbol"/>
              </a:rPr>
              <a:t></a:t>
            </a:r>
            <a:r>
              <a:rPr sz="1600" spc="-25" dirty="0">
                <a:latin typeface="Times New Roman"/>
                <a:cs typeface="Times New Roman"/>
              </a:rPr>
              <a:t>0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536473" y="4812369"/>
            <a:ext cx="3910329" cy="2686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575050" algn="l"/>
              </a:tabLst>
            </a:pPr>
            <a:r>
              <a:rPr sz="1600" i="1" spc="-25" dirty="0">
                <a:latin typeface="Times New Roman"/>
                <a:cs typeface="Times New Roman"/>
              </a:rPr>
              <a:t>n</a:t>
            </a:r>
            <a:r>
              <a:rPr sz="1600" spc="-25" dirty="0">
                <a:latin typeface="Symbol"/>
                <a:cs typeface="Symbol"/>
              </a:rPr>
              <a:t></a:t>
            </a:r>
            <a:r>
              <a:rPr sz="1600" spc="-25" dirty="0">
                <a:latin typeface="Times New Roman"/>
                <a:cs typeface="Times New Roman"/>
              </a:rPr>
              <a:t>1</a:t>
            </a:r>
            <a:r>
              <a:rPr sz="1600" dirty="0">
                <a:latin typeface="Times New Roman"/>
                <a:cs typeface="Times New Roman"/>
              </a:rPr>
              <a:t>	</a:t>
            </a:r>
            <a:r>
              <a:rPr sz="1600" i="1" spc="-25" dirty="0">
                <a:latin typeface="Times New Roman"/>
                <a:cs typeface="Times New Roman"/>
              </a:rPr>
              <a:t>n</a:t>
            </a:r>
            <a:r>
              <a:rPr sz="1600" spc="-25" dirty="0">
                <a:latin typeface="Symbol"/>
                <a:cs typeface="Symbol"/>
              </a:rPr>
              <a:t></a:t>
            </a:r>
            <a:r>
              <a:rPr sz="1600" spc="-25" dirty="0">
                <a:latin typeface="Times New Roman"/>
                <a:cs typeface="Times New Roman"/>
              </a:rPr>
              <a:t>1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/>
          <p:nvPr/>
        </p:nvSpPr>
        <p:spPr>
          <a:xfrm>
            <a:off x="5738876" y="6465214"/>
            <a:ext cx="71374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CHAPTER</a:t>
            </a:r>
            <a:r>
              <a:rPr sz="1200" spc="-4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spc="-50" dirty="0">
                <a:solidFill>
                  <a:srgbClr val="888888"/>
                </a:solidFill>
                <a:latin typeface="Calibri"/>
                <a:cs typeface="Calibri"/>
              </a:rPr>
              <a:t>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69260" y="513029"/>
            <a:ext cx="800354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0" i="0" dirty="0">
                <a:solidFill>
                  <a:srgbClr val="44536A"/>
                </a:solidFill>
                <a:latin typeface="Times New Roman"/>
                <a:cs typeface="Times New Roman"/>
              </a:rPr>
              <a:t>Data</a:t>
            </a:r>
            <a:r>
              <a:rPr b="0" i="0" spc="-20" dirty="0">
                <a:solidFill>
                  <a:srgbClr val="44536A"/>
                </a:solidFill>
                <a:latin typeface="Times New Roman"/>
                <a:cs typeface="Times New Roman"/>
              </a:rPr>
              <a:t> </a:t>
            </a:r>
            <a:r>
              <a:rPr b="0" i="0" dirty="0">
                <a:solidFill>
                  <a:srgbClr val="44536A"/>
                </a:solidFill>
                <a:latin typeface="Times New Roman"/>
                <a:cs typeface="Times New Roman"/>
              </a:rPr>
              <a:t>Structures</a:t>
            </a:r>
            <a:r>
              <a:rPr b="0" i="0" spc="-20" dirty="0">
                <a:solidFill>
                  <a:srgbClr val="44536A"/>
                </a:solidFill>
                <a:latin typeface="Times New Roman"/>
                <a:cs typeface="Times New Roman"/>
              </a:rPr>
              <a:t> </a:t>
            </a:r>
            <a:r>
              <a:rPr b="0" i="0" dirty="0">
                <a:solidFill>
                  <a:srgbClr val="44536A"/>
                </a:solidFill>
                <a:latin typeface="Times New Roman"/>
                <a:cs typeface="Times New Roman"/>
              </a:rPr>
              <a:t>for</a:t>
            </a:r>
            <a:r>
              <a:rPr b="0" i="0" spc="-245" dirty="0">
                <a:solidFill>
                  <a:srgbClr val="44536A"/>
                </a:solidFill>
                <a:latin typeface="Times New Roman"/>
                <a:cs typeface="Times New Roman"/>
              </a:rPr>
              <a:t> </a:t>
            </a:r>
            <a:r>
              <a:rPr b="0" i="0" dirty="0">
                <a:solidFill>
                  <a:srgbClr val="44536A"/>
                </a:solidFill>
                <a:latin typeface="Times New Roman"/>
                <a:cs typeface="Times New Roman"/>
              </a:rPr>
              <a:t>Adjacency</a:t>
            </a:r>
            <a:r>
              <a:rPr b="0" i="0" spc="-45" dirty="0">
                <a:solidFill>
                  <a:srgbClr val="44536A"/>
                </a:solidFill>
                <a:latin typeface="Times New Roman"/>
                <a:cs typeface="Times New Roman"/>
              </a:rPr>
              <a:t> </a:t>
            </a:r>
            <a:r>
              <a:rPr b="0" i="0" spc="-10" dirty="0">
                <a:solidFill>
                  <a:srgbClr val="44536A"/>
                </a:solidFill>
                <a:latin typeface="Times New Roman"/>
                <a:cs typeface="Times New Roman"/>
              </a:rPr>
              <a:t>Lists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329179" y="2331754"/>
          <a:ext cx="7382509" cy="18097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281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82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11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5609">
                <a:tc>
                  <a:txBody>
                    <a:bodyPr/>
                    <a:lstStyle/>
                    <a:p>
                      <a:pPr marR="98425" algn="r">
                        <a:lnSpc>
                          <a:spcPts val="2890"/>
                        </a:lnSpc>
                      </a:pPr>
                      <a:r>
                        <a:rPr sz="2800" b="1" spc="-10" dirty="0">
                          <a:latin typeface="Courier New"/>
                          <a:cs typeface="Courier New"/>
                        </a:rPr>
                        <a:t>#define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6680">
                        <a:lnSpc>
                          <a:spcPts val="2890"/>
                        </a:lnSpc>
                      </a:pPr>
                      <a:r>
                        <a:rPr sz="2800" b="1" spc="-10" dirty="0">
                          <a:latin typeface="Courier New"/>
                          <a:cs typeface="Courier New"/>
                        </a:rPr>
                        <a:t>MAX_VERTICES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13360">
                        <a:lnSpc>
                          <a:spcPts val="2890"/>
                        </a:lnSpc>
                      </a:pPr>
                      <a:r>
                        <a:rPr sz="2800" b="1" spc="-25" dirty="0">
                          <a:latin typeface="Courier New"/>
                          <a:cs typeface="Courier New"/>
                        </a:rPr>
                        <a:t>50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9265">
                <a:tc>
                  <a:txBody>
                    <a:bodyPr/>
                    <a:lstStyle/>
                    <a:p>
                      <a:pPr marR="98425" algn="r">
                        <a:lnSpc>
                          <a:spcPts val="3150"/>
                        </a:lnSpc>
                      </a:pPr>
                      <a:r>
                        <a:rPr sz="2800" b="1" spc="-10" dirty="0">
                          <a:latin typeface="Courier New"/>
                          <a:cs typeface="Courier New"/>
                        </a:rPr>
                        <a:t>typedef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6680" marR="3175">
                        <a:lnSpc>
                          <a:spcPts val="3150"/>
                        </a:lnSpc>
                      </a:pPr>
                      <a:r>
                        <a:rPr sz="2800" b="1" dirty="0">
                          <a:latin typeface="Courier New"/>
                          <a:cs typeface="Courier New"/>
                        </a:rPr>
                        <a:t>struct</a:t>
                      </a:r>
                      <a:r>
                        <a:rPr sz="2800" b="1" spc="-6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800" b="1" spc="-20" dirty="0">
                          <a:latin typeface="Courier New"/>
                          <a:cs typeface="Courier New"/>
                        </a:rPr>
                        <a:t>node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3150"/>
                        </a:lnSpc>
                      </a:pPr>
                      <a:r>
                        <a:rPr sz="2800" b="1" spc="-10" dirty="0">
                          <a:latin typeface="Courier New"/>
                          <a:cs typeface="Courier New"/>
                        </a:rPr>
                        <a:t>*node_pointer;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9265">
                <a:tc>
                  <a:txBody>
                    <a:bodyPr/>
                    <a:lstStyle/>
                    <a:p>
                      <a:pPr marR="97790" algn="r">
                        <a:lnSpc>
                          <a:spcPts val="3155"/>
                        </a:lnSpc>
                      </a:pPr>
                      <a:r>
                        <a:rPr sz="2800" b="1" spc="-10" dirty="0">
                          <a:latin typeface="Courier New"/>
                          <a:cs typeface="Courier New"/>
                        </a:rPr>
                        <a:t>typedef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5410" marR="3175">
                        <a:lnSpc>
                          <a:spcPts val="3155"/>
                        </a:lnSpc>
                      </a:pPr>
                      <a:r>
                        <a:rPr sz="2800" b="1" dirty="0">
                          <a:latin typeface="Courier New"/>
                          <a:cs typeface="Courier New"/>
                        </a:rPr>
                        <a:t>struct</a:t>
                      </a:r>
                      <a:r>
                        <a:rPr sz="2800" b="1" spc="-5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800" b="1" spc="-20" dirty="0">
                          <a:latin typeface="Courier New"/>
                          <a:cs typeface="Courier New"/>
                        </a:rPr>
                        <a:t>node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3155"/>
                        </a:lnSpc>
                      </a:pPr>
                      <a:r>
                        <a:rPr sz="2800" b="1" spc="-50" dirty="0">
                          <a:latin typeface="Courier New"/>
                          <a:cs typeface="Courier New"/>
                        </a:rPr>
                        <a:t>{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5609">
                <a:tc>
                  <a:txBody>
                    <a:bodyPr/>
                    <a:lstStyle/>
                    <a:p>
                      <a:pPr marR="98425" algn="r">
                        <a:lnSpc>
                          <a:spcPts val="3155"/>
                        </a:lnSpc>
                      </a:pPr>
                      <a:r>
                        <a:rPr sz="2800" b="1" spc="-25" dirty="0">
                          <a:latin typeface="Courier New"/>
                          <a:cs typeface="Courier New"/>
                        </a:rPr>
                        <a:t>int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6680" marR="3175">
                        <a:lnSpc>
                          <a:spcPts val="3155"/>
                        </a:lnSpc>
                      </a:pPr>
                      <a:r>
                        <a:rPr sz="2800" b="1" spc="-10" dirty="0">
                          <a:latin typeface="Courier New"/>
                          <a:cs typeface="Courier New"/>
                        </a:rPr>
                        <a:t>vertex;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2348229" y="4094466"/>
            <a:ext cx="8535670" cy="190309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864235">
              <a:lnSpc>
                <a:spcPct val="100000"/>
              </a:lnSpc>
              <a:spcBef>
                <a:spcPts val="434"/>
              </a:spcBef>
            </a:pPr>
            <a:r>
              <a:rPr sz="2800" b="1" dirty="0">
                <a:latin typeface="Courier New"/>
                <a:cs typeface="Courier New"/>
              </a:rPr>
              <a:t>struct</a:t>
            </a:r>
            <a:r>
              <a:rPr sz="2800" b="1" spc="-45" dirty="0">
                <a:latin typeface="Courier New"/>
                <a:cs typeface="Courier New"/>
              </a:rPr>
              <a:t> </a:t>
            </a:r>
            <a:r>
              <a:rPr sz="2800" b="1" dirty="0">
                <a:latin typeface="Courier New"/>
                <a:cs typeface="Courier New"/>
              </a:rPr>
              <a:t>node</a:t>
            </a:r>
            <a:r>
              <a:rPr sz="2800" b="1" spc="-30" dirty="0">
                <a:latin typeface="Courier New"/>
                <a:cs typeface="Courier New"/>
              </a:rPr>
              <a:t> </a:t>
            </a:r>
            <a:r>
              <a:rPr sz="2800" b="1" spc="-10" dirty="0">
                <a:latin typeface="Courier New"/>
                <a:cs typeface="Courier New"/>
              </a:rPr>
              <a:t>*link;</a:t>
            </a:r>
            <a:endParaRPr sz="2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2800" b="1" spc="-25" dirty="0">
                <a:latin typeface="Courier New"/>
                <a:cs typeface="Courier New"/>
              </a:rPr>
              <a:t>};</a:t>
            </a:r>
            <a:endParaRPr sz="2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sz="2800" b="1" dirty="0">
                <a:latin typeface="Courier New"/>
                <a:cs typeface="Courier New"/>
              </a:rPr>
              <a:t>node_pointer</a:t>
            </a:r>
            <a:r>
              <a:rPr sz="2800" b="1" spc="-90" dirty="0">
                <a:latin typeface="Courier New"/>
                <a:cs typeface="Courier New"/>
              </a:rPr>
              <a:t> </a:t>
            </a:r>
            <a:r>
              <a:rPr sz="2800" b="1" spc="-10" dirty="0">
                <a:latin typeface="Courier New"/>
                <a:cs typeface="Courier New"/>
              </a:rPr>
              <a:t>graph[MAX_VERTICES];</a:t>
            </a:r>
            <a:endParaRPr sz="2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34"/>
              </a:spcBef>
            </a:pPr>
            <a:r>
              <a:rPr sz="2800" b="1" dirty="0">
                <a:latin typeface="Courier New"/>
                <a:cs typeface="Courier New"/>
              </a:rPr>
              <a:t>int</a:t>
            </a:r>
            <a:r>
              <a:rPr sz="2800" b="1" spc="-35" dirty="0">
                <a:latin typeface="Courier New"/>
                <a:cs typeface="Courier New"/>
              </a:rPr>
              <a:t> </a:t>
            </a:r>
            <a:r>
              <a:rPr sz="2800" b="1" dirty="0">
                <a:latin typeface="Courier New"/>
                <a:cs typeface="Courier New"/>
              </a:rPr>
              <a:t>n=0;</a:t>
            </a:r>
            <a:r>
              <a:rPr sz="2800" b="1" spc="-30" dirty="0">
                <a:latin typeface="Courier New"/>
                <a:cs typeface="Courier New"/>
              </a:rPr>
              <a:t> </a:t>
            </a:r>
            <a:r>
              <a:rPr sz="2800" b="1" dirty="0">
                <a:latin typeface="Courier New"/>
                <a:cs typeface="Courier New"/>
              </a:rPr>
              <a:t>/*</a:t>
            </a:r>
            <a:r>
              <a:rPr sz="2800" b="1" spc="-30" dirty="0">
                <a:latin typeface="Courier New"/>
                <a:cs typeface="Courier New"/>
              </a:rPr>
              <a:t> </a:t>
            </a:r>
            <a:r>
              <a:rPr sz="2800" b="1" dirty="0">
                <a:latin typeface="Courier New"/>
                <a:cs typeface="Courier New"/>
              </a:rPr>
              <a:t>vertices</a:t>
            </a:r>
            <a:r>
              <a:rPr sz="2800" b="1" spc="-30" dirty="0">
                <a:latin typeface="Courier New"/>
                <a:cs typeface="Courier New"/>
              </a:rPr>
              <a:t> </a:t>
            </a:r>
            <a:r>
              <a:rPr sz="2800" b="1" dirty="0">
                <a:latin typeface="Courier New"/>
                <a:cs typeface="Courier New"/>
              </a:rPr>
              <a:t>currently</a:t>
            </a:r>
            <a:r>
              <a:rPr sz="2800" b="1" spc="-30" dirty="0">
                <a:latin typeface="Courier New"/>
                <a:cs typeface="Courier New"/>
              </a:rPr>
              <a:t> </a:t>
            </a:r>
            <a:r>
              <a:rPr sz="2800" b="1" dirty="0">
                <a:latin typeface="Courier New"/>
                <a:cs typeface="Courier New"/>
              </a:rPr>
              <a:t>in</a:t>
            </a:r>
            <a:r>
              <a:rPr sz="2800" b="1" spc="-40" dirty="0">
                <a:latin typeface="Courier New"/>
                <a:cs typeface="Courier New"/>
              </a:rPr>
              <a:t> </a:t>
            </a:r>
            <a:r>
              <a:rPr sz="2800" b="1" dirty="0">
                <a:latin typeface="Courier New"/>
                <a:cs typeface="Courier New"/>
              </a:rPr>
              <a:t>use</a:t>
            </a:r>
            <a:r>
              <a:rPr sz="2800" b="1" spc="-40" dirty="0">
                <a:latin typeface="Courier New"/>
                <a:cs typeface="Courier New"/>
              </a:rPr>
              <a:t> </a:t>
            </a:r>
            <a:r>
              <a:rPr sz="2800" b="1" spc="-25" dirty="0">
                <a:latin typeface="Courier New"/>
                <a:cs typeface="Courier New"/>
              </a:rPr>
              <a:t>*/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87244" y="1531365"/>
            <a:ext cx="796035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Each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row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adjacency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matrix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represented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adjacency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list.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093957" y="6427114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19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835910" y="1974850"/>
            <a:ext cx="3462020" cy="340360"/>
            <a:chOff x="2835910" y="1974850"/>
            <a:chExt cx="3462020" cy="340360"/>
          </a:xfrm>
        </p:grpSpPr>
        <p:sp>
          <p:nvSpPr>
            <p:cNvPr id="4" name="object 4"/>
            <p:cNvSpPr/>
            <p:nvPr/>
          </p:nvSpPr>
          <p:spPr>
            <a:xfrm>
              <a:off x="2842260" y="1981200"/>
              <a:ext cx="471170" cy="320040"/>
            </a:xfrm>
            <a:custGeom>
              <a:avLst/>
              <a:gdLst/>
              <a:ahLst/>
              <a:cxnLst/>
              <a:rect l="l" t="t" r="r" b="b"/>
              <a:pathLst>
                <a:path w="471170" h="320039">
                  <a:moveTo>
                    <a:pt x="470915" y="0"/>
                  </a:moveTo>
                  <a:lnTo>
                    <a:pt x="0" y="0"/>
                  </a:lnTo>
                  <a:lnTo>
                    <a:pt x="0" y="320039"/>
                  </a:lnTo>
                  <a:lnTo>
                    <a:pt x="470915" y="320039"/>
                  </a:lnTo>
                  <a:lnTo>
                    <a:pt x="470915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842260" y="1981200"/>
              <a:ext cx="1461770" cy="320040"/>
            </a:xfrm>
            <a:custGeom>
              <a:avLst/>
              <a:gdLst/>
              <a:ahLst/>
              <a:cxnLst/>
              <a:rect l="l" t="t" r="r" b="b"/>
              <a:pathLst>
                <a:path w="1461770" h="320039">
                  <a:moveTo>
                    <a:pt x="0" y="320039"/>
                  </a:moveTo>
                  <a:lnTo>
                    <a:pt x="470915" y="320039"/>
                  </a:lnTo>
                  <a:lnTo>
                    <a:pt x="470915" y="0"/>
                  </a:lnTo>
                  <a:lnTo>
                    <a:pt x="0" y="0"/>
                  </a:lnTo>
                  <a:lnTo>
                    <a:pt x="0" y="320039"/>
                  </a:lnTo>
                  <a:close/>
                </a:path>
                <a:path w="1461770" h="320039">
                  <a:moveTo>
                    <a:pt x="762000" y="320039"/>
                  </a:moveTo>
                  <a:lnTo>
                    <a:pt x="1461515" y="320039"/>
                  </a:lnTo>
                  <a:lnTo>
                    <a:pt x="1461515" y="0"/>
                  </a:lnTo>
                  <a:lnTo>
                    <a:pt x="762000" y="0"/>
                  </a:lnTo>
                  <a:lnTo>
                    <a:pt x="762000" y="320039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005072" y="2004059"/>
              <a:ext cx="0" cy="304800"/>
            </a:xfrm>
            <a:custGeom>
              <a:avLst/>
              <a:gdLst/>
              <a:ahLst/>
              <a:cxnLst/>
              <a:rect l="l" t="t" r="r" b="b"/>
              <a:pathLst>
                <a:path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594860" y="1981200"/>
              <a:ext cx="699770" cy="320040"/>
            </a:xfrm>
            <a:custGeom>
              <a:avLst/>
              <a:gdLst/>
              <a:ahLst/>
              <a:cxnLst/>
              <a:rect l="l" t="t" r="r" b="b"/>
              <a:pathLst>
                <a:path w="699770" h="320039">
                  <a:moveTo>
                    <a:pt x="0" y="320039"/>
                  </a:moveTo>
                  <a:lnTo>
                    <a:pt x="699515" y="320039"/>
                  </a:lnTo>
                  <a:lnTo>
                    <a:pt x="699515" y="0"/>
                  </a:lnTo>
                  <a:lnTo>
                    <a:pt x="0" y="0"/>
                  </a:lnTo>
                  <a:lnTo>
                    <a:pt x="0" y="320039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995672" y="2004059"/>
              <a:ext cx="0" cy="304800"/>
            </a:xfrm>
            <a:custGeom>
              <a:avLst/>
              <a:gdLst/>
              <a:ahLst/>
              <a:cxnLst/>
              <a:rect l="l" t="t" r="r" b="b"/>
              <a:pathLst>
                <a:path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585460" y="1981200"/>
              <a:ext cx="699770" cy="320040"/>
            </a:xfrm>
            <a:custGeom>
              <a:avLst/>
              <a:gdLst/>
              <a:ahLst/>
              <a:cxnLst/>
              <a:rect l="l" t="t" r="r" b="b"/>
              <a:pathLst>
                <a:path w="699770" h="320039">
                  <a:moveTo>
                    <a:pt x="0" y="320039"/>
                  </a:moveTo>
                  <a:lnTo>
                    <a:pt x="699515" y="320039"/>
                  </a:lnTo>
                  <a:lnTo>
                    <a:pt x="699515" y="0"/>
                  </a:lnTo>
                  <a:lnTo>
                    <a:pt x="0" y="0"/>
                  </a:lnTo>
                  <a:lnTo>
                    <a:pt x="0" y="320039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986272" y="2004059"/>
              <a:ext cx="0" cy="304800"/>
            </a:xfrm>
            <a:custGeom>
              <a:avLst/>
              <a:gdLst/>
              <a:ahLst/>
              <a:cxnLst/>
              <a:rect l="l" t="t" r="r" b="b"/>
              <a:pathLst>
                <a:path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090672" y="2118359"/>
              <a:ext cx="2514600" cy="76200"/>
            </a:xfrm>
            <a:custGeom>
              <a:avLst/>
              <a:gdLst/>
              <a:ahLst/>
              <a:cxnLst/>
              <a:rect l="l" t="t" r="r" b="b"/>
              <a:pathLst>
                <a:path w="2514600" h="76200">
                  <a:moveTo>
                    <a:pt x="533400" y="38100"/>
                  </a:moveTo>
                  <a:lnTo>
                    <a:pt x="512229" y="31750"/>
                  </a:lnTo>
                  <a:lnTo>
                    <a:pt x="406400" y="0"/>
                  </a:lnTo>
                  <a:lnTo>
                    <a:pt x="448729" y="31750"/>
                  </a:lnTo>
                  <a:lnTo>
                    <a:pt x="0" y="31750"/>
                  </a:lnTo>
                  <a:lnTo>
                    <a:pt x="0" y="44450"/>
                  </a:lnTo>
                  <a:lnTo>
                    <a:pt x="448729" y="44450"/>
                  </a:lnTo>
                  <a:lnTo>
                    <a:pt x="406400" y="76200"/>
                  </a:lnTo>
                  <a:lnTo>
                    <a:pt x="512229" y="44450"/>
                  </a:lnTo>
                  <a:lnTo>
                    <a:pt x="533400" y="38100"/>
                  </a:lnTo>
                  <a:close/>
                </a:path>
                <a:path w="2514600" h="76200">
                  <a:moveTo>
                    <a:pt x="1524000" y="38100"/>
                  </a:moveTo>
                  <a:lnTo>
                    <a:pt x="1502829" y="31750"/>
                  </a:lnTo>
                  <a:lnTo>
                    <a:pt x="1397000" y="0"/>
                  </a:lnTo>
                  <a:lnTo>
                    <a:pt x="1439329" y="31750"/>
                  </a:lnTo>
                  <a:lnTo>
                    <a:pt x="990600" y="31750"/>
                  </a:lnTo>
                  <a:lnTo>
                    <a:pt x="990600" y="44450"/>
                  </a:lnTo>
                  <a:lnTo>
                    <a:pt x="1439329" y="44450"/>
                  </a:lnTo>
                  <a:lnTo>
                    <a:pt x="1397000" y="76200"/>
                  </a:lnTo>
                  <a:lnTo>
                    <a:pt x="1502829" y="44450"/>
                  </a:lnTo>
                  <a:lnTo>
                    <a:pt x="1524000" y="38100"/>
                  </a:lnTo>
                  <a:close/>
                </a:path>
                <a:path w="2514600" h="76200">
                  <a:moveTo>
                    <a:pt x="2514600" y="38100"/>
                  </a:moveTo>
                  <a:lnTo>
                    <a:pt x="2493429" y="31750"/>
                  </a:lnTo>
                  <a:lnTo>
                    <a:pt x="2387600" y="0"/>
                  </a:lnTo>
                  <a:lnTo>
                    <a:pt x="2429929" y="31750"/>
                  </a:lnTo>
                  <a:lnTo>
                    <a:pt x="1981200" y="31750"/>
                  </a:lnTo>
                  <a:lnTo>
                    <a:pt x="1981200" y="44450"/>
                  </a:lnTo>
                  <a:lnTo>
                    <a:pt x="2429929" y="44450"/>
                  </a:lnTo>
                  <a:lnTo>
                    <a:pt x="2387600" y="76200"/>
                  </a:lnTo>
                  <a:lnTo>
                    <a:pt x="2493429" y="44450"/>
                  </a:lnTo>
                  <a:lnTo>
                    <a:pt x="2514600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986272" y="200405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2835910" y="2432050"/>
            <a:ext cx="3462020" cy="340360"/>
            <a:chOff x="2835910" y="2432050"/>
            <a:chExt cx="3462020" cy="340360"/>
          </a:xfrm>
        </p:grpSpPr>
        <p:sp>
          <p:nvSpPr>
            <p:cNvPr id="14" name="object 14"/>
            <p:cNvSpPr/>
            <p:nvPr/>
          </p:nvSpPr>
          <p:spPr>
            <a:xfrm>
              <a:off x="2842260" y="2438400"/>
              <a:ext cx="471170" cy="320040"/>
            </a:xfrm>
            <a:custGeom>
              <a:avLst/>
              <a:gdLst/>
              <a:ahLst/>
              <a:cxnLst/>
              <a:rect l="l" t="t" r="r" b="b"/>
              <a:pathLst>
                <a:path w="471170" h="320039">
                  <a:moveTo>
                    <a:pt x="470915" y="0"/>
                  </a:moveTo>
                  <a:lnTo>
                    <a:pt x="0" y="0"/>
                  </a:lnTo>
                  <a:lnTo>
                    <a:pt x="0" y="320039"/>
                  </a:lnTo>
                  <a:lnTo>
                    <a:pt x="470915" y="320039"/>
                  </a:lnTo>
                  <a:lnTo>
                    <a:pt x="470915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842260" y="2438400"/>
              <a:ext cx="1461770" cy="320040"/>
            </a:xfrm>
            <a:custGeom>
              <a:avLst/>
              <a:gdLst/>
              <a:ahLst/>
              <a:cxnLst/>
              <a:rect l="l" t="t" r="r" b="b"/>
              <a:pathLst>
                <a:path w="1461770" h="320039">
                  <a:moveTo>
                    <a:pt x="0" y="320039"/>
                  </a:moveTo>
                  <a:lnTo>
                    <a:pt x="470915" y="320039"/>
                  </a:lnTo>
                  <a:lnTo>
                    <a:pt x="470915" y="0"/>
                  </a:lnTo>
                  <a:lnTo>
                    <a:pt x="0" y="0"/>
                  </a:lnTo>
                  <a:lnTo>
                    <a:pt x="0" y="320039"/>
                  </a:lnTo>
                  <a:close/>
                </a:path>
                <a:path w="1461770" h="320039">
                  <a:moveTo>
                    <a:pt x="762000" y="320039"/>
                  </a:moveTo>
                  <a:lnTo>
                    <a:pt x="1461515" y="320039"/>
                  </a:lnTo>
                  <a:lnTo>
                    <a:pt x="1461515" y="0"/>
                  </a:lnTo>
                  <a:lnTo>
                    <a:pt x="762000" y="0"/>
                  </a:lnTo>
                  <a:lnTo>
                    <a:pt x="762000" y="320039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005072" y="2461259"/>
              <a:ext cx="0" cy="304800"/>
            </a:xfrm>
            <a:custGeom>
              <a:avLst/>
              <a:gdLst/>
              <a:ahLst/>
              <a:cxnLst/>
              <a:rect l="l" t="t" r="r" b="b"/>
              <a:pathLst>
                <a:path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594860" y="2438400"/>
              <a:ext cx="699770" cy="320040"/>
            </a:xfrm>
            <a:custGeom>
              <a:avLst/>
              <a:gdLst/>
              <a:ahLst/>
              <a:cxnLst/>
              <a:rect l="l" t="t" r="r" b="b"/>
              <a:pathLst>
                <a:path w="699770" h="320039">
                  <a:moveTo>
                    <a:pt x="0" y="320039"/>
                  </a:moveTo>
                  <a:lnTo>
                    <a:pt x="699515" y="320039"/>
                  </a:lnTo>
                  <a:lnTo>
                    <a:pt x="699515" y="0"/>
                  </a:lnTo>
                  <a:lnTo>
                    <a:pt x="0" y="0"/>
                  </a:lnTo>
                  <a:lnTo>
                    <a:pt x="0" y="320039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995672" y="2461259"/>
              <a:ext cx="0" cy="304800"/>
            </a:xfrm>
            <a:custGeom>
              <a:avLst/>
              <a:gdLst/>
              <a:ahLst/>
              <a:cxnLst/>
              <a:rect l="l" t="t" r="r" b="b"/>
              <a:pathLst>
                <a:path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585460" y="2438400"/>
              <a:ext cx="699770" cy="320040"/>
            </a:xfrm>
            <a:custGeom>
              <a:avLst/>
              <a:gdLst/>
              <a:ahLst/>
              <a:cxnLst/>
              <a:rect l="l" t="t" r="r" b="b"/>
              <a:pathLst>
                <a:path w="699770" h="320039">
                  <a:moveTo>
                    <a:pt x="0" y="320039"/>
                  </a:moveTo>
                  <a:lnTo>
                    <a:pt x="699515" y="320039"/>
                  </a:lnTo>
                  <a:lnTo>
                    <a:pt x="699515" y="0"/>
                  </a:lnTo>
                  <a:lnTo>
                    <a:pt x="0" y="0"/>
                  </a:lnTo>
                  <a:lnTo>
                    <a:pt x="0" y="320039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986272" y="2461259"/>
              <a:ext cx="0" cy="304800"/>
            </a:xfrm>
            <a:custGeom>
              <a:avLst/>
              <a:gdLst/>
              <a:ahLst/>
              <a:cxnLst/>
              <a:rect l="l" t="t" r="r" b="b"/>
              <a:pathLst>
                <a:path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090672" y="2575559"/>
              <a:ext cx="2514600" cy="76200"/>
            </a:xfrm>
            <a:custGeom>
              <a:avLst/>
              <a:gdLst/>
              <a:ahLst/>
              <a:cxnLst/>
              <a:rect l="l" t="t" r="r" b="b"/>
              <a:pathLst>
                <a:path w="2514600" h="76200">
                  <a:moveTo>
                    <a:pt x="533400" y="38100"/>
                  </a:moveTo>
                  <a:lnTo>
                    <a:pt x="512229" y="31750"/>
                  </a:lnTo>
                  <a:lnTo>
                    <a:pt x="406400" y="0"/>
                  </a:lnTo>
                  <a:lnTo>
                    <a:pt x="448729" y="31750"/>
                  </a:lnTo>
                  <a:lnTo>
                    <a:pt x="0" y="31750"/>
                  </a:lnTo>
                  <a:lnTo>
                    <a:pt x="0" y="44450"/>
                  </a:lnTo>
                  <a:lnTo>
                    <a:pt x="448729" y="44450"/>
                  </a:lnTo>
                  <a:lnTo>
                    <a:pt x="406400" y="76200"/>
                  </a:lnTo>
                  <a:lnTo>
                    <a:pt x="512229" y="44450"/>
                  </a:lnTo>
                  <a:lnTo>
                    <a:pt x="533400" y="38100"/>
                  </a:lnTo>
                  <a:close/>
                </a:path>
                <a:path w="2514600" h="76200">
                  <a:moveTo>
                    <a:pt x="1524000" y="38100"/>
                  </a:moveTo>
                  <a:lnTo>
                    <a:pt x="1502829" y="31750"/>
                  </a:lnTo>
                  <a:lnTo>
                    <a:pt x="1397000" y="0"/>
                  </a:lnTo>
                  <a:lnTo>
                    <a:pt x="1439329" y="31750"/>
                  </a:lnTo>
                  <a:lnTo>
                    <a:pt x="990600" y="31750"/>
                  </a:lnTo>
                  <a:lnTo>
                    <a:pt x="990600" y="44450"/>
                  </a:lnTo>
                  <a:lnTo>
                    <a:pt x="1439329" y="44450"/>
                  </a:lnTo>
                  <a:lnTo>
                    <a:pt x="1397000" y="76200"/>
                  </a:lnTo>
                  <a:lnTo>
                    <a:pt x="1502829" y="44450"/>
                  </a:lnTo>
                  <a:lnTo>
                    <a:pt x="1524000" y="38100"/>
                  </a:lnTo>
                  <a:close/>
                </a:path>
                <a:path w="2514600" h="76200">
                  <a:moveTo>
                    <a:pt x="2514600" y="38100"/>
                  </a:moveTo>
                  <a:lnTo>
                    <a:pt x="2493429" y="31750"/>
                  </a:lnTo>
                  <a:lnTo>
                    <a:pt x="2387600" y="0"/>
                  </a:lnTo>
                  <a:lnTo>
                    <a:pt x="2429929" y="31750"/>
                  </a:lnTo>
                  <a:lnTo>
                    <a:pt x="1981200" y="31750"/>
                  </a:lnTo>
                  <a:lnTo>
                    <a:pt x="1981200" y="44450"/>
                  </a:lnTo>
                  <a:lnTo>
                    <a:pt x="2429929" y="44450"/>
                  </a:lnTo>
                  <a:lnTo>
                    <a:pt x="2387600" y="76200"/>
                  </a:lnTo>
                  <a:lnTo>
                    <a:pt x="2493429" y="44450"/>
                  </a:lnTo>
                  <a:lnTo>
                    <a:pt x="2514600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986272" y="246125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3" name="object 23"/>
          <p:cNvGrpSpPr/>
          <p:nvPr/>
        </p:nvGrpSpPr>
        <p:grpSpPr>
          <a:xfrm>
            <a:off x="2835910" y="2889250"/>
            <a:ext cx="3462020" cy="340360"/>
            <a:chOff x="2835910" y="2889250"/>
            <a:chExt cx="3462020" cy="340360"/>
          </a:xfrm>
        </p:grpSpPr>
        <p:sp>
          <p:nvSpPr>
            <p:cNvPr id="24" name="object 24"/>
            <p:cNvSpPr/>
            <p:nvPr/>
          </p:nvSpPr>
          <p:spPr>
            <a:xfrm>
              <a:off x="2842260" y="2895600"/>
              <a:ext cx="471170" cy="320040"/>
            </a:xfrm>
            <a:custGeom>
              <a:avLst/>
              <a:gdLst/>
              <a:ahLst/>
              <a:cxnLst/>
              <a:rect l="l" t="t" r="r" b="b"/>
              <a:pathLst>
                <a:path w="471170" h="320039">
                  <a:moveTo>
                    <a:pt x="470915" y="0"/>
                  </a:moveTo>
                  <a:lnTo>
                    <a:pt x="0" y="0"/>
                  </a:lnTo>
                  <a:lnTo>
                    <a:pt x="0" y="320039"/>
                  </a:lnTo>
                  <a:lnTo>
                    <a:pt x="470915" y="320039"/>
                  </a:lnTo>
                  <a:lnTo>
                    <a:pt x="470915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842260" y="2895600"/>
              <a:ext cx="1461770" cy="320040"/>
            </a:xfrm>
            <a:custGeom>
              <a:avLst/>
              <a:gdLst/>
              <a:ahLst/>
              <a:cxnLst/>
              <a:rect l="l" t="t" r="r" b="b"/>
              <a:pathLst>
                <a:path w="1461770" h="320039">
                  <a:moveTo>
                    <a:pt x="0" y="320039"/>
                  </a:moveTo>
                  <a:lnTo>
                    <a:pt x="470915" y="320039"/>
                  </a:lnTo>
                  <a:lnTo>
                    <a:pt x="470915" y="0"/>
                  </a:lnTo>
                  <a:lnTo>
                    <a:pt x="0" y="0"/>
                  </a:lnTo>
                  <a:lnTo>
                    <a:pt x="0" y="320039"/>
                  </a:lnTo>
                  <a:close/>
                </a:path>
                <a:path w="1461770" h="320039">
                  <a:moveTo>
                    <a:pt x="762000" y="320039"/>
                  </a:moveTo>
                  <a:lnTo>
                    <a:pt x="1461515" y="320039"/>
                  </a:lnTo>
                  <a:lnTo>
                    <a:pt x="1461515" y="0"/>
                  </a:lnTo>
                  <a:lnTo>
                    <a:pt x="762000" y="0"/>
                  </a:lnTo>
                  <a:lnTo>
                    <a:pt x="762000" y="320039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005072" y="2918459"/>
              <a:ext cx="0" cy="304800"/>
            </a:xfrm>
            <a:custGeom>
              <a:avLst/>
              <a:gdLst/>
              <a:ahLst/>
              <a:cxnLst/>
              <a:rect l="l" t="t" r="r" b="b"/>
              <a:pathLst>
                <a:path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594860" y="2895600"/>
              <a:ext cx="699770" cy="320040"/>
            </a:xfrm>
            <a:custGeom>
              <a:avLst/>
              <a:gdLst/>
              <a:ahLst/>
              <a:cxnLst/>
              <a:rect l="l" t="t" r="r" b="b"/>
              <a:pathLst>
                <a:path w="699770" h="320039">
                  <a:moveTo>
                    <a:pt x="0" y="320039"/>
                  </a:moveTo>
                  <a:lnTo>
                    <a:pt x="699515" y="320039"/>
                  </a:lnTo>
                  <a:lnTo>
                    <a:pt x="699515" y="0"/>
                  </a:lnTo>
                  <a:lnTo>
                    <a:pt x="0" y="0"/>
                  </a:lnTo>
                  <a:lnTo>
                    <a:pt x="0" y="320039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995672" y="2918459"/>
              <a:ext cx="0" cy="304800"/>
            </a:xfrm>
            <a:custGeom>
              <a:avLst/>
              <a:gdLst/>
              <a:ahLst/>
              <a:cxnLst/>
              <a:rect l="l" t="t" r="r" b="b"/>
              <a:pathLst>
                <a:path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585460" y="2895600"/>
              <a:ext cx="699770" cy="320040"/>
            </a:xfrm>
            <a:custGeom>
              <a:avLst/>
              <a:gdLst/>
              <a:ahLst/>
              <a:cxnLst/>
              <a:rect l="l" t="t" r="r" b="b"/>
              <a:pathLst>
                <a:path w="699770" h="320039">
                  <a:moveTo>
                    <a:pt x="0" y="320039"/>
                  </a:moveTo>
                  <a:lnTo>
                    <a:pt x="699515" y="320039"/>
                  </a:lnTo>
                  <a:lnTo>
                    <a:pt x="699515" y="0"/>
                  </a:lnTo>
                  <a:lnTo>
                    <a:pt x="0" y="0"/>
                  </a:lnTo>
                  <a:lnTo>
                    <a:pt x="0" y="320039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986272" y="2918459"/>
              <a:ext cx="0" cy="304800"/>
            </a:xfrm>
            <a:custGeom>
              <a:avLst/>
              <a:gdLst/>
              <a:ahLst/>
              <a:cxnLst/>
              <a:rect l="l" t="t" r="r" b="b"/>
              <a:pathLst>
                <a:path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090672" y="3032759"/>
              <a:ext cx="2514600" cy="76200"/>
            </a:xfrm>
            <a:custGeom>
              <a:avLst/>
              <a:gdLst/>
              <a:ahLst/>
              <a:cxnLst/>
              <a:rect l="l" t="t" r="r" b="b"/>
              <a:pathLst>
                <a:path w="2514600" h="76200">
                  <a:moveTo>
                    <a:pt x="533400" y="38100"/>
                  </a:moveTo>
                  <a:lnTo>
                    <a:pt x="512229" y="31750"/>
                  </a:lnTo>
                  <a:lnTo>
                    <a:pt x="406400" y="0"/>
                  </a:lnTo>
                  <a:lnTo>
                    <a:pt x="448729" y="31750"/>
                  </a:lnTo>
                  <a:lnTo>
                    <a:pt x="0" y="31750"/>
                  </a:lnTo>
                  <a:lnTo>
                    <a:pt x="0" y="44450"/>
                  </a:lnTo>
                  <a:lnTo>
                    <a:pt x="448729" y="44450"/>
                  </a:lnTo>
                  <a:lnTo>
                    <a:pt x="406400" y="76200"/>
                  </a:lnTo>
                  <a:lnTo>
                    <a:pt x="512229" y="44450"/>
                  </a:lnTo>
                  <a:lnTo>
                    <a:pt x="533400" y="38100"/>
                  </a:lnTo>
                  <a:close/>
                </a:path>
                <a:path w="2514600" h="76200">
                  <a:moveTo>
                    <a:pt x="1524000" y="38100"/>
                  </a:moveTo>
                  <a:lnTo>
                    <a:pt x="1502829" y="31750"/>
                  </a:lnTo>
                  <a:lnTo>
                    <a:pt x="1397000" y="0"/>
                  </a:lnTo>
                  <a:lnTo>
                    <a:pt x="1439329" y="31750"/>
                  </a:lnTo>
                  <a:lnTo>
                    <a:pt x="990600" y="31750"/>
                  </a:lnTo>
                  <a:lnTo>
                    <a:pt x="990600" y="44450"/>
                  </a:lnTo>
                  <a:lnTo>
                    <a:pt x="1439329" y="44450"/>
                  </a:lnTo>
                  <a:lnTo>
                    <a:pt x="1397000" y="76200"/>
                  </a:lnTo>
                  <a:lnTo>
                    <a:pt x="1502829" y="44450"/>
                  </a:lnTo>
                  <a:lnTo>
                    <a:pt x="1524000" y="38100"/>
                  </a:lnTo>
                  <a:close/>
                </a:path>
                <a:path w="2514600" h="76200">
                  <a:moveTo>
                    <a:pt x="2514600" y="38100"/>
                  </a:moveTo>
                  <a:lnTo>
                    <a:pt x="2493429" y="31750"/>
                  </a:lnTo>
                  <a:lnTo>
                    <a:pt x="2387600" y="0"/>
                  </a:lnTo>
                  <a:lnTo>
                    <a:pt x="2429929" y="31750"/>
                  </a:lnTo>
                  <a:lnTo>
                    <a:pt x="1981200" y="31750"/>
                  </a:lnTo>
                  <a:lnTo>
                    <a:pt x="1981200" y="44450"/>
                  </a:lnTo>
                  <a:lnTo>
                    <a:pt x="2429929" y="44450"/>
                  </a:lnTo>
                  <a:lnTo>
                    <a:pt x="2387600" y="76200"/>
                  </a:lnTo>
                  <a:lnTo>
                    <a:pt x="2493429" y="44450"/>
                  </a:lnTo>
                  <a:lnTo>
                    <a:pt x="2514600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986272" y="291845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3" name="object 33"/>
          <p:cNvGrpSpPr/>
          <p:nvPr/>
        </p:nvGrpSpPr>
        <p:grpSpPr>
          <a:xfrm>
            <a:off x="2835910" y="3346450"/>
            <a:ext cx="3462020" cy="340360"/>
            <a:chOff x="2835910" y="3346450"/>
            <a:chExt cx="3462020" cy="340360"/>
          </a:xfrm>
        </p:grpSpPr>
        <p:sp>
          <p:nvSpPr>
            <p:cNvPr id="34" name="object 34"/>
            <p:cNvSpPr/>
            <p:nvPr/>
          </p:nvSpPr>
          <p:spPr>
            <a:xfrm>
              <a:off x="2842260" y="3352800"/>
              <a:ext cx="471170" cy="320040"/>
            </a:xfrm>
            <a:custGeom>
              <a:avLst/>
              <a:gdLst/>
              <a:ahLst/>
              <a:cxnLst/>
              <a:rect l="l" t="t" r="r" b="b"/>
              <a:pathLst>
                <a:path w="471170" h="320039">
                  <a:moveTo>
                    <a:pt x="470915" y="0"/>
                  </a:moveTo>
                  <a:lnTo>
                    <a:pt x="0" y="0"/>
                  </a:lnTo>
                  <a:lnTo>
                    <a:pt x="0" y="320039"/>
                  </a:lnTo>
                  <a:lnTo>
                    <a:pt x="470915" y="320039"/>
                  </a:lnTo>
                  <a:lnTo>
                    <a:pt x="470915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842260" y="3352800"/>
              <a:ext cx="1461770" cy="320040"/>
            </a:xfrm>
            <a:custGeom>
              <a:avLst/>
              <a:gdLst/>
              <a:ahLst/>
              <a:cxnLst/>
              <a:rect l="l" t="t" r="r" b="b"/>
              <a:pathLst>
                <a:path w="1461770" h="320039">
                  <a:moveTo>
                    <a:pt x="0" y="320039"/>
                  </a:moveTo>
                  <a:lnTo>
                    <a:pt x="470915" y="320039"/>
                  </a:lnTo>
                  <a:lnTo>
                    <a:pt x="470915" y="0"/>
                  </a:lnTo>
                  <a:lnTo>
                    <a:pt x="0" y="0"/>
                  </a:lnTo>
                  <a:lnTo>
                    <a:pt x="0" y="320039"/>
                  </a:lnTo>
                  <a:close/>
                </a:path>
                <a:path w="1461770" h="320039">
                  <a:moveTo>
                    <a:pt x="762000" y="320039"/>
                  </a:moveTo>
                  <a:lnTo>
                    <a:pt x="1461515" y="320039"/>
                  </a:lnTo>
                  <a:lnTo>
                    <a:pt x="1461515" y="0"/>
                  </a:lnTo>
                  <a:lnTo>
                    <a:pt x="762000" y="0"/>
                  </a:lnTo>
                  <a:lnTo>
                    <a:pt x="762000" y="320039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005072" y="3375659"/>
              <a:ext cx="0" cy="304800"/>
            </a:xfrm>
            <a:custGeom>
              <a:avLst/>
              <a:gdLst/>
              <a:ahLst/>
              <a:cxnLst/>
              <a:rect l="l" t="t" r="r" b="b"/>
              <a:pathLst>
                <a:path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4594860" y="3352800"/>
              <a:ext cx="699770" cy="320040"/>
            </a:xfrm>
            <a:custGeom>
              <a:avLst/>
              <a:gdLst/>
              <a:ahLst/>
              <a:cxnLst/>
              <a:rect l="l" t="t" r="r" b="b"/>
              <a:pathLst>
                <a:path w="699770" h="320039">
                  <a:moveTo>
                    <a:pt x="0" y="320039"/>
                  </a:moveTo>
                  <a:lnTo>
                    <a:pt x="699515" y="320039"/>
                  </a:lnTo>
                  <a:lnTo>
                    <a:pt x="699515" y="0"/>
                  </a:lnTo>
                  <a:lnTo>
                    <a:pt x="0" y="0"/>
                  </a:lnTo>
                  <a:lnTo>
                    <a:pt x="0" y="320039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995672" y="3375659"/>
              <a:ext cx="0" cy="304800"/>
            </a:xfrm>
            <a:custGeom>
              <a:avLst/>
              <a:gdLst/>
              <a:ahLst/>
              <a:cxnLst/>
              <a:rect l="l" t="t" r="r" b="b"/>
              <a:pathLst>
                <a:path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585460" y="3352800"/>
              <a:ext cx="699770" cy="320040"/>
            </a:xfrm>
            <a:custGeom>
              <a:avLst/>
              <a:gdLst/>
              <a:ahLst/>
              <a:cxnLst/>
              <a:rect l="l" t="t" r="r" b="b"/>
              <a:pathLst>
                <a:path w="699770" h="320039">
                  <a:moveTo>
                    <a:pt x="0" y="320039"/>
                  </a:moveTo>
                  <a:lnTo>
                    <a:pt x="699515" y="320039"/>
                  </a:lnTo>
                  <a:lnTo>
                    <a:pt x="699515" y="0"/>
                  </a:lnTo>
                  <a:lnTo>
                    <a:pt x="0" y="0"/>
                  </a:lnTo>
                  <a:lnTo>
                    <a:pt x="0" y="320039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5986272" y="3375659"/>
              <a:ext cx="0" cy="304800"/>
            </a:xfrm>
            <a:custGeom>
              <a:avLst/>
              <a:gdLst/>
              <a:ahLst/>
              <a:cxnLst/>
              <a:rect l="l" t="t" r="r" b="b"/>
              <a:pathLst>
                <a:path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090672" y="3489959"/>
              <a:ext cx="2514600" cy="76200"/>
            </a:xfrm>
            <a:custGeom>
              <a:avLst/>
              <a:gdLst/>
              <a:ahLst/>
              <a:cxnLst/>
              <a:rect l="l" t="t" r="r" b="b"/>
              <a:pathLst>
                <a:path w="2514600" h="76200">
                  <a:moveTo>
                    <a:pt x="533400" y="38100"/>
                  </a:moveTo>
                  <a:lnTo>
                    <a:pt x="512229" y="31750"/>
                  </a:lnTo>
                  <a:lnTo>
                    <a:pt x="406400" y="0"/>
                  </a:lnTo>
                  <a:lnTo>
                    <a:pt x="448729" y="31750"/>
                  </a:lnTo>
                  <a:lnTo>
                    <a:pt x="0" y="31750"/>
                  </a:lnTo>
                  <a:lnTo>
                    <a:pt x="0" y="44450"/>
                  </a:lnTo>
                  <a:lnTo>
                    <a:pt x="448729" y="44450"/>
                  </a:lnTo>
                  <a:lnTo>
                    <a:pt x="406400" y="76200"/>
                  </a:lnTo>
                  <a:lnTo>
                    <a:pt x="512229" y="44450"/>
                  </a:lnTo>
                  <a:lnTo>
                    <a:pt x="533400" y="38100"/>
                  </a:lnTo>
                  <a:close/>
                </a:path>
                <a:path w="2514600" h="76200">
                  <a:moveTo>
                    <a:pt x="1524000" y="38100"/>
                  </a:moveTo>
                  <a:lnTo>
                    <a:pt x="1502829" y="31750"/>
                  </a:lnTo>
                  <a:lnTo>
                    <a:pt x="1397000" y="0"/>
                  </a:lnTo>
                  <a:lnTo>
                    <a:pt x="1439329" y="31750"/>
                  </a:lnTo>
                  <a:lnTo>
                    <a:pt x="990600" y="31750"/>
                  </a:lnTo>
                  <a:lnTo>
                    <a:pt x="990600" y="44450"/>
                  </a:lnTo>
                  <a:lnTo>
                    <a:pt x="1439329" y="44450"/>
                  </a:lnTo>
                  <a:lnTo>
                    <a:pt x="1397000" y="76200"/>
                  </a:lnTo>
                  <a:lnTo>
                    <a:pt x="1502829" y="44450"/>
                  </a:lnTo>
                  <a:lnTo>
                    <a:pt x="1524000" y="38100"/>
                  </a:lnTo>
                  <a:close/>
                </a:path>
                <a:path w="2514600" h="76200">
                  <a:moveTo>
                    <a:pt x="2514600" y="38100"/>
                  </a:moveTo>
                  <a:lnTo>
                    <a:pt x="2493429" y="31750"/>
                  </a:lnTo>
                  <a:lnTo>
                    <a:pt x="2387600" y="0"/>
                  </a:lnTo>
                  <a:lnTo>
                    <a:pt x="2429929" y="31750"/>
                  </a:lnTo>
                  <a:lnTo>
                    <a:pt x="1981200" y="31750"/>
                  </a:lnTo>
                  <a:lnTo>
                    <a:pt x="1981200" y="44450"/>
                  </a:lnTo>
                  <a:lnTo>
                    <a:pt x="2429929" y="44450"/>
                  </a:lnTo>
                  <a:lnTo>
                    <a:pt x="2387600" y="76200"/>
                  </a:lnTo>
                  <a:lnTo>
                    <a:pt x="2493429" y="44450"/>
                  </a:lnTo>
                  <a:lnTo>
                    <a:pt x="2514600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986272" y="337565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3" name="object 43"/>
          <p:cNvGrpSpPr/>
          <p:nvPr/>
        </p:nvGrpSpPr>
        <p:grpSpPr>
          <a:xfrm>
            <a:off x="2835910" y="4565650"/>
            <a:ext cx="1480820" cy="340360"/>
            <a:chOff x="2835910" y="4565650"/>
            <a:chExt cx="1480820" cy="340360"/>
          </a:xfrm>
        </p:grpSpPr>
        <p:sp>
          <p:nvSpPr>
            <p:cNvPr id="44" name="object 44"/>
            <p:cNvSpPr/>
            <p:nvPr/>
          </p:nvSpPr>
          <p:spPr>
            <a:xfrm>
              <a:off x="2842260" y="4572000"/>
              <a:ext cx="471170" cy="320040"/>
            </a:xfrm>
            <a:custGeom>
              <a:avLst/>
              <a:gdLst/>
              <a:ahLst/>
              <a:cxnLst/>
              <a:rect l="l" t="t" r="r" b="b"/>
              <a:pathLst>
                <a:path w="471170" h="320039">
                  <a:moveTo>
                    <a:pt x="470915" y="0"/>
                  </a:moveTo>
                  <a:lnTo>
                    <a:pt x="0" y="0"/>
                  </a:lnTo>
                  <a:lnTo>
                    <a:pt x="0" y="320039"/>
                  </a:lnTo>
                  <a:lnTo>
                    <a:pt x="470915" y="320039"/>
                  </a:lnTo>
                  <a:lnTo>
                    <a:pt x="470915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2842260" y="4572000"/>
              <a:ext cx="1461770" cy="320040"/>
            </a:xfrm>
            <a:custGeom>
              <a:avLst/>
              <a:gdLst/>
              <a:ahLst/>
              <a:cxnLst/>
              <a:rect l="l" t="t" r="r" b="b"/>
              <a:pathLst>
                <a:path w="1461770" h="320039">
                  <a:moveTo>
                    <a:pt x="0" y="320039"/>
                  </a:moveTo>
                  <a:lnTo>
                    <a:pt x="470915" y="320039"/>
                  </a:lnTo>
                  <a:lnTo>
                    <a:pt x="470915" y="0"/>
                  </a:lnTo>
                  <a:lnTo>
                    <a:pt x="0" y="0"/>
                  </a:lnTo>
                  <a:lnTo>
                    <a:pt x="0" y="320039"/>
                  </a:lnTo>
                  <a:close/>
                </a:path>
                <a:path w="1461770" h="320039">
                  <a:moveTo>
                    <a:pt x="762000" y="320039"/>
                  </a:moveTo>
                  <a:lnTo>
                    <a:pt x="1461515" y="320039"/>
                  </a:lnTo>
                  <a:lnTo>
                    <a:pt x="1461515" y="0"/>
                  </a:lnTo>
                  <a:lnTo>
                    <a:pt x="762000" y="0"/>
                  </a:lnTo>
                  <a:lnTo>
                    <a:pt x="762000" y="320039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4005072" y="4594859"/>
              <a:ext cx="0" cy="304800"/>
            </a:xfrm>
            <a:custGeom>
              <a:avLst/>
              <a:gdLst/>
              <a:ahLst/>
              <a:cxnLst/>
              <a:rect l="l" t="t" r="r" b="b"/>
              <a:pathLst>
                <a:path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090672" y="4709160"/>
              <a:ext cx="533400" cy="76200"/>
            </a:xfrm>
            <a:custGeom>
              <a:avLst/>
              <a:gdLst/>
              <a:ahLst/>
              <a:cxnLst/>
              <a:rect l="l" t="t" r="r" b="b"/>
              <a:pathLst>
                <a:path w="533400" h="76200">
                  <a:moveTo>
                    <a:pt x="457200" y="38100"/>
                  </a:moveTo>
                  <a:lnTo>
                    <a:pt x="406400" y="76200"/>
                  </a:lnTo>
                  <a:lnTo>
                    <a:pt x="512233" y="44450"/>
                  </a:lnTo>
                  <a:lnTo>
                    <a:pt x="457200" y="44450"/>
                  </a:lnTo>
                  <a:lnTo>
                    <a:pt x="457200" y="38100"/>
                  </a:lnTo>
                  <a:close/>
                </a:path>
                <a:path w="533400" h="76200">
                  <a:moveTo>
                    <a:pt x="448733" y="31750"/>
                  </a:moveTo>
                  <a:lnTo>
                    <a:pt x="0" y="31750"/>
                  </a:lnTo>
                  <a:lnTo>
                    <a:pt x="0" y="44450"/>
                  </a:lnTo>
                  <a:lnTo>
                    <a:pt x="448733" y="44450"/>
                  </a:lnTo>
                  <a:lnTo>
                    <a:pt x="457200" y="38100"/>
                  </a:lnTo>
                  <a:lnTo>
                    <a:pt x="448733" y="31750"/>
                  </a:lnTo>
                  <a:close/>
                </a:path>
                <a:path w="533400" h="76200">
                  <a:moveTo>
                    <a:pt x="512233" y="31750"/>
                  </a:moveTo>
                  <a:lnTo>
                    <a:pt x="457200" y="31750"/>
                  </a:lnTo>
                  <a:lnTo>
                    <a:pt x="457200" y="44450"/>
                  </a:lnTo>
                  <a:lnTo>
                    <a:pt x="512233" y="44450"/>
                  </a:lnTo>
                  <a:lnTo>
                    <a:pt x="533400" y="38100"/>
                  </a:lnTo>
                  <a:lnTo>
                    <a:pt x="512233" y="31750"/>
                  </a:lnTo>
                  <a:close/>
                </a:path>
                <a:path w="533400" h="76200">
                  <a:moveTo>
                    <a:pt x="406400" y="0"/>
                  </a:moveTo>
                  <a:lnTo>
                    <a:pt x="457200" y="38100"/>
                  </a:lnTo>
                  <a:lnTo>
                    <a:pt x="457200" y="31750"/>
                  </a:lnTo>
                  <a:lnTo>
                    <a:pt x="512233" y="3175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4005072" y="459485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9" name="object 49"/>
          <p:cNvGrpSpPr/>
          <p:nvPr/>
        </p:nvGrpSpPr>
        <p:grpSpPr>
          <a:xfrm>
            <a:off x="2835910" y="5022850"/>
            <a:ext cx="2471420" cy="340360"/>
            <a:chOff x="2835910" y="5022850"/>
            <a:chExt cx="2471420" cy="340360"/>
          </a:xfrm>
        </p:grpSpPr>
        <p:sp>
          <p:nvSpPr>
            <p:cNvPr id="50" name="object 50"/>
            <p:cNvSpPr/>
            <p:nvPr/>
          </p:nvSpPr>
          <p:spPr>
            <a:xfrm>
              <a:off x="2842260" y="5029200"/>
              <a:ext cx="471170" cy="320040"/>
            </a:xfrm>
            <a:custGeom>
              <a:avLst/>
              <a:gdLst/>
              <a:ahLst/>
              <a:cxnLst/>
              <a:rect l="l" t="t" r="r" b="b"/>
              <a:pathLst>
                <a:path w="471170" h="320039">
                  <a:moveTo>
                    <a:pt x="470915" y="0"/>
                  </a:moveTo>
                  <a:lnTo>
                    <a:pt x="0" y="0"/>
                  </a:lnTo>
                  <a:lnTo>
                    <a:pt x="0" y="320040"/>
                  </a:lnTo>
                  <a:lnTo>
                    <a:pt x="470915" y="320040"/>
                  </a:lnTo>
                  <a:lnTo>
                    <a:pt x="470915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2842260" y="5029200"/>
              <a:ext cx="1461770" cy="320040"/>
            </a:xfrm>
            <a:custGeom>
              <a:avLst/>
              <a:gdLst/>
              <a:ahLst/>
              <a:cxnLst/>
              <a:rect l="l" t="t" r="r" b="b"/>
              <a:pathLst>
                <a:path w="1461770" h="320039">
                  <a:moveTo>
                    <a:pt x="0" y="320040"/>
                  </a:moveTo>
                  <a:lnTo>
                    <a:pt x="470915" y="320040"/>
                  </a:lnTo>
                  <a:lnTo>
                    <a:pt x="470915" y="0"/>
                  </a:lnTo>
                  <a:lnTo>
                    <a:pt x="0" y="0"/>
                  </a:lnTo>
                  <a:lnTo>
                    <a:pt x="0" y="320040"/>
                  </a:lnTo>
                  <a:close/>
                </a:path>
                <a:path w="1461770" h="320039">
                  <a:moveTo>
                    <a:pt x="762000" y="320040"/>
                  </a:moveTo>
                  <a:lnTo>
                    <a:pt x="1461515" y="320040"/>
                  </a:lnTo>
                  <a:lnTo>
                    <a:pt x="1461515" y="0"/>
                  </a:lnTo>
                  <a:lnTo>
                    <a:pt x="762000" y="0"/>
                  </a:lnTo>
                  <a:lnTo>
                    <a:pt x="762000" y="32004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4005072" y="5052059"/>
              <a:ext cx="0" cy="304800"/>
            </a:xfrm>
            <a:custGeom>
              <a:avLst/>
              <a:gdLst/>
              <a:ahLst/>
              <a:cxnLst/>
              <a:rect l="l" t="t" r="r" b="b"/>
              <a:pathLst>
                <a:path h="304800">
                  <a:moveTo>
                    <a:pt x="0" y="0"/>
                  </a:moveTo>
                  <a:lnTo>
                    <a:pt x="0" y="304799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4594860" y="5029200"/>
              <a:ext cx="699770" cy="320040"/>
            </a:xfrm>
            <a:custGeom>
              <a:avLst/>
              <a:gdLst/>
              <a:ahLst/>
              <a:cxnLst/>
              <a:rect l="l" t="t" r="r" b="b"/>
              <a:pathLst>
                <a:path w="699770" h="320039">
                  <a:moveTo>
                    <a:pt x="0" y="320040"/>
                  </a:moveTo>
                  <a:lnTo>
                    <a:pt x="699515" y="320040"/>
                  </a:lnTo>
                  <a:lnTo>
                    <a:pt x="699515" y="0"/>
                  </a:lnTo>
                  <a:lnTo>
                    <a:pt x="0" y="0"/>
                  </a:lnTo>
                  <a:lnTo>
                    <a:pt x="0" y="32004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4995672" y="5052059"/>
              <a:ext cx="0" cy="304800"/>
            </a:xfrm>
            <a:custGeom>
              <a:avLst/>
              <a:gdLst/>
              <a:ahLst/>
              <a:cxnLst/>
              <a:rect l="l" t="t" r="r" b="b"/>
              <a:pathLst>
                <a:path h="304800">
                  <a:moveTo>
                    <a:pt x="0" y="0"/>
                  </a:moveTo>
                  <a:lnTo>
                    <a:pt x="0" y="304799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3090672" y="5166359"/>
              <a:ext cx="1524000" cy="76200"/>
            </a:xfrm>
            <a:custGeom>
              <a:avLst/>
              <a:gdLst/>
              <a:ahLst/>
              <a:cxnLst/>
              <a:rect l="l" t="t" r="r" b="b"/>
              <a:pathLst>
                <a:path w="1524000" h="76200">
                  <a:moveTo>
                    <a:pt x="533400" y="38112"/>
                  </a:moveTo>
                  <a:lnTo>
                    <a:pt x="512229" y="31762"/>
                  </a:lnTo>
                  <a:lnTo>
                    <a:pt x="406400" y="0"/>
                  </a:lnTo>
                  <a:lnTo>
                    <a:pt x="448729" y="31762"/>
                  </a:lnTo>
                  <a:lnTo>
                    <a:pt x="0" y="31762"/>
                  </a:lnTo>
                  <a:lnTo>
                    <a:pt x="0" y="44462"/>
                  </a:lnTo>
                  <a:lnTo>
                    <a:pt x="448729" y="44462"/>
                  </a:lnTo>
                  <a:lnTo>
                    <a:pt x="406400" y="76200"/>
                  </a:lnTo>
                  <a:lnTo>
                    <a:pt x="512229" y="44462"/>
                  </a:lnTo>
                  <a:lnTo>
                    <a:pt x="533400" y="38112"/>
                  </a:lnTo>
                  <a:close/>
                </a:path>
                <a:path w="1524000" h="76200">
                  <a:moveTo>
                    <a:pt x="1524000" y="38112"/>
                  </a:moveTo>
                  <a:lnTo>
                    <a:pt x="1502829" y="31762"/>
                  </a:lnTo>
                  <a:lnTo>
                    <a:pt x="1397000" y="0"/>
                  </a:lnTo>
                  <a:lnTo>
                    <a:pt x="1439329" y="31762"/>
                  </a:lnTo>
                  <a:lnTo>
                    <a:pt x="990600" y="31762"/>
                  </a:lnTo>
                  <a:lnTo>
                    <a:pt x="990600" y="44462"/>
                  </a:lnTo>
                  <a:lnTo>
                    <a:pt x="1439329" y="44462"/>
                  </a:lnTo>
                  <a:lnTo>
                    <a:pt x="1397000" y="76200"/>
                  </a:lnTo>
                  <a:lnTo>
                    <a:pt x="1502829" y="44462"/>
                  </a:lnTo>
                  <a:lnTo>
                    <a:pt x="1524000" y="381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4995672" y="505205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799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7" name="object 57"/>
          <p:cNvGrpSpPr/>
          <p:nvPr/>
        </p:nvGrpSpPr>
        <p:grpSpPr>
          <a:xfrm>
            <a:off x="2835910" y="5480050"/>
            <a:ext cx="490220" cy="340360"/>
            <a:chOff x="2835910" y="5480050"/>
            <a:chExt cx="490220" cy="340360"/>
          </a:xfrm>
        </p:grpSpPr>
        <p:sp>
          <p:nvSpPr>
            <p:cNvPr id="58" name="object 58"/>
            <p:cNvSpPr/>
            <p:nvPr/>
          </p:nvSpPr>
          <p:spPr>
            <a:xfrm>
              <a:off x="2842260" y="5486400"/>
              <a:ext cx="471170" cy="320040"/>
            </a:xfrm>
            <a:custGeom>
              <a:avLst/>
              <a:gdLst/>
              <a:ahLst/>
              <a:cxnLst/>
              <a:rect l="l" t="t" r="r" b="b"/>
              <a:pathLst>
                <a:path w="471170" h="320039">
                  <a:moveTo>
                    <a:pt x="470915" y="0"/>
                  </a:moveTo>
                  <a:lnTo>
                    <a:pt x="0" y="0"/>
                  </a:lnTo>
                  <a:lnTo>
                    <a:pt x="0" y="320040"/>
                  </a:lnTo>
                  <a:lnTo>
                    <a:pt x="470915" y="320040"/>
                  </a:lnTo>
                  <a:lnTo>
                    <a:pt x="470915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2842260" y="5486400"/>
              <a:ext cx="471170" cy="320040"/>
            </a:xfrm>
            <a:custGeom>
              <a:avLst/>
              <a:gdLst/>
              <a:ahLst/>
              <a:cxnLst/>
              <a:rect l="l" t="t" r="r" b="b"/>
              <a:pathLst>
                <a:path w="471170" h="320039">
                  <a:moveTo>
                    <a:pt x="0" y="320040"/>
                  </a:moveTo>
                  <a:lnTo>
                    <a:pt x="470915" y="320040"/>
                  </a:lnTo>
                  <a:lnTo>
                    <a:pt x="470915" y="0"/>
                  </a:lnTo>
                  <a:lnTo>
                    <a:pt x="0" y="0"/>
                  </a:lnTo>
                  <a:lnTo>
                    <a:pt x="0" y="32004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2862072" y="5509259"/>
              <a:ext cx="457200" cy="304800"/>
            </a:xfrm>
            <a:custGeom>
              <a:avLst/>
              <a:gdLst/>
              <a:ahLst/>
              <a:cxnLst/>
              <a:rect l="l" t="t" r="r" b="b"/>
              <a:pathLst>
                <a:path w="457200" h="304800">
                  <a:moveTo>
                    <a:pt x="0" y="0"/>
                  </a:moveTo>
                  <a:lnTo>
                    <a:pt x="457200" y="304799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1" name="object 61"/>
          <p:cNvGrpSpPr/>
          <p:nvPr/>
        </p:nvGrpSpPr>
        <p:grpSpPr>
          <a:xfrm>
            <a:off x="7407909" y="1974850"/>
            <a:ext cx="1779270" cy="334010"/>
            <a:chOff x="7407909" y="1974850"/>
            <a:chExt cx="1779270" cy="334010"/>
          </a:xfrm>
        </p:grpSpPr>
        <p:sp>
          <p:nvSpPr>
            <p:cNvPr id="62" name="object 62"/>
            <p:cNvSpPr/>
            <p:nvPr/>
          </p:nvSpPr>
          <p:spPr>
            <a:xfrm>
              <a:off x="7414259" y="1981200"/>
              <a:ext cx="471170" cy="320040"/>
            </a:xfrm>
            <a:custGeom>
              <a:avLst/>
              <a:gdLst/>
              <a:ahLst/>
              <a:cxnLst/>
              <a:rect l="l" t="t" r="r" b="b"/>
              <a:pathLst>
                <a:path w="471170" h="320039">
                  <a:moveTo>
                    <a:pt x="470916" y="0"/>
                  </a:moveTo>
                  <a:lnTo>
                    <a:pt x="0" y="0"/>
                  </a:lnTo>
                  <a:lnTo>
                    <a:pt x="0" y="320039"/>
                  </a:lnTo>
                  <a:lnTo>
                    <a:pt x="470916" y="320039"/>
                  </a:lnTo>
                  <a:lnTo>
                    <a:pt x="470916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7414259" y="1981200"/>
              <a:ext cx="1461770" cy="320040"/>
            </a:xfrm>
            <a:custGeom>
              <a:avLst/>
              <a:gdLst/>
              <a:ahLst/>
              <a:cxnLst/>
              <a:rect l="l" t="t" r="r" b="b"/>
              <a:pathLst>
                <a:path w="1461770" h="320039">
                  <a:moveTo>
                    <a:pt x="0" y="320039"/>
                  </a:moveTo>
                  <a:lnTo>
                    <a:pt x="470916" y="320039"/>
                  </a:lnTo>
                  <a:lnTo>
                    <a:pt x="470916" y="0"/>
                  </a:lnTo>
                  <a:lnTo>
                    <a:pt x="0" y="0"/>
                  </a:lnTo>
                  <a:lnTo>
                    <a:pt x="0" y="320039"/>
                  </a:lnTo>
                  <a:close/>
                </a:path>
                <a:path w="1461770" h="320039">
                  <a:moveTo>
                    <a:pt x="762000" y="320039"/>
                  </a:moveTo>
                  <a:lnTo>
                    <a:pt x="1461516" y="320039"/>
                  </a:lnTo>
                  <a:lnTo>
                    <a:pt x="1461516" y="0"/>
                  </a:lnTo>
                  <a:lnTo>
                    <a:pt x="762000" y="0"/>
                  </a:lnTo>
                  <a:lnTo>
                    <a:pt x="762000" y="320039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8577071" y="2004059"/>
              <a:ext cx="0" cy="304800"/>
            </a:xfrm>
            <a:custGeom>
              <a:avLst/>
              <a:gdLst/>
              <a:ahLst/>
              <a:cxnLst/>
              <a:rect l="l" t="t" r="r" b="b"/>
              <a:pathLst>
                <a:path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7662672" y="2118359"/>
              <a:ext cx="1524000" cy="76200"/>
            </a:xfrm>
            <a:custGeom>
              <a:avLst/>
              <a:gdLst/>
              <a:ahLst/>
              <a:cxnLst/>
              <a:rect l="l" t="t" r="r" b="b"/>
              <a:pathLst>
                <a:path w="1524000" h="76200">
                  <a:moveTo>
                    <a:pt x="533400" y="38100"/>
                  </a:moveTo>
                  <a:lnTo>
                    <a:pt x="512229" y="31750"/>
                  </a:lnTo>
                  <a:lnTo>
                    <a:pt x="406400" y="0"/>
                  </a:lnTo>
                  <a:lnTo>
                    <a:pt x="448729" y="31750"/>
                  </a:lnTo>
                  <a:lnTo>
                    <a:pt x="0" y="31750"/>
                  </a:lnTo>
                  <a:lnTo>
                    <a:pt x="0" y="44450"/>
                  </a:lnTo>
                  <a:lnTo>
                    <a:pt x="448729" y="44450"/>
                  </a:lnTo>
                  <a:lnTo>
                    <a:pt x="406400" y="76200"/>
                  </a:lnTo>
                  <a:lnTo>
                    <a:pt x="512229" y="44450"/>
                  </a:lnTo>
                  <a:lnTo>
                    <a:pt x="533400" y="38100"/>
                  </a:lnTo>
                  <a:close/>
                </a:path>
                <a:path w="1524000" h="76200">
                  <a:moveTo>
                    <a:pt x="1524000" y="38100"/>
                  </a:moveTo>
                  <a:lnTo>
                    <a:pt x="1502829" y="31750"/>
                  </a:lnTo>
                  <a:lnTo>
                    <a:pt x="1397000" y="0"/>
                  </a:lnTo>
                  <a:lnTo>
                    <a:pt x="1439329" y="31750"/>
                  </a:lnTo>
                  <a:lnTo>
                    <a:pt x="990600" y="31750"/>
                  </a:lnTo>
                  <a:lnTo>
                    <a:pt x="990600" y="44450"/>
                  </a:lnTo>
                  <a:lnTo>
                    <a:pt x="1439329" y="44450"/>
                  </a:lnTo>
                  <a:lnTo>
                    <a:pt x="1397000" y="76200"/>
                  </a:lnTo>
                  <a:lnTo>
                    <a:pt x="1502829" y="44450"/>
                  </a:lnTo>
                  <a:lnTo>
                    <a:pt x="1524000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6" name="object 66"/>
          <p:cNvGrpSpPr/>
          <p:nvPr/>
        </p:nvGrpSpPr>
        <p:grpSpPr>
          <a:xfrm>
            <a:off x="9236709" y="1974850"/>
            <a:ext cx="718820" cy="340360"/>
            <a:chOff x="9236709" y="1974850"/>
            <a:chExt cx="718820" cy="340360"/>
          </a:xfrm>
        </p:grpSpPr>
        <p:sp>
          <p:nvSpPr>
            <p:cNvPr id="67" name="object 67"/>
            <p:cNvSpPr/>
            <p:nvPr/>
          </p:nvSpPr>
          <p:spPr>
            <a:xfrm>
              <a:off x="9243059" y="1981200"/>
              <a:ext cx="699770" cy="320040"/>
            </a:xfrm>
            <a:custGeom>
              <a:avLst/>
              <a:gdLst/>
              <a:ahLst/>
              <a:cxnLst/>
              <a:rect l="l" t="t" r="r" b="b"/>
              <a:pathLst>
                <a:path w="699770" h="320039">
                  <a:moveTo>
                    <a:pt x="0" y="320039"/>
                  </a:moveTo>
                  <a:lnTo>
                    <a:pt x="699516" y="320039"/>
                  </a:lnTo>
                  <a:lnTo>
                    <a:pt x="699516" y="0"/>
                  </a:lnTo>
                  <a:lnTo>
                    <a:pt x="0" y="0"/>
                  </a:lnTo>
                  <a:lnTo>
                    <a:pt x="0" y="320039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9643871" y="200405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0" y="304800"/>
                  </a:lnTo>
                </a:path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9" name="object 69"/>
          <p:cNvGrpSpPr/>
          <p:nvPr/>
        </p:nvGrpSpPr>
        <p:grpSpPr>
          <a:xfrm>
            <a:off x="7407909" y="2432050"/>
            <a:ext cx="1779270" cy="334010"/>
            <a:chOff x="7407909" y="2432050"/>
            <a:chExt cx="1779270" cy="334010"/>
          </a:xfrm>
        </p:grpSpPr>
        <p:sp>
          <p:nvSpPr>
            <p:cNvPr id="70" name="object 70"/>
            <p:cNvSpPr/>
            <p:nvPr/>
          </p:nvSpPr>
          <p:spPr>
            <a:xfrm>
              <a:off x="7414259" y="2438400"/>
              <a:ext cx="471170" cy="320040"/>
            </a:xfrm>
            <a:custGeom>
              <a:avLst/>
              <a:gdLst/>
              <a:ahLst/>
              <a:cxnLst/>
              <a:rect l="l" t="t" r="r" b="b"/>
              <a:pathLst>
                <a:path w="471170" h="320039">
                  <a:moveTo>
                    <a:pt x="470916" y="0"/>
                  </a:moveTo>
                  <a:lnTo>
                    <a:pt x="0" y="0"/>
                  </a:lnTo>
                  <a:lnTo>
                    <a:pt x="0" y="320039"/>
                  </a:lnTo>
                  <a:lnTo>
                    <a:pt x="470916" y="320039"/>
                  </a:lnTo>
                  <a:lnTo>
                    <a:pt x="470916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7414259" y="2438400"/>
              <a:ext cx="1461770" cy="320040"/>
            </a:xfrm>
            <a:custGeom>
              <a:avLst/>
              <a:gdLst/>
              <a:ahLst/>
              <a:cxnLst/>
              <a:rect l="l" t="t" r="r" b="b"/>
              <a:pathLst>
                <a:path w="1461770" h="320039">
                  <a:moveTo>
                    <a:pt x="0" y="320039"/>
                  </a:moveTo>
                  <a:lnTo>
                    <a:pt x="470916" y="320039"/>
                  </a:lnTo>
                  <a:lnTo>
                    <a:pt x="470916" y="0"/>
                  </a:lnTo>
                  <a:lnTo>
                    <a:pt x="0" y="0"/>
                  </a:lnTo>
                  <a:lnTo>
                    <a:pt x="0" y="320039"/>
                  </a:lnTo>
                  <a:close/>
                </a:path>
                <a:path w="1461770" h="320039">
                  <a:moveTo>
                    <a:pt x="762000" y="320039"/>
                  </a:moveTo>
                  <a:lnTo>
                    <a:pt x="1461516" y="320039"/>
                  </a:lnTo>
                  <a:lnTo>
                    <a:pt x="1461516" y="0"/>
                  </a:lnTo>
                  <a:lnTo>
                    <a:pt x="762000" y="0"/>
                  </a:lnTo>
                  <a:lnTo>
                    <a:pt x="762000" y="320039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8577071" y="2461259"/>
              <a:ext cx="0" cy="304800"/>
            </a:xfrm>
            <a:custGeom>
              <a:avLst/>
              <a:gdLst/>
              <a:ahLst/>
              <a:cxnLst/>
              <a:rect l="l" t="t" r="r" b="b"/>
              <a:pathLst>
                <a:path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7662672" y="2575559"/>
              <a:ext cx="1524000" cy="76200"/>
            </a:xfrm>
            <a:custGeom>
              <a:avLst/>
              <a:gdLst/>
              <a:ahLst/>
              <a:cxnLst/>
              <a:rect l="l" t="t" r="r" b="b"/>
              <a:pathLst>
                <a:path w="1524000" h="76200">
                  <a:moveTo>
                    <a:pt x="533400" y="38100"/>
                  </a:moveTo>
                  <a:lnTo>
                    <a:pt x="512229" y="31750"/>
                  </a:lnTo>
                  <a:lnTo>
                    <a:pt x="406400" y="0"/>
                  </a:lnTo>
                  <a:lnTo>
                    <a:pt x="448729" y="31750"/>
                  </a:lnTo>
                  <a:lnTo>
                    <a:pt x="0" y="31750"/>
                  </a:lnTo>
                  <a:lnTo>
                    <a:pt x="0" y="44450"/>
                  </a:lnTo>
                  <a:lnTo>
                    <a:pt x="448729" y="44450"/>
                  </a:lnTo>
                  <a:lnTo>
                    <a:pt x="406400" y="76200"/>
                  </a:lnTo>
                  <a:lnTo>
                    <a:pt x="512229" y="44450"/>
                  </a:lnTo>
                  <a:lnTo>
                    <a:pt x="533400" y="38100"/>
                  </a:lnTo>
                  <a:close/>
                </a:path>
                <a:path w="1524000" h="76200">
                  <a:moveTo>
                    <a:pt x="1524000" y="38100"/>
                  </a:moveTo>
                  <a:lnTo>
                    <a:pt x="1502829" y="31750"/>
                  </a:lnTo>
                  <a:lnTo>
                    <a:pt x="1397000" y="0"/>
                  </a:lnTo>
                  <a:lnTo>
                    <a:pt x="1439329" y="31750"/>
                  </a:lnTo>
                  <a:lnTo>
                    <a:pt x="990600" y="31750"/>
                  </a:lnTo>
                  <a:lnTo>
                    <a:pt x="990600" y="44450"/>
                  </a:lnTo>
                  <a:lnTo>
                    <a:pt x="1439329" y="44450"/>
                  </a:lnTo>
                  <a:lnTo>
                    <a:pt x="1397000" y="76200"/>
                  </a:lnTo>
                  <a:lnTo>
                    <a:pt x="1502829" y="44450"/>
                  </a:lnTo>
                  <a:lnTo>
                    <a:pt x="1524000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4" name="object 74"/>
          <p:cNvGrpSpPr/>
          <p:nvPr/>
        </p:nvGrpSpPr>
        <p:grpSpPr>
          <a:xfrm>
            <a:off x="9236709" y="2432050"/>
            <a:ext cx="718820" cy="340360"/>
            <a:chOff x="9236709" y="2432050"/>
            <a:chExt cx="718820" cy="340360"/>
          </a:xfrm>
        </p:grpSpPr>
        <p:sp>
          <p:nvSpPr>
            <p:cNvPr id="75" name="object 75"/>
            <p:cNvSpPr/>
            <p:nvPr/>
          </p:nvSpPr>
          <p:spPr>
            <a:xfrm>
              <a:off x="9243059" y="2438400"/>
              <a:ext cx="699770" cy="320040"/>
            </a:xfrm>
            <a:custGeom>
              <a:avLst/>
              <a:gdLst/>
              <a:ahLst/>
              <a:cxnLst/>
              <a:rect l="l" t="t" r="r" b="b"/>
              <a:pathLst>
                <a:path w="699770" h="320039">
                  <a:moveTo>
                    <a:pt x="0" y="320039"/>
                  </a:moveTo>
                  <a:lnTo>
                    <a:pt x="699516" y="320039"/>
                  </a:lnTo>
                  <a:lnTo>
                    <a:pt x="699516" y="0"/>
                  </a:lnTo>
                  <a:lnTo>
                    <a:pt x="0" y="0"/>
                  </a:lnTo>
                  <a:lnTo>
                    <a:pt x="0" y="320039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9643871" y="246125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0" y="304800"/>
                  </a:lnTo>
                </a:path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7" name="object 77"/>
          <p:cNvGrpSpPr/>
          <p:nvPr/>
        </p:nvGrpSpPr>
        <p:grpSpPr>
          <a:xfrm>
            <a:off x="7407909" y="2889250"/>
            <a:ext cx="1779270" cy="334010"/>
            <a:chOff x="7407909" y="2889250"/>
            <a:chExt cx="1779270" cy="334010"/>
          </a:xfrm>
        </p:grpSpPr>
        <p:sp>
          <p:nvSpPr>
            <p:cNvPr id="78" name="object 78"/>
            <p:cNvSpPr/>
            <p:nvPr/>
          </p:nvSpPr>
          <p:spPr>
            <a:xfrm>
              <a:off x="7414259" y="2895600"/>
              <a:ext cx="471170" cy="320040"/>
            </a:xfrm>
            <a:custGeom>
              <a:avLst/>
              <a:gdLst/>
              <a:ahLst/>
              <a:cxnLst/>
              <a:rect l="l" t="t" r="r" b="b"/>
              <a:pathLst>
                <a:path w="471170" h="320039">
                  <a:moveTo>
                    <a:pt x="470916" y="0"/>
                  </a:moveTo>
                  <a:lnTo>
                    <a:pt x="0" y="0"/>
                  </a:lnTo>
                  <a:lnTo>
                    <a:pt x="0" y="320039"/>
                  </a:lnTo>
                  <a:lnTo>
                    <a:pt x="470916" y="320039"/>
                  </a:lnTo>
                  <a:lnTo>
                    <a:pt x="470916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7414259" y="2895600"/>
              <a:ext cx="1461770" cy="320040"/>
            </a:xfrm>
            <a:custGeom>
              <a:avLst/>
              <a:gdLst/>
              <a:ahLst/>
              <a:cxnLst/>
              <a:rect l="l" t="t" r="r" b="b"/>
              <a:pathLst>
                <a:path w="1461770" h="320039">
                  <a:moveTo>
                    <a:pt x="0" y="320039"/>
                  </a:moveTo>
                  <a:lnTo>
                    <a:pt x="470916" y="320039"/>
                  </a:lnTo>
                  <a:lnTo>
                    <a:pt x="470916" y="0"/>
                  </a:lnTo>
                  <a:lnTo>
                    <a:pt x="0" y="0"/>
                  </a:lnTo>
                  <a:lnTo>
                    <a:pt x="0" y="320039"/>
                  </a:lnTo>
                  <a:close/>
                </a:path>
                <a:path w="1461770" h="320039">
                  <a:moveTo>
                    <a:pt x="762000" y="320039"/>
                  </a:moveTo>
                  <a:lnTo>
                    <a:pt x="1461516" y="320039"/>
                  </a:lnTo>
                  <a:lnTo>
                    <a:pt x="1461516" y="0"/>
                  </a:lnTo>
                  <a:lnTo>
                    <a:pt x="762000" y="0"/>
                  </a:lnTo>
                  <a:lnTo>
                    <a:pt x="762000" y="320039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8577071" y="2918459"/>
              <a:ext cx="0" cy="304800"/>
            </a:xfrm>
            <a:custGeom>
              <a:avLst/>
              <a:gdLst/>
              <a:ahLst/>
              <a:cxnLst/>
              <a:rect l="l" t="t" r="r" b="b"/>
              <a:pathLst>
                <a:path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7662672" y="3032759"/>
              <a:ext cx="1524000" cy="76200"/>
            </a:xfrm>
            <a:custGeom>
              <a:avLst/>
              <a:gdLst/>
              <a:ahLst/>
              <a:cxnLst/>
              <a:rect l="l" t="t" r="r" b="b"/>
              <a:pathLst>
                <a:path w="1524000" h="76200">
                  <a:moveTo>
                    <a:pt x="533400" y="38100"/>
                  </a:moveTo>
                  <a:lnTo>
                    <a:pt x="512229" y="31750"/>
                  </a:lnTo>
                  <a:lnTo>
                    <a:pt x="406400" y="0"/>
                  </a:lnTo>
                  <a:lnTo>
                    <a:pt x="448729" y="31750"/>
                  </a:lnTo>
                  <a:lnTo>
                    <a:pt x="0" y="31750"/>
                  </a:lnTo>
                  <a:lnTo>
                    <a:pt x="0" y="44450"/>
                  </a:lnTo>
                  <a:lnTo>
                    <a:pt x="448729" y="44450"/>
                  </a:lnTo>
                  <a:lnTo>
                    <a:pt x="406400" y="76200"/>
                  </a:lnTo>
                  <a:lnTo>
                    <a:pt x="512229" y="44450"/>
                  </a:lnTo>
                  <a:lnTo>
                    <a:pt x="533400" y="38100"/>
                  </a:lnTo>
                  <a:close/>
                </a:path>
                <a:path w="1524000" h="76200">
                  <a:moveTo>
                    <a:pt x="1524000" y="38100"/>
                  </a:moveTo>
                  <a:lnTo>
                    <a:pt x="1502829" y="31750"/>
                  </a:lnTo>
                  <a:lnTo>
                    <a:pt x="1397000" y="0"/>
                  </a:lnTo>
                  <a:lnTo>
                    <a:pt x="1439329" y="31750"/>
                  </a:lnTo>
                  <a:lnTo>
                    <a:pt x="990600" y="31750"/>
                  </a:lnTo>
                  <a:lnTo>
                    <a:pt x="990600" y="44450"/>
                  </a:lnTo>
                  <a:lnTo>
                    <a:pt x="1439329" y="44450"/>
                  </a:lnTo>
                  <a:lnTo>
                    <a:pt x="1397000" y="76200"/>
                  </a:lnTo>
                  <a:lnTo>
                    <a:pt x="1502829" y="44450"/>
                  </a:lnTo>
                  <a:lnTo>
                    <a:pt x="1524000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2" name="object 82"/>
          <p:cNvGrpSpPr/>
          <p:nvPr/>
        </p:nvGrpSpPr>
        <p:grpSpPr>
          <a:xfrm>
            <a:off x="9236709" y="2889250"/>
            <a:ext cx="718820" cy="340360"/>
            <a:chOff x="9236709" y="2889250"/>
            <a:chExt cx="718820" cy="340360"/>
          </a:xfrm>
        </p:grpSpPr>
        <p:sp>
          <p:nvSpPr>
            <p:cNvPr id="83" name="object 83"/>
            <p:cNvSpPr/>
            <p:nvPr/>
          </p:nvSpPr>
          <p:spPr>
            <a:xfrm>
              <a:off x="9243059" y="2895600"/>
              <a:ext cx="699770" cy="320040"/>
            </a:xfrm>
            <a:custGeom>
              <a:avLst/>
              <a:gdLst/>
              <a:ahLst/>
              <a:cxnLst/>
              <a:rect l="l" t="t" r="r" b="b"/>
              <a:pathLst>
                <a:path w="699770" h="320039">
                  <a:moveTo>
                    <a:pt x="0" y="320039"/>
                  </a:moveTo>
                  <a:lnTo>
                    <a:pt x="699516" y="320039"/>
                  </a:lnTo>
                  <a:lnTo>
                    <a:pt x="699516" y="0"/>
                  </a:lnTo>
                  <a:lnTo>
                    <a:pt x="0" y="0"/>
                  </a:lnTo>
                  <a:lnTo>
                    <a:pt x="0" y="320039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9643871" y="291845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0" y="304800"/>
                  </a:lnTo>
                </a:path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5" name="object 85"/>
          <p:cNvGrpSpPr/>
          <p:nvPr/>
        </p:nvGrpSpPr>
        <p:grpSpPr>
          <a:xfrm>
            <a:off x="7407909" y="3346450"/>
            <a:ext cx="1779270" cy="334010"/>
            <a:chOff x="7407909" y="3346450"/>
            <a:chExt cx="1779270" cy="334010"/>
          </a:xfrm>
        </p:grpSpPr>
        <p:sp>
          <p:nvSpPr>
            <p:cNvPr id="86" name="object 86"/>
            <p:cNvSpPr/>
            <p:nvPr/>
          </p:nvSpPr>
          <p:spPr>
            <a:xfrm>
              <a:off x="7414259" y="3352800"/>
              <a:ext cx="471170" cy="320040"/>
            </a:xfrm>
            <a:custGeom>
              <a:avLst/>
              <a:gdLst/>
              <a:ahLst/>
              <a:cxnLst/>
              <a:rect l="l" t="t" r="r" b="b"/>
              <a:pathLst>
                <a:path w="471170" h="320039">
                  <a:moveTo>
                    <a:pt x="470916" y="0"/>
                  </a:moveTo>
                  <a:lnTo>
                    <a:pt x="0" y="0"/>
                  </a:lnTo>
                  <a:lnTo>
                    <a:pt x="0" y="320039"/>
                  </a:lnTo>
                  <a:lnTo>
                    <a:pt x="470916" y="320039"/>
                  </a:lnTo>
                  <a:lnTo>
                    <a:pt x="470916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7414259" y="3352800"/>
              <a:ext cx="1461770" cy="320040"/>
            </a:xfrm>
            <a:custGeom>
              <a:avLst/>
              <a:gdLst/>
              <a:ahLst/>
              <a:cxnLst/>
              <a:rect l="l" t="t" r="r" b="b"/>
              <a:pathLst>
                <a:path w="1461770" h="320039">
                  <a:moveTo>
                    <a:pt x="0" y="320039"/>
                  </a:moveTo>
                  <a:lnTo>
                    <a:pt x="470916" y="320039"/>
                  </a:lnTo>
                  <a:lnTo>
                    <a:pt x="470916" y="0"/>
                  </a:lnTo>
                  <a:lnTo>
                    <a:pt x="0" y="0"/>
                  </a:lnTo>
                  <a:lnTo>
                    <a:pt x="0" y="320039"/>
                  </a:lnTo>
                  <a:close/>
                </a:path>
                <a:path w="1461770" h="320039">
                  <a:moveTo>
                    <a:pt x="762000" y="320039"/>
                  </a:moveTo>
                  <a:lnTo>
                    <a:pt x="1461516" y="320039"/>
                  </a:lnTo>
                  <a:lnTo>
                    <a:pt x="1461516" y="0"/>
                  </a:lnTo>
                  <a:lnTo>
                    <a:pt x="762000" y="0"/>
                  </a:lnTo>
                  <a:lnTo>
                    <a:pt x="762000" y="320039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8577071" y="3375659"/>
              <a:ext cx="0" cy="304800"/>
            </a:xfrm>
            <a:custGeom>
              <a:avLst/>
              <a:gdLst/>
              <a:ahLst/>
              <a:cxnLst/>
              <a:rect l="l" t="t" r="r" b="b"/>
              <a:pathLst>
                <a:path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7662672" y="3489959"/>
              <a:ext cx="1524000" cy="76200"/>
            </a:xfrm>
            <a:custGeom>
              <a:avLst/>
              <a:gdLst/>
              <a:ahLst/>
              <a:cxnLst/>
              <a:rect l="l" t="t" r="r" b="b"/>
              <a:pathLst>
                <a:path w="1524000" h="76200">
                  <a:moveTo>
                    <a:pt x="533400" y="38100"/>
                  </a:moveTo>
                  <a:lnTo>
                    <a:pt x="512229" y="31750"/>
                  </a:lnTo>
                  <a:lnTo>
                    <a:pt x="406400" y="0"/>
                  </a:lnTo>
                  <a:lnTo>
                    <a:pt x="448729" y="31750"/>
                  </a:lnTo>
                  <a:lnTo>
                    <a:pt x="0" y="31750"/>
                  </a:lnTo>
                  <a:lnTo>
                    <a:pt x="0" y="44450"/>
                  </a:lnTo>
                  <a:lnTo>
                    <a:pt x="448729" y="44450"/>
                  </a:lnTo>
                  <a:lnTo>
                    <a:pt x="406400" y="76200"/>
                  </a:lnTo>
                  <a:lnTo>
                    <a:pt x="512229" y="44450"/>
                  </a:lnTo>
                  <a:lnTo>
                    <a:pt x="533400" y="38100"/>
                  </a:lnTo>
                  <a:close/>
                </a:path>
                <a:path w="1524000" h="76200">
                  <a:moveTo>
                    <a:pt x="1524000" y="38100"/>
                  </a:moveTo>
                  <a:lnTo>
                    <a:pt x="1502829" y="31750"/>
                  </a:lnTo>
                  <a:lnTo>
                    <a:pt x="1397000" y="0"/>
                  </a:lnTo>
                  <a:lnTo>
                    <a:pt x="1439329" y="31750"/>
                  </a:lnTo>
                  <a:lnTo>
                    <a:pt x="990600" y="31750"/>
                  </a:lnTo>
                  <a:lnTo>
                    <a:pt x="990600" y="44450"/>
                  </a:lnTo>
                  <a:lnTo>
                    <a:pt x="1439329" y="44450"/>
                  </a:lnTo>
                  <a:lnTo>
                    <a:pt x="1397000" y="76200"/>
                  </a:lnTo>
                  <a:lnTo>
                    <a:pt x="1502829" y="44450"/>
                  </a:lnTo>
                  <a:lnTo>
                    <a:pt x="1524000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0" name="object 90"/>
          <p:cNvGrpSpPr/>
          <p:nvPr/>
        </p:nvGrpSpPr>
        <p:grpSpPr>
          <a:xfrm>
            <a:off x="9236709" y="3346450"/>
            <a:ext cx="718820" cy="340360"/>
            <a:chOff x="9236709" y="3346450"/>
            <a:chExt cx="718820" cy="340360"/>
          </a:xfrm>
        </p:grpSpPr>
        <p:sp>
          <p:nvSpPr>
            <p:cNvPr id="91" name="object 91"/>
            <p:cNvSpPr/>
            <p:nvPr/>
          </p:nvSpPr>
          <p:spPr>
            <a:xfrm>
              <a:off x="9243059" y="3352800"/>
              <a:ext cx="699770" cy="320040"/>
            </a:xfrm>
            <a:custGeom>
              <a:avLst/>
              <a:gdLst/>
              <a:ahLst/>
              <a:cxnLst/>
              <a:rect l="l" t="t" r="r" b="b"/>
              <a:pathLst>
                <a:path w="699770" h="320039">
                  <a:moveTo>
                    <a:pt x="0" y="320039"/>
                  </a:moveTo>
                  <a:lnTo>
                    <a:pt x="699516" y="320039"/>
                  </a:lnTo>
                  <a:lnTo>
                    <a:pt x="699516" y="0"/>
                  </a:lnTo>
                  <a:lnTo>
                    <a:pt x="0" y="0"/>
                  </a:lnTo>
                  <a:lnTo>
                    <a:pt x="0" y="320039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9643871" y="337565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0" y="304800"/>
                  </a:lnTo>
                </a:path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3" name="object 93"/>
          <p:cNvGrpSpPr/>
          <p:nvPr/>
        </p:nvGrpSpPr>
        <p:grpSpPr>
          <a:xfrm>
            <a:off x="7407909" y="3803650"/>
            <a:ext cx="1480820" cy="340360"/>
            <a:chOff x="7407909" y="3803650"/>
            <a:chExt cx="1480820" cy="340360"/>
          </a:xfrm>
        </p:grpSpPr>
        <p:sp>
          <p:nvSpPr>
            <p:cNvPr id="94" name="object 94"/>
            <p:cNvSpPr/>
            <p:nvPr/>
          </p:nvSpPr>
          <p:spPr>
            <a:xfrm>
              <a:off x="7414259" y="3810000"/>
              <a:ext cx="471170" cy="320040"/>
            </a:xfrm>
            <a:custGeom>
              <a:avLst/>
              <a:gdLst/>
              <a:ahLst/>
              <a:cxnLst/>
              <a:rect l="l" t="t" r="r" b="b"/>
              <a:pathLst>
                <a:path w="471170" h="320039">
                  <a:moveTo>
                    <a:pt x="470916" y="0"/>
                  </a:moveTo>
                  <a:lnTo>
                    <a:pt x="0" y="0"/>
                  </a:lnTo>
                  <a:lnTo>
                    <a:pt x="0" y="320039"/>
                  </a:lnTo>
                  <a:lnTo>
                    <a:pt x="470916" y="320039"/>
                  </a:lnTo>
                  <a:lnTo>
                    <a:pt x="470916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7414259" y="3810000"/>
              <a:ext cx="1461770" cy="320040"/>
            </a:xfrm>
            <a:custGeom>
              <a:avLst/>
              <a:gdLst/>
              <a:ahLst/>
              <a:cxnLst/>
              <a:rect l="l" t="t" r="r" b="b"/>
              <a:pathLst>
                <a:path w="1461770" h="320039">
                  <a:moveTo>
                    <a:pt x="0" y="320039"/>
                  </a:moveTo>
                  <a:lnTo>
                    <a:pt x="470916" y="320039"/>
                  </a:lnTo>
                  <a:lnTo>
                    <a:pt x="470916" y="0"/>
                  </a:lnTo>
                  <a:lnTo>
                    <a:pt x="0" y="0"/>
                  </a:lnTo>
                  <a:lnTo>
                    <a:pt x="0" y="320039"/>
                  </a:lnTo>
                  <a:close/>
                </a:path>
                <a:path w="1461770" h="320039">
                  <a:moveTo>
                    <a:pt x="762000" y="320039"/>
                  </a:moveTo>
                  <a:lnTo>
                    <a:pt x="1461516" y="320039"/>
                  </a:lnTo>
                  <a:lnTo>
                    <a:pt x="1461516" y="0"/>
                  </a:lnTo>
                  <a:lnTo>
                    <a:pt x="762000" y="0"/>
                  </a:lnTo>
                  <a:lnTo>
                    <a:pt x="762000" y="320039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8577071" y="3832859"/>
              <a:ext cx="0" cy="304800"/>
            </a:xfrm>
            <a:custGeom>
              <a:avLst/>
              <a:gdLst/>
              <a:ahLst/>
              <a:cxnLst/>
              <a:rect l="l" t="t" r="r" b="b"/>
              <a:pathLst>
                <a:path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7662671" y="3947160"/>
              <a:ext cx="533400" cy="76200"/>
            </a:xfrm>
            <a:custGeom>
              <a:avLst/>
              <a:gdLst/>
              <a:ahLst/>
              <a:cxnLst/>
              <a:rect l="l" t="t" r="r" b="b"/>
              <a:pathLst>
                <a:path w="533400" h="76200">
                  <a:moveTo>
                    <a:pt x="457200" y="38100"/>
                  </a:moveTo>
                  <a:lnTo>
                    <a:pt x="406400" y="76200"/>
                  </a:lnTo>
                  <a:lnTo>
                    <a:pt x="512233" y="44450"/>
                  </a:lnTo>
                  <a:lnTo>
                    <a:pt x="457200" y="44450"/>
                  </a:lnTo>
                  <a:lnTo>
                    <a:pt x="457200" y="38100"/>
                  </a:lnTo>
                  <a:close/>
                </a:path>
                <a:path w="533400" h="76200">
                  <a:moveTo>
                    <a:pt x="448733" y="31750"/>
                  </a:moveTo>
                  <a:lnTo>
                    <a:pt x="0" y="31750"/>
                  </a:lnTo>
                  <a:lnTo>
                    <a:pt x="0" y="44450"/>
                  </a:lnTo>
                  <a:lnTo>
                    <a:pt x="448733" y="44450"/>
                  </a:lnTo>
                  <a:lnTo>
                    <a:pt x="457200" y="38100"/>
                  </a:lnTo>
                  <a:lnTo>
                    <a:pt x="448733" y="31750"/>
                  </a:lnTo>
                  <a:close/>
                </a:path>
                <a:path w="533400" h="76200">
                  <a:moveTo>
                    <a:pt x="512233" y="31750"/>
                  </a:moveTo>
                  <a:lnTo>
                    <a:pt x="457200" y="31750"/>
                  </a:lnTo>
                  <a:lnTo>
                    <a:pt x="457200" y="44450"/>
                  </a:lnTo>
                  <a:lnTo>
                    <a:pt x="512233" y="44450"/>
                  </a:lnTo>
                  <a:lnTo>
                    <a:pt x="533400" y="38100"/>
                  </a:lnTo>
                  <a:lnTo>
                    <a:pt x="512233" y="31750"/>
                  </a:lnTo>
                  <a:close/>
                </a:path>
                <a:path w="533400" h="76200">
                  <a:moveTo>
                    <a:pt x="406400" y="0"/>
                  </a:moveTo>
                  <a:lnTo>
                    <a:pt x="457200" y="38100"/>
                  </a:lnTo>
                  <a:lnTo>
                    <a:pt x="457200" y="31750"/>
                  </a:lnTo>
                  <a:lnTo>
                    <a:pt x="512233" y="3175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8577071" y="383285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9" name="object 99"/>
          <p:cNvGrpSpPr/>
          <p:nvPr/>
        </p:nvGrpSpPr>
        <p:grpSpPr>
          <a:xfrm>
            <a:off x="7407909" y="4260850"/>
            <a:ext cx="1779270" cy="334010"/>
            <a:chOff x="7407909" y="4260850"/>
            <a:chExt cx="1779270" cy="334010"/>
          </a:xfrm>
        </p:grpSpPr>
        <p:sp>
          <p:nvSpPr>
            <p:cNvPr id="100" name="object 100"/>
            <p:cNvSpPr/>
            <p:nvPr/>
          </p:nvSpPr>
          <p:spPr>
            <a:xfrm>
              <a:off x="7414259" y="4267200"/>
              <a:ext cx="471170" cy="320040"/>
            </a:xfrm>
            <a:custGeom>
              <a:avLst/>
              <a:gdLst/>
              <a:ahLst/>
              <a:cxnLst/>
              <a:rect l="l" t="t" r="r" b="b"/>
              <a:pathLst>
                <a:path w="471170" h="320039">
                  <a:moveTo>
                    <a:pt x="470916" y="0"/>
                  </a:moveTo>
                  <a:lnTo>
                    <a:pt x="0" y="0"/>
                  </a:lnTo>
                  <a:lnTo>
                    <a:pt x="0" y="320039"/>
                  </a:lnTo>
                  <a:lnTo>
                    <a:pt x="470916" y="320039"/>
                  </a:lnTo>
                  <a:lnTo>
                    <a:pt x="470916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7414259" y="4267200"/>
              <a:ext cx="1461770" cy="320040"/>
            </a:xfrm>
            <a:custGeom>
              <a:avLst/>
              <a:gdLst/>
              <a:ahLst/>
              <a:cxnLst/>
              <a:rect l="l" t="t" r="r" b="b"/>
              <a:pathLst>
                <a:path w="1461770" h="320039">
                  <a:moveTo>
                    <a:pt x="0" y="320039"/>
                  </a:moveTo>
                  <a:lnTo>
                    <a:pt x="470916" y="320039"/>
                  </a:lnTo>
                  <a:lnTo>
                    <a:pt x="470916" y="0"/>
                  </a:lnTo>
                  <a:lnTo>
                    <a:pt x="0" y="0"/>
                  </a:lnTo>
                  <a:lnTo>
                    <a:pt x="0" y="320039"/>
                  </a:lnTo>
                  <a:close/>
                </a:path>
                <a:path w="1461770" h="320039">
                  <a:moveTo>
                    <a:pt x="762000" y="320039"/>
                  </a:moveTo>
                  <a:lnTo>
                    <a:pt x="1461516" y="320039"/>
                  </a:lnTo>
                  <a:lnTo>
                    <a:pt x="1461516" y="0"/>
                  </a:lnTo>
                  <a:lnTo>
                    <a:pt x="762000" y="0"/>
                  </a:lnTo>
                  <a:lnTo>
                    <a:pt x="762000" y="320039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8577071" y="4290059"/>
              <a:ext cx="0" cy="304800"/>
            </a:xfrm>
            <a:custGeom>
              <a:avLst/>
              <a:gdLst/>
              <a:ahLst/>
              <a:cxnLst/>
              <a:rect l="l" t="t" r="r" b="b"/>
              <a:pathLst>
                <a:path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7662672" y="4404359"/>
              <a:ext cx="1524000" cy="76200"/>
            </a:xfrm>
            <a:custGeom>
              <a:avLst/>
              <a:gdLst/>
              <a:ahLst/>
              <a:cxnLst/>
              <a:rect l="l" t="t" r="r" b="b"/>
              <a:pathLst>
                <a:path w="1524000" h="76200">
                  <a:moveTo>
                    <a:pt x="533400" y="38100"/>
                  </a:moveTo>
                  <a:lnTo>
                    <a:pt x="512229" y="31750"/>
                  </a:lnTo>
                  <a:lnTo>
                    <a:pt x="406400" y="0"/>
                  </a:lnTo>
                  <a:lnTo>
                    <a:pt x="448729" y="31750"/>
                  </a:lnTo>
                  <a:lnTo>
                    <a:pt x="0" y="31750"/>
                  </a:lnTo>
                  <a:lnTo>
                    <a:pt x="0" y="44450"/>
                  </a:lnTo>
                  <a:lnTo>
                    <a:pt x="448729" y="44450"/>
                  </a:lnTo>
                  <a:lnTo>
                    <a:pt x="406400" y="76200"/>
                  </a:lnTo>
                  <a:lnTo>
                    <a:pt x="512229" y="44450"/>
                  </a:lnTo>
                  <a:lnTo>
                    <a:pt x="533400" y="38100"/>
                  </a:lnTo>
                  <a:close/>
                </a:path>
                <a:path w="1524000" h="76200">
                  <a:moveTo>
                    <a:pt x="1524000" y="38100"/>
                  </a:moveTo>
                  <a:lnTo>
                    <a:pt x="1502829" y="31750"/>
                  </a:lnTo>
                  <a:lnTo>
                    <a:pt x="1397000" y="0"/>
                  </a:lnTo>
                  <a:lnTo>
                    <a:pt x="1439329" y="31750"/>
                  </a:lnTo>
                  <a:lnTo>
                    <a:pt x="990600" y="31750"/>
                  </a:lnTo>
                  <a:lnTo>
                    <a:pt x="990600" y="44450"/>
                  </a:lnTo>
                  <a:lnTo>
                    <a:pt x="1439329" y="44450"/>
                  </a:lnTo>
                  <a:lnTo>
                    <a:pt x="1397000" y="76200"/>
                  </a:lnTo>
                  <a:lnTo>
                    <a:pt x="1502829" y="44450"/>
                  </a:lnTo>
                  <a:lnTo>
                    <a:pt x="1524000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4" name="object 104"/>
          <p:cNvGrpSpPr/>
          <p:nvPr/>
        </p:nvGrpSpPr>
        <p:grpSpPr>
          <a:xfrm>
            <a:off x="9236709" y="4260850"/>
            <a:ext cx="718820" cy="340360"/>
            <a:chOff x="9236709" y="4260850"/>
            <a:chExt cx="718820" cy="340360"/>
          </a:xfrm>
        </p:grpSpPr>
        <p:sp>
          <p:nvSpPr>
            <p:cNvPr id="105" name="object 105"/>
            <p:cNvSpPr/>
            <p:nvPr/>
          </p:nvSpPr>
          <p:spPr>
            <a:xfrm>
              <a:off x="9243059" y="4267200"/>
              <a:ext cx="699770" cy="320040"/>
            </a:xfrm>
            <a:custGeom>
              <a:avLst/>
              <a:gdLst/>
              <a:ahLst/>
              <a:cxnLst/>
              <a:rect l="l" t="t" r="r" b="b"/>
              <a:pathLst>
                <a:path w="699770" h="320039">
                  <a:moveTo>
                    <a:pt x="0" y="320039"/>
                  </a:moveTo>
                  <a:lnTo>
                    <a:pt x="699516" y="320039"/>
                  </a:lnTo>
                  <a:lnTo>
                    <a:pt x="699516" y="0"/>
                  </a:lnTo>
                  <a:lnTo>
                    <a:pt x="0" y="0"/>
                  </a:lnTo>
                  <a:lnTo>
                    <a:pt x="0" y="320039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9643871" y="429005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0" y="304800"/>
                  </a:lnTo>
                </a:path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7" name="object 107"/>
          <p:cNvGrpSpPr/>
          <p:nvPr/>
        </p:nvGrpSpPr>
        <p:grpSpPr>
          <a:xfrm>
            <a:off x="7407909" y="4718050"/>
            <a:ext cx="1779270" cy="334010"/>
            <a:chOff x="7407909" y="4718050"/>
            <a:chExt cx="1779270" cy="334010"/>
          </a:xfrm>
        </p:grpSpPr>
        <p:sp>
          <p:nvSpPr>
            <p:cNvPr id="108" name="object 108"/>
            <p:cNvSpPr/>
            <p:nvPr/>
          </p:nvSpPr>
          <p:spPr>
            <a:xfrm>
              <a:off x="7414259" y="4724400"/>
              <a:ext cx="471170" cy="320040"/>
            </a:xfrm>
            <a:custGeom>
              <a:avLst/>
              <a:gdLst/>
              <a:ahLst/>
              <a:cxnLst/>
              <a:rect l="l" t="t" r="r" b="b"/>
              <a:pathLst>
                <a:path w="471170" h="320039">
                  <a:moveTo>
                    <a:pt x="470916" y="0"/>
                  </a:moveTo>
                  <a:lnTo>
                    <a:pt x="0" y="0"/>
                  </a:lnTo>
                  <a:lnTo>
                    <a:pt x="0" y="320039"/>
                  </a:lnTo>
                  <a:lnTo>
                    <a:pt x="470916" y="320039"/>
                  </a:lnTo>
                  <a:lnTo>
                    <a:pt x="470916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7414259" y="4724400"/>
              <a:ext cx="1461770" cy="320040"/>
            </a:xfrm>
            <a:custGeom>
              <a:avLst/>
              <a:gdLst/>
              <a:ahLst/>
              <a:cxnLst/>
              <a:rect l="l" t="t" r="r" b="b"/>
              <a:pathLst>
                <a:path w="1461770" h="320039">
                  <a:moveTo>
                    <a:pt x="0" y="320039"/>
                  </a:moveTo>
                  <a:lnTo>
                    <a:pt x="470916" y="320039"/>
                  </a:lnTo>
                  <a:lnTo>
                    <a:pt x="470916" y="0"/>
                  </a:lnTo>
                  <a:lnTo>
                    <a:pt x="0" y="0"/>
                  </a:lnTo>
                  <a:lnTo>
                    <a:pt x="0" y="320039"/>
                  </a:lnTo>
                  <a:close/>
                </a:path>
                <a:path w="1461770" h="320039">
                  <a:moveTo>
                    <a:pt x="762000" y="320039"/>
                  </a:moveTo>
                  <a:lnTo>
                    <a:pt x="1461516" y="320039"/>
                  </a:lnTo>
                  <a:lnTo>
                    <a:pt x="1461516" y="0"/>
                  </a:lnTo>
                  <a:lnTo>
                    <a:pt x="762000" y="0"/>
                  </a:lnTo>
                  <a:lnTo>
                    <a:pt x="762000" y="320039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8577071" y="4747259"/>
              <a:ext cx="0" cy="304800"/>
            </a:xfrm>
            <a:custGeom>
              <a:avLst/>
              <a:gdLst/>
              <a:ahLst/>
              <a:cxnLst/>
              <a:rect l="l" t="t" r="r" b="b"/>
              <a:pathLst>
                <a:path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7662672" y="4861559"/>
              <a:ext cx="1524000" cy="76200"/>
            </a:xfrm>
            <a:custGeom>
              <a:avLst/>
              <a:gdLst/>
              <a:ahLst/>
              <a:cxnLst/>
              <a:rect l="l" t="t" r="r" b="b"/>
              <a:pathLst>
                <a:path w="1524000" h="76200">
                  <a:moveTo>
                    <a:pt x="533400" y="38100"/>
                  </a:moveTo>
                  <a:lnTo>
                    <a:pt x="512229" y="31750"/>
                  </a:lnTo>
                  <a:lnTo>
                    <a:pt x="406400" y="0"/>
                  </a:lnTo>
                  <a:lnTo>
                    <a:pt x="448729" y="31750"/>
                  </a:lnTo>
                  <a:lnTo>
                    <a:pt x="0" y="31750"/>
                  </a:lnTo>
                  <a:lnTo>
                    <a:pt x="0" y="44450"/>
                  </a:lnTo>
                  <a:lnTo>
                    <a:pt x="448729" y="44450"/>
                  </a:lnTo>
                  <a:lnTo>
                    <a:pt x="406400" y="76200"/>
                  </a:lnTo>
                  <a:lnTo>
                    <a:pt x="512229" y="44450"/>
                  </a:lnTo>
                  <a:lnTo>
                    <a:pt x="533400" y="38100"/>
                  </a:lnTo>
                  <a:close/>
                </a:path>
                <a:path w="1524000" h="76200">
                  <a:moveTo>
                    <a:pt x="1524000" y="38100"/>
                  </a:moveTo>
                  <a:lnTo>
                    <a:pt x="1502829" y="31750"/>
                  </a:lnTo>
                  <a:lnTo>
                    <a:pt x="1397000" y="0"/>
                  </a:lnTo>
                  <a:lnTo>
                    <a:pt x="1439329" y="31750"/>
                  </a:lnTo>
                  <a:lnTo>
                    <a:pt x="990600" y="31750"/>
                  </a:lnTo>
                  <a:lnTo>
                    <a:pt x="990600" y="44450"/>
                  </a:lnTo>
                  <a:lnTo>
                    <a:pt x="1439329" y="44450"/>
                  </a:lnTo>
                  <a:lnTo>
                    <a:pt x="1397000" y="76200"/>
                  </a:lnTo>
                  <a:lnTo>
                    <a:pt x="1502829" y="44450"/>
                  </a:lnTo>
                  <a:lnTo>
                    <a:pt x="1524000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2" name="object 112"/>
          <p:cNvGrpSpPr/>
          <p:nvPr/>
        </p:nvGrpSpPr>
        <p:grpSpPr>
          <a:xfrm>
            <a:off x="9236709" y="4718050"/>
            <a:ext cx="718820" cy="340360"/>
            <a:chOff x="9236709" y="4718050"/>
            <a:chExt cx="718820" cy="340360"/>
          </a:xfrm>
        </p:grpSpPr>
        <p:sp>
          <p:nvSpPr>
            <p:cNvPr id="113" name="object 113"/>
            <p:cNvSpPr/>
            <p:nvPr/>
          </p:nvSpPr>
          <p:spPr>
            <a:xfrm>
              <a:off x="9243059" y="4724400"/>
              <a:ext cx="699770" cy="320040"/>
            </a:xfrm>
            <a:custGeom>
              <a:avLst/>
              <a:gdLst/>
              <a:ahLst/>
              <a:cxnLst/>
              <a:rect l="l" t="t" r="r" b="b"/>
              <a:pathLst>
                <a:path w="699770" h="320039">
                  <a:moveTo>
                    <a:pt x="0" y="320039"/>
                  </a:moveTo>
                  <a:lnTo>
                    <a:pt x="699516" y="320039"/>
                  </a:lnTo>
                  <a:lnTo>
                    <a:pt x="699516" y="0"/>
                  </a:lnTo>
                  <a:lnTo>
                    <a:pt x="0" y="0"/>
                  </a:lnTo>
                  <a:lnTo>
                    <a:pt x="0" y="320039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9643871" y="474725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0" y="304800"/>
                  </a:lnTo>
                </a:path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5" name="object 115"/>
          <p:cNvGrpSpPr/>
          <p:nvPr/>
        </p:nvGrpSpPr>
        <p:grpSpPr>
          <a:xfrm>
            <a:off x="7407909" y="5175250"/>
            <a:ext cx="1480820" cy="340360"/>
            <a:chOff x="7407909" y="5175250"/>
            <a:chExt cx="1480820" cy="340360"/>
          </a:xfrm>
        </p:grpSpPr>
        <p:sp>
          <p:nvSpPr>
            <p:cNvPr id="116" name="object 116"/>
            <p:cNvSpPr/>
            <p:nvPr/>
          </p:nvSpPr>
          <p:spPr>
            <a:xfrm>
              <a:off x="7414259" y="5181600"/>
              <a:ext cx="471170" cy="320040"/>
            </a:xfrm>
            <a:custGeom>
              <a:avLst/>
              <a:gdLst/>
              <a:ahLst/>
              <a:cxnLst/>
              <a:rect l="l" t="t" r="r" b="b"/>
              <a:pathLst>
                <a:path w="471170" h="320039">
                  <a:moveTo>
                    <a:pt x="470916" y="0"/>
                  </a:moveTo>
                  <a:lnTo>
                    <a:pt x="0" y="0"/>
                  </a:lnTo>
                  <a:lnTo>
                    <a:pt x="0" y="320040"/>
                  </a:lnTo>
                  <a:lnTo>
                    <a:pt x="470916" y="320040"/>
                  </a:lnTo>
                  <a:lnTo>
                    <a:pt x="470916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7414259" y="5181600"/>
              <a:ext cx="1461770" cy="320040"/>
            </a:xfrm>
            <a:custGeom>
              <a:avLst/>
              <a:gdLst/>
              <a:ahLst/>
              <a:cxnLst/>
              <a:rect l="l" t="t" r="r" b="b"/>
              <a:pathLst>
                <a:path w="1461770" h="320039">
                  <a:moveTo>
                    <a:pt x="0" y="320040"/>
                  </a:moveTo>
                  <a:lnTo>
                    <a:pt x="470916" y="320040"/>
                  </a:lnTo>
                  <a:lnTo>
                    <a:pt x="470916" y="0"/>
                  </a:lnTo>
                  <a:lnTo>
                    <a:pt x="0" y="0"/>
                  </a:lnTo>
                  <a:lnTo>
                    <a:pt x="0" y="320040"/>
                  </a:lnTo>
                  <a:close/>
                </a:path>
                <a:path w="1461770" h="320039">
                  <a:moveTo>
                    <a:pt x="762000" y="320040"/>
                  </a:moveTo>
                  <a:lnTo>
                    <a:pt x="1461516" y="320040"/>
                  </a:lnTo>
                  <a:lnTo>
                    <a:pt x="1461516" y="0"/>
                  </a:lnTo>
                  <a:lnTo>
                    <a:pt x="762000" y="0"/>
                  </a:lnTo>
                  <a:lnTo>
                    <a:pt x="762000" y="32004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8577071" y="5204459"/>
              <a:ext cx="0" cy="304800"/>
            </a:xfrm>
            <a:custGeom>
              <a:avLst/>
              <a:gdLst/>
              <a:ahLst/>
              <a:cxnLst/>
              <a:rect l="l" t="t" r="r" b="b"/>
              <a:pathLst>
                <a:path h="304800">
                  <a:moveTo>
                    <a:pt x="0" y="0"/>
                  </a:moveTo>
                  <a:lnTo>
                    <a:pt x="0" y="304799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7662671" y="5318760"/>
              <a:ext cx="533400" cy="76200"/>
            </a:xfrm>
            <a:custGeom>
              <a:avLst/>
              <a:gdLst/>
              <a:ahLst/>
              <a:cxnLst/>
              <a:rect l="l" t="t" r="r" b="b"/>
              <a:pathLst>
                <a:path w="533400" h="76200">
                  <a:moveTo>
                    <a:pt x="457200" y="38099"/>
                  </a:moveTo>
                  <a:lnTo>
                    <a:pt x="406400" y="76199"/>
                  </a:lnTo>
                  <a:lnTo>
                    <a:pt x="512233" y="44449"/>
                  </a:lnTo>
                  <a:lnTo>
                    <a:pt x="457200" y="44449"/>
                  </a:lnTo>
                  <a:lnTo>
                    <a:pt x="457200" y="38099"/>
                  </a:lnTo>
                  <a:close/>
                </a:path>
                <a:path w="533400" h="76200">
                  <a:moveTo>
                    <a:pt x="448733" y="31749"/>
                  </a:moveTo>
                  <a:lnTo>
                    <a:pt x="0" y="31749"/>
                  </a:lnTo>
                  <a:lnTo>
                    <a:pt x="0" y="44449"/>
                  </a:lnTo>
                  <a:lnTo>
                    <a:pt x="448733" y="44449"/>
                  </a:lnTo>
                  <a:lnTo>
                    <a:pt x="457200" y="38099"/>
                  </a:lnTo>
                  <a:lnTo>
                    <a:pt x="448733" y="31749"/>
                  </a:lnTo>
                  <a:close/>
                </a:path>
                <a:path w="533400" h="76200">
                  <a:moveTo>
                    <a:pt x="512233" y="31749"/>
                  </a:moveTo>
                  <a:lnTo>
                    <a:pt x="457200" y="31749"/>
                  </a:lnTo>
                  <a:lnTo>
                    <a:pt x="457200" y="44449"/>
                  </a:lnTo>
                  <a:lnTo>
                    <a:pt x="512233" y="44449"/>
                  </a:lnTo>
                  <a:lnTo>
                    <a:pt x="533400" y="38099"/>
                  </a:lnTo>
                  <a:lnTo>
                    <a:pt x="512233" y="31749"/>
                  </a:lnTo>
                  <a:close/>
                </a:path>
                <a:path w="533400" h="76200">
                  <a:moveTo>
                    <a:pt x="406400" y="0"/>
                  </a:moveTo>
                  <a:lnTo>
                    <a:pt x="457200" y="38099"/>
                  </a:lnTo>
                  <a:lnTo>
                    <a:pt x="457200" y="31749"/>
                  </a:lnTo>
                  <a:lnTo>
                    <a:pt x="512233" y="31749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8577071" y="520445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799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1" name="object 121"/>
          <p:cNvSpPr txBox="1"/>
          <p:nvPr/>
        </p:nvSpPr>
        <p:spPr>
          <a:xfrm>
            <a:off x="2469007" y="1880505"/>
            <a:ext cx="205740" cy="1818639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2800" spc="-50" dirty="0">
                <a:latin typeface="Calibri"/>
                <a:cs typeface="Calibri"/>
              </a:rPr>
              <a:t>0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2800" spc="-50" dirty="0">
                <a:latin typeface="Calibri"/>
                <a:cs typeface="Calibri"/>
              </a:rPr>
              <a:t>1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2800" spc="-50" dirty="0">
                <a:latin typeface="Calibri"/>
                <a:cs typeface="Calibri"/>
              </a:rPr>
              <a:t>2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sz="2800" spc="-50" dirty="0">
                <a:latin typeface="Calibri"/>
                <a:cs typeface="Calibri"/>
              </a:rPr>
              <a:t>3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22" name="object 122"/>
          <p:cNvSpPr txBox="1"/>
          <p:nvPr/>
        </p:nvSpPr>
        <p:spPr>
          <a:xfrm>
            <a:off x="2469007" y="4471940"/>
            <a:ext cx="205740" cy="1370965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2800" spc="-50" dirty="0">
                <a:latin typeface="Calibri"/>
                <a:cs typeface="Calibri"/>
              </a:rPr>
              <a:t>0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2800" spc="-50" dirty="0">
                <a:latin typeface="Calibri"/>
                <a:cs typeface="Calibri"/>
              </a:rPr>
              <a:t>1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2800" spc="-50" dirty="0">
                <a:latin typeface="Calibri"/>
                <a:cs typeface="Calibri"/>
              </a:rPr>
              <a:t>2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23" name="object 123"/>
          <p:cNvSpPr txBox="1"/>
          <p:nvPr/>
        </p:nvSpPr>
        <p:spPr>
          <a:xfrm>
            <a:off x="6965060" y="1948831"/>
            <a:ext cx="205740" cy="3611879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2800" spc="-50" dirty="0">
                <a:latin typeface="Calibri"/>
                <a:cs typeface="Calibri"/>
              </a:rPr>
              <a:t>0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2800" spc="-50" dirty="0">
                <a:latin typeface="Calibri"/>
                <a:cs typeface="Calibri"/>
              </a:rPr>
              <a:t>1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2800" spc="-50" dirty="0">
                <a:latin typeface="Calibri"/>
                <a:cs typeface="Calibri"/>
              </a:rPr>
              <a:t>2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sz="2800" spc="-50" dirty="0">
                <a:latin typeface="Calibri"/>
                <a:cs typeface="Calibri"/>
              </a:rPr>
              <a:t>3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2800" spc="-50" dirty="0">
                <a:latin typeface="Calibri"/>
                <a:cs typeface="Calibri"/>
              </a:rPr>
              <a:t>4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2800" spc="-50" dirty="0">
                <a:latin typeface="Calibri"/>
                <a:cs typeface="Calibri"/>
              </a:rPr>
              <a:t>5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2800" spc="-50" dirty="0">
                <a:latin typeface="Calibri"/>
                <a:cs typeface="Calibri"/>
              </a:rPr>
              <a:t>6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2800" spc="-50" dirty="0">
                <a:latin typeface="Calibri"/>
                <a:cs typeface="Calibri"/>
              </a:rPr>
              <a:t>7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24" name="object 124"/>
          <p:cNvSpPr txBox="1"/>
          <p:nvPr/>
        </p:nvSpPr>
        <p:spPr>
          <a:xfrm>
            <a:off x="3604259" y="1981200"/>
            <a:ext cx="401320" cy="32004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88265">
              <a:lnSpc>
                <a:spcPts val="2520"/>
              </a:lnSpc>
            </a:pPr>
            <a:r>
              <a:rPr sz="2800" spc="-50" dirty="0">
                <a:latin typeface="Calibri"/>
                <a:cs typeface="Calibri"/>
              </a:rPr>
              <a:t>1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25" name="object 125"/>
          <p:cNvSpPr txBox="1"/>
          <p:nvPr/>
        </p:nvSpPr>
        <p:spPr>
          <a:xfrm>
            <a:off x="4594859" y="1981200"/>
            <a:ext cx="401320" cy="32004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21920">
              <a:lnSpc>
                <a:spcPts val="2520"/>
              </a:lnSpc>
            </a:pPr>
            <a:r>
              <a:rPr sz="2800" spc="-50" dirty="0">
                <a:latin typeface="Calibri"/>
                <a:cs typeface="Calibri"/>
              </a:rPr>
              <a:t>2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26" name="object 126"/>
          <p:cNvSpPr txBox="1"/>
          <p:nvPr/>
        </p:nvSpPr>
        <p:spPr>
          <a:xfrm>
            <a:off x="5585459" y="1981200"/>
            <a:ext cx="401320" cy="32004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37795">
              <a:lnSpc>
                <a:spcPts val="2520"/>
              </a:lnSpc>
            </a:pPr>
            <a:r>
              <a:rPr sz="2800" spc="-50" dirty="0">
                <a:latin typeface="Calibri"/>
                <a:cs typeface="Calibri"/>
              </a:rPr>
              <a:t>3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27" name="object 127"/>
          <p:cNvSpPr txBox="1"/>
          <p:nvPr/>
        </p:nvSpPr>
        <p:spPr>
          <a:xfrm>
            <a:off x="3604259" y="2438400"/>
            <a:ext cx="401320" cy="32004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04139">
              <a:lnSpc>
                <a:spcPts val="2520"/>
              </a:lnSpc>
            </a:pPr>
            <a:r>
              <a:rPr sz="2800" spc="-50" dirty="0">
                <a:latin typeface="Calibri"/>
                <a:cs typeface="Calibri"/>
              </a:rPr>
              <a:t>0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28" name="object 128"/>
          <p:cNvSpPr txBox="1"/>
          <p:nvPr/>
        </p:nvSpPr>
        <p:spPr>
          <a:xfrm>
            <a:off x="4594859" y="2438400"/>
            <a:ext cx="401320" cy="32004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21920">
              <a:lnSpc>
                <a:spcPts val="2520"/>
              </a:lnSpc>
            </a:pPr>
            <a:r>
              <a:rPr sz="2800" spc="-50" dirty="0">
                <a:latin typeface="Calibri"/>
                <a:cs typeface="Calibri"/>
              </a:rPr>
              <a:t>2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29" name="object 129"/>
          <p:cNvSpPr txBox="1"/>
          <p:nvPr/>
        </p:nvSpPr>
        <p:spPr>
          <a:xfrm>
            <a:off x="5585459" y="2438400"/>
            <a:ext cx="401320" cy="32004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23189">
              <a:lnSpc>
                <a:spcPts val="2520"/>
              </a:lnSpc>
            </a:pPr>
            <a:r>
              <a:rPr sz="2800" spc="-50" dirty="0">
                <a:latin typeface="Calibri"/>
                <a:cs typeface="Calibri"/>
              </a:rPr>
              <a:t>3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30" name="object 130"/>
          <p:cNvSpPr txBox="1"/>
          <p:nvPr/>
        </p:nvSpPr>
        <p:spPr>
          <a:xfrm>
            <a:off x="3604259" y="2895600"/>
            <a:ext cx="401320" cy="32004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04139">
              <a:lnSpc>
                <a:spcPts val="2520"/>
              </a:lnSpc>
            </a:pPr>
            <a:r>
              <a:rPr sz="2800" spc="-50" dirty="0">
                <a:latin typeface="Calibri"/>
                <a:cs typeface="Calibri"/>
              </a:rPr>
              <a:t>0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31" name="object 131"/>
          <p:cNvSpPr txBox="1"/>
          <p:nvPr/>
        </p:nvSpPr>
        <p:spPr>
          <a:xfrm>
            <a:off x="4594859" y="2895600"/>
            <a:ext cx="401320" cy="32004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09220">
              <a:lnSpc>
                <a:spcPts val="2520"/>
              </a:lnSpc>
            </a:pPr>
            <a:r>
              <a:rPr sz="2800" spc="-50" dirty="0">
                <a:latin typeface="Calibri"/>
                <a:cs typeface="Calibri"/>
              </a:rPr>
              <a:t>1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32" name="object 132"/>
          <p:cNvSpPr txBox="1"/>
          <p:nvPr/>
        </p:nvSpPr>
        <p:spPr>
          <a:xfrm>
            <a:off x="5585459" y="2895600"/>
            <a:ext cx="401320" cy="32004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23189">
              <a:lnSpc>
                <a:spcPts val="2520"/>
              </a:lnSpc>
            </a:pPr>
            <a:r>
              <a:rPr sz="2800" spc="-50" dirty="0">
                <a:latin typeface="Calibri"/>
                <a:cs typeface="Calibri"/>
              </a:rPr>
              <a:t>3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33" name="object 133"/>
          <p:cNvSpPr txBox="1"/>
          <p:nvPr/>
        </p:nvSpPr>
        <p:spPr>
          <a:xfrm>
            <a:off x="3604259" y="3352800"/>
            <a:ext cx="401320" cy="32004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04139">
              <a:lnSpc>
                <a:spcPts val="2520"/>
              </a:lnSpc>
            </a:pPr>
            <a:r>
              <a:rPr sz="2800" spc="-50" dirty="0">
                <a:latin typeface="Calibri"/>
                <a:cs typeface="Calibri"/>
              </a:rPr>
              <a:t>0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34" name="object 134"/>
          <p:cNvSpPr txBox="1"/>
          <p:nvPr/>
        </p:nvSpPr>
        <p:spPr>
          <a:xfrm>
            <a:off x="4594859" y="3352800"/>
            <a:ext cx="401320" cy="32004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07950">
              <a:lnSpc>
                <a:spcPts val="2520"/>
              </a:lnSpc>
            </a:pPr>
            <a:r>
              <a:rPr sz="2800" spc="-50" dirty="0">
                <a:latin typeface="Calibri"/>
                <a:cs typeface="Calibri"/>
              </a:rPr>
              <a:t>1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35" name="object 135"/>
          <p:cNvSpPr txBox="1"/>
          <p:nvPr/>
        </p:nvSpPr>
        <p:spPr>
          <a:xfrm>
            <a:off x="5585459" y="3352800"/>
            <a:ext cx="401320" cy="32004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37795">
              <a:lnSpc>
                <a:spcPts val="2520"/>
              </a:lnSpc>
            </a:pPr>
            <a:r>
              <a:rPr sz="2800" spc="-50" dirty="0">
                <a:latin typeface="Calibri"/>
                <a:cs typeface="Calibri"/>
              </a:rPr>
              <a:t>2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36" name="object 136"/>
          <p:cNvSpPr txBox="1"/>
          <p:nvPr/>
        </p:nvSpPr>
        <p:spPr>
          <a:xfrm>
            <a:off x="4347209" y="3830523"/>
            <a:ext cx="3524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5" dirty="0">
                <a:latin typeface="Calibri"/>
                <a:cs typeface="Calibri"/>
              </a:rPr>
              <a:t>G</a:t>
            </a:r>
            <a:r>
              <a:rPr sz="1600" spc="-25" dirty="0">
                <a:latin typeface="Calibri"/>
                <a:cs typeface="Calibri"/>
              </a:rPr>
              <a:t>1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37" name="object 137"/>
          <p:cNvSpPr txBox="1"/>
          <p:nvPr/>
        </p:nvSpPr>
        <p:spPr>
          <a:xfrm>
            <a:off x="3604259" y="4572000"/>
            <a:ext cx="401320" cy="32004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04139">
              <a:lnSpc>
                <a:spcPts val="2520"/>
              </a:lnSpc>
            </a:pPr>
            <a:r>
              <a:rPr sz="2800" spc="-50" dirty="0">
                <a:latin typeface="Calibri"/>
                <a:cs typeface="Calibri"/>
              </a:rPr>
              <a:t>1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38" name="object 138"/>
          <p:cNvSpPr txBox="1"/>
          <p:nvPr/>
        </p:nvSpPr>
        <p:spPr>
          <a:xfrm>
            <a:off x="3604259" y="5029200"/>
            <a:ext cx="401320" cy="32004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04139">
              <a:lnSpc>
                <a:spcPts val="2520"/>
              </a:lnSpc>
            </a:pPr>
            <a:r>
              <a:rPr sz="2800" spc="-50" dirty="0">
                <a:latin typeface="Calibri"/>
                <a:cs typeface="Calibri"/>
              </a:rPr>
              <a:t>0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39" name="object 139"/>
          <p:cNvSpPr txBox="1"/>
          <p:nvPr/>
        </p:nvSpPr>
        <p:spPr>
          <a:xfrm>
            <a:off x="4594859" y="5029200"/>
            <a:ext cx="401320" cy="32004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20650">
              <a:lnSpc>
                <a:spcPts val="2520"/>
              </a:lnSpc>
            </a:pPr>
            <a:r>
              <a:rPr sz="2800" spc="-50" dirty="0">
                <a:latin typeface="Calibri"/>
                <a:cs typeface="Calibri"/>
              </a:rPr>
              <a:t>2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40" name="object 140"/>
          <p:cNvSpPr txBox="1"/>
          <p:nvPr/>
        </p:nvSpPr>
        <p:spPr>
          <a:xfrm>
            <a:off x="3910329" y="5736437"/>
            <a:ext cx="3524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5" dirty="0">
                <a:latin typeface="Calibri"/>
                <a:cs typeface="Calibri"/>
              </a:rPr>
              <a:t>G</a:t>
            </a:r>
            <a:r>
              <a:rPr sz="1600" spc="-25" dirty="0">
                <a:latin typeface="Calibri"/>
                <a:cs typeface="Calibri"/>
              </a:rPr>
              <a:t>3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41" name="object 141"/>
          <p:cNvSpPr txBox="1"/>
          <p:nvPr/>
        </p:nvSpPr>
        <p:spPr>
          <a:xfrm>
            <a:off x="8176259" y="1981200"/>
            <a:ext cx="401320" cy="32004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19380">
              <a:lnSpc>
                <a:spcPts val="2520"/>
              </a:lnSpc>
            </a:pPr>
            <a:r>
              <a:rPr sz="2800" spc="-50" dirty="0">
                <a:latin typeface="Calibri"/>
                <a:cs typeface="Calibri"/>
              </a:rPr>
              <a:t>1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42" name="object 142"/>
          <p:cNvSpPr txBox="1"/>
          <p:nvPr/>
        </p:nvSpPr>
        <p:spPr>
          <a:xfrm>
            <a:off x="9243059" y="1981200"/>
            <a:ext cx="401320" cy="32004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14935">
              <a:lnSpc>
                <a:spcPts val="2520"/>
              </a:lnSpc>
            </a:pPr>
            <a:r>
              <a:rPr sz="2800" spc="-50" dirty="0">
                <a:latin typeface="Calibri"/>
                <a:cs typeface="Calibri"/>
              </a:rPr>
              <a:t>2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43" name="object 143"/>
          <p:cNvSpPr txBox="1"/>
          <p:nvPr/>
        </p:nvSpPr>
        <p:spPr>
          <a:xfrm>
            <a:off x="8176259" y="2438400"/>
            <a:ext cx="401320" cy="32004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33350">
              <a:lnSpc>
                <a:spcPts val="2520"/>
              </a:lnSpc>
            </a:pPr>
            <a:r>
              <a:rPr sz="2800" spc="-50" dirty="0">
                <a:latin typeface="Calibri"/>
                <a:cs typeface="Calibri"/>
              </a:rPr>
              <a:t>0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44" name="object 144"/>
          <p:cNvSpPr txBox="1"/>
          <p:nvPr/>
        </p:nvSpPr>
        <p:spPr>
          <a:xfrm>
            <a:off x="9243059" y="2438400"/>
            <a:ext cx="401320" cy="32004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13030">
              <a:lnSpc>
                <a:spcPts val="2520"/>
              </a:lnSpc>
            </a:pPr>
            <a:r>
              <a:rPr sz="2800" spc="-50" dirty="0">
                <a:latin typeface="Calibri"/>
                <a:cs typeface="Calibri"/>
              </a:rPr>
              <a:t>3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45" name="object 145"/>
          <p:cNvSpPr txBox="1"/>
          <p:nvPr/>
        </p:nvSpPr>
        <p:spPr>
          <a:xfrm>
            <a:off x="8176259" y="2895600"/>
            <a:ext cx="401320" cy="32004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20650">
              <a:lnSpc>
                <a:spcPts val="2520"/>
              </a:lnSpc>
            </a:pPr>
            <a:r>
              <a:rPr sz="2800" spc="-50" dirty="0">
                <a:latin typeface="Calibri"/>
                <a:cs typeface="Calibri"/>
              </a:rPr>
              <a:t>0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46" name="object 146"/>
          <p:cNvSpPr txBox="1"/>
          <p:nvPr/>
        </p:nvSpPr>
        <p:spPr>
          <a:xfrm>
            <a:off x="9243059" y="2895600"/>
            <a:ext cx="401320" cy="32004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00330">
              <a:lnSpc>
                <a:spcPts val="2520"/>
              </a:lnSpc>
            </a:pPr>
            <a:r>
              <a:rPr sz="2800" spc="-50" dirty="0">
                <a:latin typeface="Calibri"/>
                <a:cs typeface="Calibri"/>
              </a:rPr>
              <a:t>3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47" name="object 147"/>
          <p:cNvSpPr txBox="1"/>
          <p:nvPr/>
        </p:nvSpPr>
        <p:spPr>
          <a:xfrm>
            <a:off x="8176259" y="3352800"/>
            <a:ext cx="401320" cy="32004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04775">
              <a:lnSpc>
                <a:spcPts val="2520"/>
              </a:lnSpc>
            </a:pPr>
            <a:r>
              <a:rPr sz="2800" spc="-50" dirty="0">
                <a:latin typeface="Calibri"/>
                <a:cs typeface="Calibri"/>
              </a:rPr>
              <a:t>1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48" name="object 148"/>
          <p:cNvSpPr txBox="1"/>
          <p:nvPr/>
        </p:nvSpPr>
        <p:spPr>
          <a:xfrm>
            <a:off x="9243059" y="3352800"/>
            <a:ext cx="401320" cy="32004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27000">
              <a:lnSpc>
                <a:spcPts val="2520"/>
              </a:lnSpc>
            </a:pPr>
            <a:r>
              <a:rPr sz="2800" spc="-50" dirty="0">
                <a:latin typeface="Calibri"/>
                <a:cs typeface="Calibri"/>
              </a:rPr>
              <a:t>2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49" name="object 149"/>
          <p:cNvSpPr txBox="1"/>
          <p:nvPr/>
        </p:nvSpPr>
        <p:spPr>
          <a:xfrm>
            <a:off x="8176259" y="3810000"/>
            <a:ext cx="401320" cy="32004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19380">
              <a:lnSpc>
                <a:spcPts val="2520"/>
              </a:lnSpc>
            </a:pPr>
            <a:r>
              <a:rPr sz="2800" spc="-50" dirty="0">
                <a:latin typeface="Calibri"/>
                <a:cs typeface="Calibri"/>
              </a:rPr>
              <a:t>5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50" name="object 150"/>
          <p:cNvSpPr txBox="1"/>
          <p:nvPr/>
        </p:nvSpPr>
        <p:spPr>
          <a:xfrm>
            <a:off x="8176259" y="4267200"/>
            <a:ext cx="401320" cy="32004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06680">
              <a:lnSpc>
                <a:spcPts val="2520"/>
              </a:lnSpc>
            </a:pPr>
            <a:r>
              <a:rPr sz="2800" spc="-50" dirty="0">
                <a:latin typeface="Calibri"/>
                <a:cs typeface="Calibri"/>
              </a:rPr>
              <a:t>4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51" name="object 151"/>
          <p:cNvSpPr txBox="1"/>
          <p:nvPr/>
        </p:nvSpPr>
        <p:spPr>
          <a:xfrm>
            <a:off x="9243059" y="4267200"/>
            <a:ext cx="401320" cy="32004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01600">
              <a:lnSpc>
                <a:spcPts val="2520"/>
              </a:lnSpc>
            </a:pPr>
            <a:r>
              <a:rPr sz="2800" spc="-50" dirty="0">
                <a:latin typeface="Calibri"/>
                <a:cs typeface="Calibri"/>
              </a:rPr>
              <a:t>6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52" name="object 152"/>
          <p:cNvSpPr txBox="1"/>
          <p:nvPr/>
        </p:nvSpPr>
        <p:spPr>
          <a:xfrm>
            <a:off x="8176259" y="4724400"/>
            <a:ext cx="401320" cy="32004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20650">
              <a:lnSpc>
                <a:spcPts val="2520"/>
              </a:lnSpc>
            </a:pPr>
            <a:r>
              <a:rPr sz="2800" spc="-50" dirty="0">
                <a:latin typeface="Calibri"/>
                <a:cs typeface="Calibri"/>
              </a:rPr>
              <a:t>5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53" name="object 153"/>
          <p:cNvSpPr txBox="1"/>
          <p:nvPr/>
        </p:nvSpPr>
        <p:spPr>
          <a:xfrm>
            <a:off x="9243059" y="4724400"/>
            <a:ext cx="401320" cy="32004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27000">
              <a:lnSpc>
                <a:spcPts val="2520"/>
              </a:lnSpc>
            </a:pPr>
            <a:r>
              <a:rPr sz="2800" spc="-50" dirty="0">
                <a:latin typeface="Calibri"/>
                <a:cs typeface="Calibri"/>
              </a:rPr>
              <a:t>7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54" name="object 154"/>
          <p:cNvSpPr txBox="1"/>
          <p:nvPr/>
        </p:nvSpPr>
        <p:spPr>
          <a:xfrm>
            <a:off x="8176259" y="5181600"/>
            <a:ext cx="401320" cy="32004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15570">
              <a:lnSpc>
                <a:spcPts val="2520"/>
              </a:lnSpc>
            </a:pPr>
            <a:r>
              <a:rPr sz="2800" spc="-50" dirty="0">
                <a:latin typeface="Calibri"/>
                <a:cs typeface="Calibri"/>
              </a:rPr>
              <a:t>6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55" name="object 155"/>
          <p:cNvSpPr txBox="1"/>
          <p:nvPr/>
        </p:nvSpPr>
        <p:spPr>
          <a:xfrm>
            <a:off x="8306816" y="5640730"/>
            <a:ext cx="3524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5" dirty="0">
                <a:latin typeface="Calibri"/>
                <a:cs typeface="Calibri"/>
              </a:rPr>
              <a:t>G</a:t>
            </a:r>
            <a:r>
              <a:rPr sz="1600" spc="-25" dirty="0">
                <a:latin typeface="Calibri"/>
                <a:cs typeface="Calibri"/>
              </a:rPr>
              <a:t>4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56" name="object 156"/>
          <p:cNvSpPr/>
          <p:nvPr/>
        </p:nvSpPr>
        <p:spPr>
          <a:xfrm>
            <a:off x="4062984" y="0"/>
            <a:ext cx="443865" cy="445134"/>
          </a:xfrm>
          <a:custGeom>
            <a:avLst/>
            <a:gdLst/>
            <a:ahLst/>
            <a:cxnLst/>
            <a:rect l="l" t="t" r="r" b="b"/>
            <a:pathLst>
              <a:path w="443864" h="445134">
                <a:moveTo>
                  <a:pt x="0" y="222503"/>
                </a:moveTo>
                <a:lnTo>
                  <a:pt x="4506" y="177647"/>
                </a:lnTo>
                <a:lnTo>
                  <a:pt x="17430" y="135874"/>
                </a:lnTo>
                <a:lnTo>
                  <a:pt x="37879" y="98077"/>
                </a:lnTo>
                <a:lnTo>
                  <a:pt x="64960" y="65150"/>
                </a:lnTo>
                <a:lnTo>
                  <a:pt x="97780" y="37986"/>
                </a:lnTo>
                <a:lnTo>
                  <a:pt x="135445" y="17478"/>
                </a:lnTo>
                <a:lnTo>
                  <a:pt x="177063" y="4518"/>
                </a:lnTo>
                <a:lnTo>
                  <a:pt x="221741" y="0"/>
                </a:lnTo>
                <a:lnTo>
                  <a:pt x="266420" y="4518"/>
                </a:lnTo>
                <a:lnTo>
                  <a:pt x="308038" y="17478"/>
                </a:lnTo>
                <a:lnTo>
                  <a:pt x="345703" y="37986"/>
                </a:lnTo>
                <a:lnTo>
                  <a:pt x="378523" y="65150"/>
                </a:lnTo>
                <a:lnTo>
                  <a:pt x="405604" y="98077"/>
                </a:lnTo>
                <a:lnTo>
                  <a:pt x="426053" y="135874"/>
                </a:lnTo>
                <a:lnTo>
                  <a:pt x="438977" y="177647"/>
                </a:lnTo>
                <a:lnTo>
                  <a:pt x="443483" y="222503"/>
                </a:lnTo>
                <a:lnTo>
                  <a:pt x="438977" y="267360"/>
                </a:lnTo>
                <a:lnTo>
                  <a:pt x="426053" y="309133"/>
                </a:lnTo>
                <a:lnTo>
                  <a:pt x="405604" y="346930"/>
                </a:lnTo>
                <a:lnTo>
                  <a:pt x="378523" y="379857"/>
                </a:lnTo>
                <a:lnTo>
                  <a:pt x="345703" y="407021"/>
                </a:lnTo>
                <a:lnTo>
                  <a:pt x="308038" y="427529"/>
                </a:lnTo>
                <a:lnTo>
                  <a:pt x="266420" y="440489"/>
                </a:lnTo>
                <a:lnTo>
                  <a:pt x="221741" y="445008"/>
                </a:lnTo>
                <a:lnTo>
                  <a:pt x="177063" y="440489"/>
                </a:lnTo>
                <a:lnTo>
                  <a:pt x="135445" y="427529"/>
                </a:lnTo>
                <a:lnTo>
                  <a:pt x="97780" y="407021"/>
                </a:lnTo>
                <a:lnTo>
                  <a:pt x="64960" y="379857"/>
                </a:lnTo>
                <a:lnTo>
                  <a:pt x="37879" y="346930"/>
                </a:lnTo>
                <a:lnTo>
                  <a:pt x="17430" y="309133"/>
                </a:lnTo>
                <a:lnTo>
                  <a:pt x="4506" y="267360"/>
                </a:lnTo>
                <a:lnTo>
                  <a:pt x="0" y="222503"/>
                </a:lnTo>
                <a:close/>
              </a:path>
            </a:pathLst>
          </a:custGeom>
          <a:ln w="12699">
            <a:solidFill>
              <a:srgbClr val="44536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7" name="object 157"/>
          <p:cNvSpPr txBox="1"/>
          <p:nvPr/>
        </p:nvSpPr>
        <p:spPr>
          <a:xfrm>
            <a:off x="4207509" y="-26974"/>
            <a:ext cx="2057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0" dirty="0">
                <a:solidFill>
                  <a:srgbClr val="44536A"/>
                </a:solidFill>
                <a:latin typeface="Calibri"/>
                <a:cs typeface="Calibri"/>
              </a:rPr>
              <a:t>0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58" name="object 158"/>
          <p:cNvSpPr/>
          <p:nvPr/>
        </p:nvSpPr>
        <p:spPr>
          <a:xfrm>
            <a:off x="3377184" y="762000"/>
            <a:ext cx="443865" cy="445134"/>
          </a:xfrm>
          <a:custGeom>
            <a:avLst/>
            <a:gdLst/>
            <a:ahLst/>
            <a:cxnLst/>
            <a:rect l="l" t="t" r="r" b="b"/>
            <a:pathLst>
              <a:path w="443864" h="445134">
                <a:moveTo>
                  <a:pt x="0" y="222503"/>
                </a:moveTo>
                <a:lnTo>
                  <a:pt x="4506" y="177647"/>
                </a:lnTo>
                <a:lnTo>
                  <a:pt x="17430" y="135874"/>
                </a:lnTo>
                <a:lnTo>
                  <a:pt x="37879" y="98077"/>
                </a:lnTo>
                <a:lnTo>
                  <a:pt x="64960" y="65150"/>
                </a:lnTo>
                <a:lnTo>
                  <a:pt x="97780" y="37986"/>
                </a:lnTo>
                <a:lnTo>
                  <a:pt x="135445" y="17478"/>
                </a:lnTo>
                <a:lnTo>
                  <a:pt x="177063" y="4518"/>
                </a:lnTo>
                <a:lnTo>
                  <a:pt x="221741" y="0"/>
                </a:lnTo>
                <a:lnTo>
                  <a:pt x="266420" y="4518"/>
                </a:lnTo>
                <a:lnTo>
                  <a:pt x="308038" y="17478"/>
                </a:lnTo>
                <a:lnTo>
                  <a:pt x="345703" y="37986"/>
                </a:lnTo>
                <a:lnTo>
                  <a:pt x="378523" y="65150"/>
                </a:lnTo>
                <a:lnTo>
                  <a:pt x="405604" y="98077"/>
                </a:lnTo>
                <a:lnTo>
                  <a:pt x="426053" y="135874"/>
                </a:lnTo>
                <a:lnTo>
                  <a:pt x="438977" y="177647"/>
                </a:lnTo>
                <a:lnTo>
                  <a:pt x="443483" y="222503"/>
                </a:lnTo>
                <a:lnTo>
                  <a:pt x="438977" y="267360"/>
                </a:lnTo>
                <a:lnTo>
                  <a:pt x="426053" y="309133"/>
                </a:lnTo>
                <a:lnTo>
                  <a:pt x="405604" y="346930"/>
                </a:lnTo>
                <a:lnTo>
                  <a:pt x="378523" y="379857"/>
                </a:lnTo>
                <a:lnTo>
                  <a:pt x="345703" y="407021"/>
                </a:lnTo>
                <a:lnTo>
                  <a:pt x="308038" y="427529"/>
                </a:lnTo>
                <a:lnTo>
                  <a:pt x="266420" y="440489"/>
                </a:lnTo>
                <a:lnTo>
                  <a:pt x="221741" y="445008"/>
                </a:lnTo>
                <a:lnTo>
                  <a:pt x="177063" y="440489"/>
                </a:lnTo>
                <a:lnTo>
                  <a:pt x="135445" y="427529"/>
                </a:lnTo>
                <a:lnTo>
                  <a:pt x="97780" y="407021"/>
                </a:lnTo>
                <a:lnTo>
                  <a:pt x="64960" y="379857"/>
                </a:lnTo>
                <a:lnTo>
                  <a:pt x="37879" y="346930"/>
                </a:lnTo>
                <a:lnTo>
                  <a:pt x="17430" y="309133"/>
                </a:lnTo>
                <a:lnTo>
                  <a:pt x="4506" y="267360"/>
                </a:lnTo>
                <a:lnTo>
                  <a:pt x="0" y="222503"/>
                </a:lnTo>
                <a:close/>
              </a:path>
            </a:pathLst>
          </a:custGeom>
          <a:ln w="12699">
            <a:solidFill>
              <a:srgbClr val="44536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9" name="object 159"/>
          <p:cNvSpPr txBox="1"/>
          <p:nvPr/>
        </p:nvSpPr>
        <p:spPr>
          <a:xfrm>
            <a:off x="3521455" y="735584"/>
            <a:ext cx="2057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0" dirty="0">
                <a:solidFill>
                  <a:srgbClr val="44536A"/>
                </a:solidFill>
                <a:latin typeface="Calibri"/>
                <a:cs typeface="Calibri"/>
              </a:rPr>
              <a:t>1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60" name="object 160"/>
          <p:cNvSpPr/>
          <p:nvPr/>
        </p:nvSpPr>
        <p:spPr>
          <a:xfrm>
            <a:off x="4748784" y="762000"/>
            <a:ext cx="443865" cy="445134"/>
          </a:xfrm>
          <a:custGeom>
            <a:avLst/>
            <a:gdLst/>
            <a:ahLst/>
            <a:cxnLst/>
            <a:rect l="l" t="t" r="r" b="b"/>
            <a:pathLst>
              <a:path w="443864" h="445134">
                <a:moveTo>
                  <a:pt x="0" y="222503"/>
                </a:moveTo>
                <a:lnTo>
                  <a:pt x="4506" y="177647"/>
                </a:lnTo>
                <a:lnTo>
                  <a:pt x="17430" y="135874"/>
                </a:lnTo>
                <a:lnTo>
                  <a:pt x="37879" y="98077"/>
                </a:lnTo>
                <a:lnTo>
                  <a:pt x="64960" y="65150"/>
                </a:lnTo>
                <a:lnTo>
                  <a:pt x="97780" y="37986"/>
                </a:lnTo>
                <a:lnTo>
                  <a:pt x="135445" y="17478"/>
                </a:lnTo>
                <a:lnTo>
                  <a:pt x="177063" y="4518"/>
                </a:lnTo>
                <a:lnTo>
                  <a:pt x="221741" y="0"/>
                </a:lnTo>
                <a:lnTo>
                  <a:pt x="266420" y="4518"/>
                </a:lnTo>
                <a:lnTo>
                  <a:pt x="308038" y="17478"/>
                </a:lnTo>
                <a:lnTo>
                  <a:pt x="345703" y="37986"/>
                </a:lnTo>
                <a:lnTo>
                  <a:pt x="378523" y="65150"/>
                </a:lnTo>
                <a:lnTo>
                  <a:pt x="405604" y="98077"/>
                </a:lnTo>
                <a:lnTo>
                  <a:pt x="426053" y="135874"/>
                </a:lnTo>
                <a:lnTo>
                  <a:pt x="438977" y="177647"/>
                </a:lnTo>
                <a:lnTo>
                  <a:pt x="443483" y="222503"/>
                </a:lnTo>
                <a:lnTo>
                  <a:pt x="438977" y="267360"/>
                </a:lnTo>
                <a:lnTo>
                  <a:pt x="426053" y="309133"/>
                </a:lnTo>
                <a:lnTo>
                  <a:pt x="405604" y="346930"/>
                </a:lnTo>
                <a:lnTo>
                  <a:pt x="378523" y="379857"/>
                </a:lnTo>
                <a:lnTo>
                  <a:pt x="345703" y="407021"/>
                </a:lnTo>
                <a:lnTo>
                  <a:pt x="308038" y="427529"/>
                </a:lnTo>
                <a:lnTo>
                  <a:pt x="266420" y="440489"/>
                </a:lnTo>
                <a:lnTo>
                  <a:pt x="221741" y="445008"/>
                </a:lnTo>
                <a:lnTo>
                  <a:pt x="177063" y="440489"/>
                </a:lnTo>
                <a:lnTo>
                  <a:pt x="135445" y="427529"/>
                </a:lnTo>
                <a:lnTo>
                  <a:pt x="97780" y="407021"/>
                </a:lnTo>
                <a:lnTo>
                  <a:pt x="64960" y="379857"/>
                </a:lnTo>
                <a:lnTo>
                  <a:pt x="37879" y="346930"/>
                </a:lnTo>
                <a:lnTo>
                  <a:pt x="17430" y="309133"/>
                </a:lnTo>
                <a:lnTo>
                  <a:pt x="4506" y="267360"/>
                </a:lnTo>
                <a:lnTo>
                  <a:pt x="0" y="222503"/>
                </a:lnTo>
                <a:close/>
              </a:path>
            </a:pathLst>
          </a:custGeom>
          <a:ln w="12699">
            <a:solidFill>
              <a:srgbClr val="44536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1" name="object 161"/>
          <p:cNvSpPr txBox="1"/>
          <p:nvPr/>
        </p:nvSpPr>
        <p:spPr>
          <a:xfrm>
            <a:off x="4893309" y="735584"/>
            <a:ext cx="2057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0" dirty="0">
                <a:solidFill>
                  <a:srgbClr val="44536A"/>
                </a:solidFill>
                <a:latin typeface="Calibri"/>
                <a:cs typeface="Calibri"/>
              </a:rPr>
              <a:t>2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62" name="object 162"/>
          <p:cNvSpPr/>
          <p:nvPr/>
        </p:nvSpPr>
        <p:spPr>
          <a:xfrm>
            <a:off x="4062984" y="1371600"/>
            <a:ext cx="443865" cy="445134"/>
          </a:xfrm>
          <a:custGeom>
            <a:avLst/>
            <a:gdLst/>
            <a:ahLst/>
            <a:cxnLst/>
            <a:rect l="l" t="t" r="r" b="b"/>
            <a:pathLst>
              <a:path w="443864" h="445135">
                <a:moveTo>
                  <a:pt x="0" y="222503"/>
                </a:moveTo>
                <a:lnTo>
                  <a:pt x="4506" y="177647"/>
                </a:lnTo>
                <a:lnTo>
                  <a:pt x="17430" y="135874"/>
                </a:lnTo>
                <a:lnTo>
                  <a:pt x="37879" y="98077"/>
                </a:lnTo>
                <a:lnTo>
                  <a:pt x="64960" y="65150"/>
                </a:lnTo>
                <a:lnTo>
                  <a:pt x="97780" y="37986"/>
                </a:lnTo>
                <a:lnTo>
                  <a:pt x="135445" y="17478"/>
                </a:lnTo>
                <a:lnTo>
                  <a:pt x="177063" y="4518"/>
                </a:lnTo>
                <a:lnTo>
                  <a:pt x="221741" y="0"/>
                </a:lnTo>
                <a:lnTo>
                  <a:pt x="266420" y="4518"/>
                </a:lnTo>
                <a:lnTo>
                  <a:pt x="308038" y="17478"/>
                </a:lnTo>
                <a:lnTo>
                  <a:pt x="345703" y="37986"/>
                </a:lnTo>
                <a:lnTo>
                  <a:pt x="378523" y="65150"/>
                </a:lnTo>
                <a:lnTo>
                  <a:pt x="405604" y="98077"/>
                </a:lnTo>
                <a:lnTo>
                  <a:pt x="426053" y="135874"/>
                </a:lnTo>
                <a:lnTo>
                  <a:pt x="438977" y="177647"/>
                </a:lnTo>
                <a:lnTo>
                  <a:pt x="443483" y="222503"/>
                </a:lnTo>
                <a:lnTo>
                  <a:pt x="438977" y="267360"/>
                </a:lnTo>
                <a:lnTo>
                  <a:pt x="426053" y="309133"/>
                </a:lnTo>
                <a:lnTo>
                  <a:pt x="405604" y="346930"/>
                </a:lnTo>
                <a:lnTo>
                  <a:pt x="378523" y="379857"/>
                </a:lnTo>
                <a:lnTo>
                  <a:pt x="345703" y="407021"/>
                </a:lnTo>
                <a:lnTo>
                  <a:pt x="308038" y="427529"/>
                </a:lnTo>
                <a:lnTo>
                  <a:pt x="266420" y="440489"/>
                </a:lnTo>
                <a:lnTo>
                  <a:pt x="221741" y="445008"/>
                </a:lnTo>
                <a:lnTo>
                  <a:pt x="177063" y="440489"/>
                </a:lnTo>
                <a:lnTo>
                  <a:pt x="135445" y="427529"/>
                </a:lnTo>
                <a:lnTo>
                  <a:pt x="97780" y="407021"/>
                </a:lnTo>
                <a:lnTo>
                  <a:pt x="64960" y="379857"/>
                </a:lnTo>
                <a:lnTo>
                  <a:pt x="37879" y="346930"/>
                </a:lnTo>
                <a:lnTo>
                  <a:pt x="17430" y="309133"/>
                </a:lnTo>
                <a:lnTo>
                  <a:pt x="4506" y="267360"/>
                </a:lnTo>
                <a:lnTo>
                  <a:pt x="0" y="222503"/>
                </a:lnTo>
                <a:close/>
              </a:path>
            </a:pathLst>
          </a:custGeom>
          <a:ln w="12699">
            <a:solidFill>
              <a:srgbClr val="44536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3" name="object 163"/>
          <p:cNvSpPr txBox="1"/>
          <p:nvPr/>
        </p:nvSpPr>
        <p:spPr>
          <a:xfrm>
            <a:off x="4207509" y="1344879"/>
            <a:ext cx="2057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0" dirty="0">
                <a:solidFill>
                  <a:srgbClr val="44536A"/>
                </a:solidFill>
                <a:latin typeface="Calibri"/>
                <a:cs typeface="Calibri"/>
              </a:rPr>
              <a:t>3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64" name="object 164"/>
          <p:cNvSpPr/>
          <p:nvPr/>
        </p:nvSpPr>
        <p:spPr>
          <a:xfrm>
            <a:off x="3701796" y="374904"/>
            <a:ext cx="1158240" cy="1127760"/>
          </a:xfrm>
          <a:custGeom>
            <a:avLst/>
            <a:gdLst/>
            <a:ahLst/>
            <a:cxnLst/>
            <a:rect l="l" t="t" r="r" b="b"/>
            <a:pathLst>
              <a:path w="1158239" h="1127760">
                <a:moveTo>
                  <a:pt x="582167" y="76200"/>
                </a:moveTo>
                <a:lnTo>
                  <a:pt x="582167" y="990600"/>
                </a:lnTo>
              </a:path>
              <a:path w="1158239" h="1127760">
                <a:moveTo>
                  <a:pt x="124967" y="609600"/>
                </a:moveTo>
                <a:lnTo>
                  <a:pt x="1039367" y="609600"/>
                </a:lnTo>
              </a:path>
              <a:path w="1158239" h="1127760">
                <a:moveTo>
                  <a:pt x="422148" y="0"/>
                </a:moveTo>
                <a:lnTo>
                  <a:pt x="15239" y="434340"/>
                </a:lnTo>
              </a:path>
              <a:path w="1158239" h="1127760">
                <a:moveTo>
                  <a:pt x="734567" y="0"/>
                </a:moveTo>
                <a:lnTo>
                  <a:pt x="1158239" y="434340"/>
                </a:lnTo>
              </a:path>
              <a:path w="1158239" h="1127760">
                <a:moveTo>
                  <a:pt x="0" y="815340"/>
                </a:moveTo>
                <a:lnTo>
                  <a:pt x="353567" y="1127760"/>
                </a:lnTo>
              </a:path>
              <a:path w="1158239" h="1127760">
                <a:moveTo>
                  <a:pt x="1115567" y="789432"/>
                </a:moveTo>
                <a:lnTo>
                  <a:pt x="789431" y="1127760"/>
                </a:lnTo>
              </a:path>
            </a:pathLst>
          </a:custGeom>
          <a:ln w="12700">
            <a:solidFill>
              <a:srgbClr val="44536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5" name="object 165"/>
          <p:cNvSpPr/>
          <p:nvPr/>
        </p:nvSpPr>
        <p:spPr>
          <a:xfrm>
            <a:off x="5835396" y="3822191"/>
            <a:ext cx="445134" cy="445134"/>
          </a:xfrm>
          <a:custGeom>
            <a:avLst/>
            <a:gdLst/>
            <a:ahLst/>
            <a:cxnLst/>
            <a:rect l="l" t="t" r="r" b="b"/>
            <a:pathLst>
              <a:path w="445135" h="445135">
                <a:moveTo>
                  <a:pt x="0" y="222503"/>
                </a:moveTo>
                <a:lnTo>
                  <a:pt x="4518" y="177647"/>
                </a:lnTo>
                <a:lnTo>
                  <a:pt x="17478" y="135874"/>
                </a:lnTo>
                <a:lnTo>
                  <a:pt x="37986" y="98077"/>
                </a:lnTo>
                <a:lnTo>
                  <a:pt x="65150" y="65150"/>
                </a:lnTo>
                <a:lnTo>
                  <a:pt x="98077" y="37986"/>
                </a:lnTo>
                <a:lnTo>
                  <a:pt x="135874" y="17478"/>
                </a:lnTo>
                <a:lnTo>
                  <a:pt x="177647" y="4518"/>
                </a:lnTo>
                <a:lnTo>
                  <a:pt x="222503" y="0"/>
                </a:lnTo>
                <a:lnTo>
                  <a:pt x="267360" y="4518"/>
                </a:lnTo>
                <a:lnTo>
                  <a:pt x="309133" y="17478"/>
                </a:lnTo>
                <a:lnTo>
                  <a:pt x="346930" y="37986"/>
                </a:lnTo>
                <a:lnTo>
                  <a:pt x="379856" y="65150"/>
                </a:lnTo>
                <a:lnTo>
                  <a:pt x="407021" y="98077"/>
                </a:lnTo>
                <a:lnTo>
                  <a:pt x="427529" y="135874"/>
                </a:lnTo>
                <a:lnTo>
                  <a:pt x="440489" y="177647"/>
                </a:lnTo>
                <a:lnTo>
                  <a:pt x="445007" y="222503"/>
                </a:lnTo>
                <a:lnTo>
                  <a:pt x="440489" y="267360"/>
                </a:lnTo>
                <a:lnTo>
                  <a:pt x="427529" y="309133"/>
                </a:lnTo>
                <a:lnTo>
                  <a:pt x="407021" y="346930"/>
                </a:lnTo>
                <a:lnTo>
                  <a:pt x="379856" y="379856"/>
                </a:lnTo>
                <a:lnTo>
                  <a:pt x="346930" y="407021"/>
                </a:lnTo>
                <a:lnTo>
                  <a:pt x="309133" y="427529"/>
                </a:lnTo>
                <a:lnTo>
                  <a:pt x="267360" y="440489"/>
                </a:lnTo>
                <a:lnTo>
                  <a:pt x="222503" y="445007"/>
                </a:lnTo>
                <a:lnTo>
                  <a:pt x="177647" y="440489"/>
                </a:lnTo>
                <a:lnTo>
                  <a:pt x="135874" y="427529"/>
                </a:lnTo>
                <a:lnTo>
                  <a:pt x="98077" y="407021"/>
                </a:lnTo>
                <a:lnTo>
                  <a:pt x="65150" y="379856"/>
                </a:lnTo>
                <a:lnTo>
                  <a:pt x="37986" y="346930"/>
                </a:lnTo>
                <a:lnTo>
                  <a:pt x="17478" y="309133"/>
                </a:lnTo>
                <a:lnTo>
                  <a:pt x="4518" y="267360"/>
                </a:lnTo>
                <a:lnTo>
                  <a:pt x="0" y="222503"/>
                </a:lnTo>
                <a:close/>
              </a:path>
            </a:pathLst>
          </a:custGeom>
          <a:ln w="12700">
            <a:solidFill>
              <a:srgbClr val="44536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6" name="object 166"/>
          <p:cNvSpPr txBox="1"/>
          <p:nvPr/>
        </p:nvSpPr>
        <p:spPr>
          <a:xfrm>
            <a:off x="5980938" y="3797046"/>
            <a:ext cx="2057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0" dirty="0">
                <a:solidFill>
                  <a:srgbClr val="44536A"/>
                </a:solidFill>
                <a:latin typeface="Calibri"/>
                <a:cs typeface="Calibri"/>
              </a:rPr>
              <a:t>0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67" name="object 167"/>
          <p:cNvSpPr/>
          <p:nvPr/>
        </p:nvSpPr>
        <p:spPr>
          <a:xfrm>
            <a:off x="5833871" y="4925567"/>
            <a:ext cx="445134" cy="445134"/>
          </a:xfrm>
          <a:custGeom>
            <a:avLst/>
            <a:gdLst/>
            <a:ahLst/>
            <a:cxnLst/>
            <a:rect l="l" t="t" r="r" b="b"/>
            <a:pathLst>
              <a:path w="445135" h="445135">
                <a:moveTo>
                  <a:pt x="0" y="222503"/>
                </a:moveTo>
                <a:lnTo>
                  <a:pt x="4518" y="177647"/>
                </a:lnTo>
                <a:lnTo>
                  <a:pt x="17478" y="135874"/>
                </a:lnTo>
                <a:lnTo>
                  <a:pt x="37986" y="98077"/>
                </a:lnTo>
                <a:lnTo>
                  <a:pt x="65150" y="65150"/>
                </a:lnTo>
                <a:lnTo>
                  <a:pt x="98077" y="37986"/>
                </a:lnTo>
                <a:lnTo>
                  <a:pt x="135874" y="17478"/>
                </a:lnTo>
                <a:lnTo>
                  <a:pt x="177647" y="4518"/>
                </a:lnTo>
                <a:lnTo>
                  <a:pt x="222503" y="0"/>
                </a:lnTo>
                <a:lnTo>
                  <a:pt x="267360" y="4518"/>
                </a:lnTo>
                <a:lnTo>
                  <a:pt x="309133" y="17478"/>
                </a:lnTo>
                <a:lnTo>
                  <a:pt x="346930" y="37986"/>
                </a:lnTo>
                <a:lnTo>
                  <a:pt x="379856" y="65150"/>
                </a:lnTo>
                <a:lnTo>
                  <a:pt x="407021" y="98077"/>
                </a:lnTo>
                <a:lnTo>
                  <a:pt x="427529" y="135874"/>
                </a:lnTo>
                <a:lnTo>
                  <a:pt x="440489" y="177647"/>
                </a:lnTo>
                <a:lnTo>
                  <a:pt x="445007" y="222503"/>
                </a:lnTo>
                <a:lnTo>
                  <a:pt x="440489" y="267360"/>
                </a:lnTo>
                <a:lnTo>
                  <a:pt x="427529" y="309133"/>
                </a:lnTo>
                <a:lnTo>
                  <a:pt x="407021" y="346930"/>
                </a:lnTo>
                <a:lnTo>
                  <a:pt x="379856" y="379856"/>
                </a:lnTo>
                <a:lnTo>
                  <a:pt x="346930" y="407021"/>
                </a:lnTo>
                <a:lnTo>
                  <a:pt x="309133" y="427529"/>
                </a:lnTo>
                <a:lnTo>
                  <a:pt x="267360" y="440489"/>
                </a:lnTo>
                <a:lnTo>
                  <a:pt x="222503" y="445007"/>
                </a:lnTo>
                <a:lnTo>
                  <a:pt x="177647" y="440489"/>
                </a:lnTo>
                <a:lnTo>
                  <a:pt x="135874" y="427529"/>
                </a:lnTo>
                <a:lnTo>
                  <a:pt x="98077" y="407021"/>
                </a:lnTo>
                <a:lnTo>
                  <a:pt x="65150" y="379856"/>
                </a:lnTo>
                <a:lnTo>
                  <a:pt x="37986" y="346930"/>
                </a:lnTo>
                <a:lnTo>
                  <a:pt x="17478" y="309133"/>
                </a:lnTo>
                <a:lnTo>
                  <a:pt x="4518" y="267360"/>
                </a:lnTo>
                <a:lnTo>
                  <a:pt x="0" y="222503"/>
                </a:lnTo>
                <a:close/>
              </a:path>
            </a:pathLst>
          </a:custGeom>
          <a:ln w="12700">
            <a:solidFill>
              <a:srgbClr val="44536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8" name="object 168"/>
          <p:cNvSpPr txBox="1"/>
          <p:nvPr/>
        </p:nvSpPr>
        <p:spPr>
          <a:xfrm>
            <a:off x="5979414" y="4900676"/>
            <a:ext cx="2057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0" dirty="0">
                <a:solidFill>
                  <a:srgbClr val="44536A"/>
                </a:solidFill>
                <a:latin typeface="Calibri"/>
                <a:cs typeface="Calibri"/>
              </a:rPr>
              <a:t>1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69" name="object 169"/>
          <p:cNvSpPr/>
          <p:nvPr/>
        </p:nvSpPr>
        <p:spPr>
          <a:xfrm>
            <a:off x="5850635" y="5945123"/>
            <a:ext cx="443865" cy="445134"/>
          </a:xfrm>
          <a:custGeom>
            <a:avLst/>
            <a:gdLst/>
            <a:ahLst/>
            <a:cxnLst/>
            <a:rect l="l" t="t" r="r" b="b"/>
            <a:pathLst>
              <a:path w="443864" h="445135">
                <a:moveTo>
                  <a:pt x="0" y="222503"/>
                </a:moveTo>
                <a:lnTo>
                  <a:pt x="4506" y="177661"/>
                </a:lnTo>
                <a:lnTo>
                  <a:pt x="17430" y="135895"/>
                </a:lnTo>
                <a:lnTo>
                  <a:pt x="37879" y="98100"/>
                </a:lnTo>
                <a:lnTo>
                  <a:pt x="64960" y="65170"/>
                </a:lnTo>
                <a:lnTo>
                  <a:pt x="97780" y="38000"/>
                </a:lnTo>
                <a:lnTo>
                  <a:pt x="135445" y="17485"/>
                </a:lnTo>
                <a:lnTo>
                  <a:pt x="177063" y="4520"/>
                </a:lnTo>
                <a:lnTo>
                  <a:pt x="221741" y="0"/>
                </a:lnTo>
                <a:lnTo>
                  <a:pt x="266420" y="4520"/>
                </a:lnTo>
                <a:lnTo>
                  <a:pt x="308038" y="17485"/>
                </a:lnTo>
                <a:lnTo>
                  <a:pt x="345703" y="38000"/>
                </a:lnTo>
                <a:lnTo>
                  <a:pt x="378523" y="65170"/>
                </a:lnTo>
                <a:lnTo>
                  <a:pt x="405604" y="98100"/>
                </a:lnTo>
                <a:lnTo>
                  <a:pt x="426053" y="135895"/>
                </a:lnTo>
                <a:lnTo>
                  <a:pt x="438977" y="177661"/>
                </a:lnTo>
                <a:lnTo>
                  <a:pt x="443484" y="222503"/>
                </a:lnTo>
                <a:lnTo>
                  <a:pt x="438977" y="267346"/>
                </a:lnTo>
                <a:lnTo>
                  <a:pt x="426053" y="309112"/>
                </a:lnTo>
                <a:lnTo>
                  <a:pt x="405604" y="346907"/>
                </a:lnTo>
                <a:lnTo>
                  <a:pt x="378523" y="379837"/>
                </a:lnTo>
                <a:lnTo>
                  <a:pt x="345703" y="407007"/>
                </a:lnTo>
                <a:lnTo>
                  <a:pt x="308038" y="427522"/>
                </a:lnTo>
                <a:lnTo>
                  <a:pt x="266420" y="440487"/>
                </a:lnTo>
                <a:lnTo>
                  <a:pt x="221741" y="445007"/>
                </a:lnTo>
                <a:lnTo>
                  <a:pt x="177063" y="440487"/>
                </a:lnTo>
                <a:lnTo>
                  <a:pt x="135445" y="427522"/>
                </a:lnTo>
                <a:lnTo>
                  <a:pt x="97780" y="407007"/>
                </a:lnTo>
                <a:lnTo>
                  <a:pt x="64960" y="379837"/>
                </a:lnTo>
                <a:lnTo>
                  <a:pt x="37879" y="346907"/>
                </a:lnTo>
                <a:lnTo>
                  <a:pt x="17430" y="309112"/>
                </a:lnTo>
                <a:lnTo>
                  <a:pt x="4506" y="267346"/>
                </a:lnTo>
                <a:lnTo>
                  <a:pt x="0" y="222503"/>
                </a:lnTo>
                <a:close/>
              </a:path>
            </a:pathLst>
          </a:custGeom>
          <a:ln w="12700">
            <a:solidFill>
              <a:srgbClr val="44536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0" name="object 170"/>
          <p:cNvSpPr txBox="1"/>
          <p:nvPr/>
        </p:nvSpPr>
        <p:spPr>
          <a:xfrm>
            <a:off x="5738876" y="5731018"/>
            <a:ext cx="713740" cy="904875"/>
          </a:xfrm>
          <a:prstGeom prst="rect">
            <a:avLst/>
          </a:prstGeom>
        </p:spPr>
        <p:txBody>
          <a:bodyPr vert="horz" wrap="square" lIns="0" tIns="200660" rIns="0" bIns="0" rtlCol="0">
            <a:spAutoFit/>
          </a:bodyPr>
          <a:lstStyle/>
          <a:p>
            <a:pPr marL="4445" algn="ctr">
              <a:lnSpc>
                <a:spcPct val="100000"/>
              </a:lnSpc>
              <a:spcBef>
                <a:spcPts val="1580"/>
              </a:spcBef>
            </a:pPr>
            <a:r>
              <a:rPr sz="2800" spc="-50" dirty="0">
                <a:solidFill>
                  <a:srgbClr val="44536A"/>
                </a:solidFill>
                <a:latin typeface="Calibri"/>
                <a:cs typeface="Calibri"/>
              </a:rPr>
              <a:t>2</a:t>
            </a:r>
            <a:endParaRPr sz="2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640"/>
              </a:spcBef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CHAPTER</a:t>
            </a:r>
            <a:r>
              <a:rPr sz="1200" spc="-4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spc="-50" dirty="0">
                <a:solidFill>
                  <a:srgbClr val="888888"/>
                </a:solidFill>
                <a:latin typeface="Calibri"/>
                <a:cs typeface="Calibri"/>
              </a:rPr>
              <a:t>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71" name="object 171"/>
          <p:cNvSpPr/>
          <p:nvPr/>
        </p:nvSpPr>
        <p:spPr>
          <a:xfrm>
            <a:off x="5843016" y="4212335"/>
            <a:ext cx="445134" cy="1728470"/>
          </a:xfrm>
          <a:custGeom>
            <a:avLst/>
            <a:gdLst/>
            <a:ahLst/>
            <a:cxnLst/>
            <a:rect l="l" t="t" r="r" b="b"/>
            <a:pathLst>
              <a:path w="445135" h="1728470">
                <a:moveTo>
                  <a:pt x="76200" y="635000"/>
                </a:moveTo>
                <a:lnTo>
                  <a:pt x="44450" y="677341"/>
                </a:lnTo>
                <a:lnTo>
                  <a:pt x="44450" y="25908"/>
                </a:lnTo>
                <a:lnTo>
                  <a:pt x="31750" y="25908"/>
                </a:lnTo>
                <a:lnTo>
                  <a:pt x="31750" y="677341"/>
                </a:lnTo>
                <a:lnTo>
                  <a:pt x="0" y="635000"/>
                </a:lnTo>
                <a:lnTo>
                  <a:pt x="38100" y="762000"/>
                </a:lnTo>
                <a:lnTo>
                  <a:pt x="60960" y="685800"/>
                </a:lnTo>
                <a:lnTo>
                  <a:pt x="76200" y="635000"/>
                </a:lnTo>
                <a:close/>
              </a:path>
              <a:path w="445135" h="1728470">
                <a:moveTo>
                  <a:pt x="266700" y="1601216"/>
                </a:moveTo>
                <a:lnTo>
                  <a:pt x="234950" y="1643557"/>
                </a:lnTo>
                <a:lnTo>
                  <a:pt x="234950" y="1168908"/>
                </a:lnTo>
                <a:lnTo>
                  <a:pt x="222250" y="1168908"/>
                </a:lnTo>
                <a:lnTo>
                  <a:pt x="222250" y="1643557"/>
                </a:lnTo>
                <a:lnTo>
                  <a:pt x="190500" y="1601216"/>
                </a:lnTo>
                <a:lnTo>
                  <a:pt x="228600" y="1728216"/>
                </a:lnTo>
                <a:lnTo>
                  <a:pt x="251460" y="1652016"/>
                </a:lnTo>
                <a:lnTo>
                  <a:pt x="266700" y="1601216"/>
                </a:lnTo>
                <a:close/>
              </a:path>
              <a:path w="445135" h="1728470">
                <a:moveTo>
                  <a:pt x="445008" y="127000"/>
                </a:moveTo>
                <a:lnTo>
                  <a:pt x="429768" y="76200"/>
                </a:lnTo>
                <a:lnTo>
                  <a:pt x="406908" y="0"/>
                </a:lnTo>
                <a:lnTo>
                  <a:pt x="368808" y="127000"/>
                </a:lnTo>
                <a:lnTo>
                  <a:pt x="400558" y="84670"/>
                </a:lnTo>
                <a:lnTo>
                  <a:pt x="400558" y="719328"/>
                </a:lnTo>
                <a:lnTo>
                  <a:pt x="413258" y="719328"/>
                </a:lnTo>
                <a:lnTo>
                  <a:pt x="413258" y="84670"/>
                </a:lnTo>
                <a:lnTo>
                  <a:pt x="445008" y="127000"/>
                </a:lnTo>
                <a:close/>
              </a:path>
            </a:pathLst>
          </a:custGeom>
          <a:solidFill>
            <a:srgbClr val="44536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2" name="object 172"/>
          <p:cNvSpPr/>
          <p:nvPr/>
        </p:nvSpPr>
        <p:spPr>
          <a:xfrm>
            <a:off x="8176259" y="571500"/>
            <a:ext cx="370840" cy="253365"/>
          </a:xfrm>
          <a:custGeom>
            <a:avLst/>
            <a:gdLst/>
            <a:ahLst/>
            <a:cxnLst/>
            <a:rect l="l" t="t" r="r" b="b"/>
            <a:pathLst>
              <a:path w="370840" h="253365">
                <a:moveTo>
                  <a:pt x="0" y="126491"/>
                </a:moveTo>
                <a:lnTo>
                  <a:pt x="9442" y="86514"/>
                </a:lnTo>
                <a:lnTo>
                  <a:pt x="35734" y="51791"/>
                </a:lnTo>
                <a:lnTo>
                  <a:pt x="75822" y="24408"/>
                </a:lnTo>
                <a:lnTo>
                  <a:pt x="126650" y="6449"/>
                </a:lnTo>
                <a:lnTo>
                  <a:pt x="185166" y="0"/>
                </a:lnTo>
                <a:lnTo>
                  <a:pt x="243681" y="6449"/>
                </a:lnTo>
                <a:lnTo>
                  <a:pt x="294509" y="24408"/>
                </a:lnTo>
                <a:lnTo>
                  <a:pt x="334597" y="51791"/>
                </a:lnTo>
                <a:lnTo>
                  <a:pt x="360889" y="86514"/>
                </a:lnTo>
                <a:lnTo>
                  <a:pt x="370332" y="126491"/>
                </a:lnTo>
                <a:lnTo>
                  <a:pt x="360889" y="166469"/>
                </a:lnTo>
                <a:lnTo>
                  <a:pt x="334597" y="201192"/>
                </a:lnTo>
                <a:lnTo>
                  <a:pt x="294509" y="228575"/>
                </a:lnTo>
                <a:lnTo>
                  <a:pt x="243681" y="246534"/>
                </a:lnTo>
                <a:lnTo>
                  <a:pt x="185166" y="252984"/>
                </a:lnTo>
                <a:lnTo>
                  <a:pt x="126650" y="246534"/>
                </a:lnTo>
                <a:lnTo>
                  <a:pt x="75822" y="228575"/>
                </a:lnTo>
                <a:lnTo>
                  <a:pt x="35734" y="201192"/>
                </a:lnTo>
                <a:lnTo>
                  <a:pt x="9442" y="166469"/>
                </a:lnTo>
                <a:lnTo>
                  <a:pt x="0" y="126491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3" name="object 173"/>
          <p:cNvSpPr txBox="1"/>
          <p:nvPr/>
        </p:nvSpPr>
        <p:spPr>
          <a:xfrm>
            <a:off x="8310498" y="482600"/>
            <a:ext cx="1803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solidFill>
                  <a:srgbClr val="44536A"/>
                </a:solidFill>
                <a:latin typeface="Calibri"/>
                <a:cs typeface="Calibri"/>
              </a:rPr>
              <a:t>1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174" name="object 174"/>
          <p:cNvGrpSpPr/>
          <p:nvPr/>
        </p:nvGrpSpPr>
        <p:grpSpPr>
          <a:xfrm>
            <a:off x="7685341" y="120205"/>
            <a:ext cx="591820" cy="975994"/>
            <a:chOff x="7685341" y="120205"/>
            <a:chExt cx="591820" cy="975994"/>
          </a:xfrm>
        </p:grpSpPr>
        <p:sp>
          <p:nvSpPr>
            <p:cNvPr id="175" name="object 175"/>
            <p:cNvSpPr/>
            <p:nvPr/>
          </p:nvSpPr>
          <p:spPr>
            <a:xfrm>
              <a:off x="8007096" y="333756"/>
              <a:ext cx="265430" cy="757555"/>
            </a:xfrm>
            <a:custGeom>
              <a:avLst/>
              <a:gdLst/>
              <a:ahLst/>
              <a:cxnLst/>
              <a:rect l="l" t="t" r="r" b="b"/>
              <a:pathLst>
                <a:path w="265429" h="757555">
                  <a:moveTo>
                    <a:pt x="0" y="0"/>
                  </a:moveTo>
                  <a:lnTo>
                    <a:pt x="265175" y="260604"/>
                  </a:lnTo>
                </a:path>
                <a:path w="265429" h="757555">
                  <a:moveTo>
                    <a:pt x="254507" y="467868"/>
                  </a:moveTo>
                  <a:lnTo>
                    <a:pt x="74675" y="757428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6" name="object 176"/>
            <p:cNvSpPr/>
            <p:nvPr/>
          </p:nvSpPr>
          <p:spPr>
            <a:xfrm>
              <a:off x="7690104" y="124968"/>
              <a:ext cx="370840" cy="253365"/>
            </a:xfrm>
            <a:custGeom>
              <a:avLst/>
              <a:gdLst/>
              <a:ahLst/>
              <a:cxnLst/>
              <a:rect l="l" t="t" r="r" b="b"/>
              <a:pathLst>
                <a:path w="370840" h="253365">
                  <a:moveTo>
                    <a:pt x="185166" y="0"/>
                  </a:moveTo>
                  <a:lnTo>
                    <a:pt x="126650" y="6449"/>
                  </a:lnTo>
                  <a:lnTo>
                    <a:pt x="75822" y="24408"/>
                  </a:lnTo>
                  <a:lnTo>
                    <a:pt x="35734" y="51791"/>
                  </a:lnTo>
                  <a:lnTo>
                    <a:pt x="9442" y="86514"/>
                  </a:lnTo>
                  <a:lnTo>
                    <a:pt x="0" y="126491"/>
                  </a:lnTo>
                  <a:lnTo>
                    <a:pt x="9442" y="166469"/>
                  </a:lnTo>
                  <a:lnTo>
                    <a:pt x="35734" y="201192"/>
                  </a:lnTo>
                  <a:lnTo>
                    <a:pt x="75822" y="228575"/>
                  </a:lnTo>
                  <a:lnTo>
                    <a:pt x="126650" y="246534"/>
                  </a:lnTo>
                  <a:lnTo>
                    <a:pt x="185166" y="252983"/>
                  </a:lnTo>
                  <a:lnTo>
                    <a:pt x="243681" y="246534"/>
                  </a:lnTo>
                  <a:lnTo>
                    <a:pt x="294509" y="228575"/>
                  </a:lnTo>
                  <a:lnTo>
                    <a:pt x="334597" y="201192"/>
                  </a:lnTo>
                  <a:lnTo>
                    <a:pt x="360889" y="166469"/>
                  </a:lnTo>
                  <a:lnTo>
                    <a:pt x="370331" y="126491"/>
                  </a:lnTo>
                  <a:lnTo>
                    <a:pt x="360889" y="86514"/>
                  </a:lnTo>
                  <a:lnTo>
                    <a:pt x="334597" y="51791"/>
                  </a:lnTo>
                  <a:lnTo>
                    <a:pt x="294509" y="24408"/>
                  </a:lnTo>
                  <a:lnTo>
                    <a:pt x="243681" y="6449"/>
                  </a:lnTo>
                  <a:lnTo>
                    <a:pt x="18516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7" name="object 177"/>
            <p:cNvSpPr/>
            <p:nvPr/>
          </p:nvSpPr>
          <p:spPr>
            <a:xfrm>
              <a:off x="7690104" y="124968"/>
              <a:ext cx="370840" cy="253365"/>
            </a:xfrm>
            <a:custGeom>
              <a:avLst/>
              <a:gdLst/>
              <a:ahLst/>
              <a:cxnLst/>
              <a:rect l="l" t="t" r="r" b="b"/>
              <a:pathLst>
                <a:path w="370840" h="253365">
                  <a:moveTo>
                    <a:pt x="0" y="126491"/>
                  </a:moveTo>
                  <a:lnTo>
                    <a:pt x="9442" y="86514"/>
                  </a:lnTo>
                  <a:lnTo>
                    <a:pt x="35734" y="51791"/>
                  </a:lnTo>
                  <a:lnTo>
                    <a:pt x="75822" y="24408"/>
                  </a:lnTo>
                  <a:lnTo>
                    <a:pt x="126650" y="6449"/>
                  </a:lnTo>
                  <a:lnTo>
                    <a:pt x="185166" y="0"/>
                  </a:lnTo>
                  <a:lnTo>
                    <a:pt x="243681" y="6449"/>
                  </a:lnTo>
                  <a:lnTo>
                    <a:pt x="294509" y="24408"/>
                  </a:lnTo>
                  <a:lnTo>
                    <a:pt x="334597" y="51791"/>
                  </a:lnTo>
                  <a:lnTo>
                    <a:pt x="360889" y="86514"/>
                  </a:lnTo>
                  <a:lnTo>
                    <a:pt x="370331" y="126491"/>
                  </a:lnTo>
                  <a:lnTo>
                    <a:pt x="360889" y="166469"/>
                  </a:lnTo>
                  <a:lnTo>
                    <a:pt x="334597" y="201192"/>
                  </a:lnTo>
                  <a:lnTo>
                    <a:pt x="294509" y="228575"/>
                  </a:lnTo>
                  <a:lnTo>
                    <a:pt x="243681" y="246534"/>
                  </a:lnTo>
                  <a:lnTo>
                    <a:pt x="185166" y="252983"/>
                  </a:lnTo>
                  <a:lnTo>
                    <a:pt x="126650" y="246534"/>
                  </a:lnTo>
                  <a:lnTo>
                    <a:pt x="75822" y="228575"/>
                  </a:lnTo>
                  <a:lnTo>
                    <a:pt x="35734" y="201192"/>
                  </a:lnTo>
                  <a:lnTo>
                    <a:pt x="9442" y="166469"/>
                  </a:lnTo>
                  <a:lnTo>
                    <a:pt x="0" y="126491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8" name="object 178"/>
          <p:cNvSpPr txBox="1"/>
          <p:nvPr/>
        </p:nvSpPr>
        <p:spPr>
          <a:xfrm>
            <a:off x="7823961" y="36703"/>
            <a:ext cx="1803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solidFill>
                  <a:srgbClr val="44536A"/>
                </a:solidFill>
                <a:latin typeface="Calibri"/>
                <a:cs typeface="Calibri"/>
              </a:rPr>
              <a:t>0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79" name="object 179"/>
          <p:cNvSpPr/>
          <p:nvPr/>
        </p:nvSpPr>
        <p:spPr>
          <a:xfrm>
            <a:off x="7246619" y="579119"/>
            <a:ext cx="370840" cy="253365"/>
          </a:xfrm>
          <a:custGeom>
            <a:avLst/>
            <a:gdLst/>
            <a:ahLst/>
            <a:cxnLst/>
            <a:rect l="l" t="t" r="r" b="b"/>
            <a:pathLst>
              <a:path w="370840" h="253365">
                <a:moveTo>
                  <a:pt x="0" y="126491"/>
                </a:moveTo>
                <a:lnTo>
                  <a:pt x="9442" y="86514"/>
                </a:lnTo>
                <a:lnTo>
                  <a:pt x="35734" y="51791"/>
                </a:lnTo>
                <a:lnTo>
                  <a:pt x="75822" y="24408"/>
                </a:lnTo>
                <a:lnTo>
                  <a:pt x="126650" y="6449"/>
                </a:lnTo>
                <a:lnTo>
                  <a:pt x="185165" y="0"/>
                </a:lnTo>
                <a:lnTo>
                  <a:pt x="243681" y="6449"/>
                </a:lnTo>
                <a:lnTo>
                  <a:pt x="294509" y="24408"/>
                </a:lnTo>
                <a:lnTo>
                  <a:pt x="334597" y="51791"/>
                </a:lnTo>
                <a:lnTo>
                  <a:pt x="360889" y="86514"/>
                </a:lnTo>
                <a:lnTo>
                  <a:pt x="370331" y="126491"/>
                </a:lnTo>
                <a:lnTo>
                  <a:pt x="360889" y="166469"/>
                </a:lnTo>
                <a:lnTo>
                  <a:pt x="334597" y="201192"/>
                </a:lnTo>
                <a:lnTo>
                  <a:pt x="294509" y="228575"/>
                </a:lnTo>
                <a:lnTo>
                  <a:pt x="243681" y="246534"/>
                </a:lnTo>
                <a:lnTo>
                  <a:pt x="185165" y="252983"/>
                </a:lnTo>
                <a:lnTo>
                  <a:pt x="126650" y="246534"/>
                </a:lnTo>
                <a:lnTo>
                  <a:pt x="75822" y="228575"/>
                </a:lnTo>
                <a:lnTo>
                  <a:pt x="35734" y="201192"/>
                </a:lnTo>
                <a:lnTo>
                  <a:pt x="9442" y="166469"/>
                </a:lnTo>
                <a:lnTo>
                  <a:pt x="0" y="12649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0" name="object 180"/>
          <p:cNvSpPr txBox="1"/>
          <p:nvPr/>
        </p:nvSpPr>
        <p:spPr>
          <a:xfrm>
            <a:off x="7379969" y="490220"/>
            <a:ext cx="1803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solidFill>
                  <a:srgbClr val="44536A"/>
                </a:solidFill>
                <a:latin typeface="Calibri"/>
                <a:cs typeface="Calibri"/>
              </a:rPr>
              <a:t>2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181" name="object 181"/>
          <p:cNvGrpSpPr/>
          <p:nvPr/>
        </p:nvGrpSpPr>
        <p:grpSpPr>
          <a:xfrm>
            <a:off x="7717345" y="998029"/>
            <a:ext cx="380365" cy="262890"/>
            <a:chOff x="7717345" y="998029"/>
            <a:chExt cx="380365" cy="262890"/>
          </a:xfrm>
        </p:grpSpPr>
        <p:sp>
          <p:nvSpPr>
            <p:cNvPr id="182" name="object 182"/>
            <p:cNvSpPr/>
            <p:nvPr/>
          </p:nvSpPr>
          <p:spPr>
            <a:xfrm>
              <a:off x="7722107" y="1002791"/>
              <a:ext cx="370840" cy="253365"/>
            </a:xfrm>
            <a:custGeom>
              <a:avLst/>
              <a:gdLst/>
              <a:ahLst/>
              <a:cxnLst/>
              <a:rect l="l" t="t" r="r" b="b"/>
              <a:pathLst>
                <a:path w="370840" h="253365">
                  <a:moveTo>
                    <a:pt x="185166" y="0"/>
                  </a:moveTo>
                  <a:lnTo>
                    <a:pt x="126650" y="6449"/>
                  </a:lnTo>
                  <a:lnTo>
                    <a:pt x="75822" y="24408"/>
                  </a:lnTo>
                  <a:lnTo>
                    <a:pt x="35734" y="51791"/>
                  </a:lnTo>
                  <a:lnTo>
                    <a:pt x="9442" y="86514"/>
                  </a:lnTo>
                  <a:lnTo>
                    <a:pt x="0" y="126492"/>
                  </a:lnTo>
                  <a:lnTo>
                    <a:pt x="9442" y="166469"/>
                  </a:lnTo>
                  <a:lnTo>
                    <a:pt x="35734" y="201192"/>
                  </a:lnTo>
                  <a:lnTo>
                    <a:pt x="75822" y="228575"/>
                  </a:lnTo>
                  <a:lnTo>
                    <a:pt x="126650" y="246534"/>
                  </a:lnTo>
                  <a:lnTo>
                    <a:pt x="185166" y="252984"/>
                  </a:lnTo>
                  <a:lnTo>
                    <a:pt x="243681" y="246534"/>
                  </a:lnTo>
                  <a:lnTo>
                    <a:pt x="294509" y="228575"/>
                  </a:lnTo>
                  <a:lnTo>
                    <a:pt x="334597" y="201192"/>
                  </a:lnTo>
                  <a:lnTo>
                    <a:pt x="360889" y="166469"/>
                  </a:lnTo>
                  <a:lnTo>
                    <a:pt x="370332" y="126492"/>
                  </a:lnTo>
                  <a:lnTo>
                    <a:pt x="360889" y="86514"/>
                  </a:lnTo>
                  <a:lnTo>
                    <a:pt x="334597" y="51791"/>
                  </a:lnTo>
                  <a:lnTo>
                    <a:pt x="294509" y="24408"/>
                  </a:lnTo>
                  <a:lnTo>
                    <a:pt x="243681" y="6449"/>
                  </a:lnTo>
                  <a:lnTo>
                    <a:pt x="18516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3" name="object 183"/>
            <p:cNvSpPr/>
            <p:nvPr/>
          </p:nvSpPr>
          <p:spPr>
            <a:xfrm>
              <a:off x="7722107" y="1002791"/>
              <a:ext cx="370840" cy="253365"/>
            </a:xfrm>
            <a:custGeom>
              <a:avLst/>
              <a:gdLst/>
              <a:ahLst/>
              <a:cxnLst/>
              <a:rect l="l" t="t" r="r" b="b"/>
              <a:pathLst>
                <a:path w="370840" h="253365">
                  <a:moveTo>
                    <a:pt x="0" y="126492"/>
                  </a:moveTo>
                  <a:lnTo>
                    <a:pt x="9442" y="86514"/>
                  </a:lnTo>
                  <a:lnTo>
                    <a:pt x="35734" y="51791"/>
                  </a:lnTo>
                  <a:lnTo>
                    <a:pt x="75822" y="24408"/>
                  </a:lnTo>
                  <a:lnTo>
                    <a:pt x="126650" y="6449"/>
                  </a:lnTo>
                  <a:lnTo>
                    <a:pt x="185166" y="0"/>
                  </a:lnTo>
                  <a:lnTo>
                    <a:pt x="243681" y="6449"/>
                  </a:lnTo>
                  <a:lnTo>
                    <a:pt x="294509" y="24408"/>
                  </a:lnTo>
                  <a:lnTo>
                    <a:pt x="334597" y="51791"/>
                  </a:lnTo>
                  <a:lnTo>
                    <a:pt x="360889" y="86514"/>
                  </a:lnTo>
                  <a:lnTo>
                    <a:pt x="370332" y="126492"/>
                  </a:lnTo>
                  <a:lnTo>
                    <a:pt x="360889" y="166469"/>
                  </a:lnTo>
                  <a:lnTo>
                    <a:pt x="334597" y="201192"/>
                  </a:lnTo>
                  <a:lnTo>
                    <a:pt x="294509" y="228575"/>
                  </a:lnTo>
                  <a:lnTo>
                    <a:pt x="243681" y="246534"/>
                  </a:lnTo>
                  <a:lnTo>
                    <a:pt x="185166" y="252984"/>
                  </a:lnTo>
                  <a:lnTo>
                    <a:pt x="126650" y="246534"/>
                  </a:lnTo>
                  <a:lnTo>
                    <a:pt x="75822" y="228575"/>
                  </a:lnTo>
                  <a:lnTo>
                    <a:pt x="35734" y="201192"/>
                  </a:lnTo>
                  <a:lnTo>
                    <a:pt x="9442" y="166469"/>
                  </a:lnTo>
                  <a:lnTo>
                    <a:pt x="0" y="126492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4" name="object 184"/>
          <p:cNvSpPr txBox="1"/>
          <p:nvPr/>
        </p:nvSpPr>
        <p:spPr>
          <a:xfrm>
            <a:off x="7855711" y="913333"/>
            <a:ext cx="18034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solidFill>
                  <a:srgbClr val="44536A"/>
                </a:solidFill>
                <a:latin typeface="Calibri"/>
                <a:cs typeface="Calibri"/>
              </a:rPr>
              <a:t>3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85" name="object 185"/>
          <p:cNvSpPr/>
          <p:nvPr/>
        </p:nvSpPr>
        <p:spPr>
          <a:xfrm>
            <a:off x="7499604" y="348995"/>
            <a:ext cx="243840" cy="749935"/>
          </a:xfrm>
          <a:custGeom>
            <a:avLst/>
            <a:gdLst/>
            <a:ahLst/>
            <a:cxnLst/>
            <a:rect l="l" t="t" r="r" b="b"/>
            <a:pathLst>
              <a:path w="243840" h="749935">
                <a:moveTo>
                  <a:pt x="243840" y="0"/>
                </a:moveTo>
                <a:lnTo>
                  <a:pt x="0" y="252983"/>
                </a:lnTo>
              </a:path>
              <a:path w="243840" h="749935">
                <a:moveTo>
                  <a:pt x="32003" y="460248"/>
                </a:moveTo>
                <a:lnTo>
                  <a:pt x="222503" y="749807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6" name="object 186"/>
          <p:cNvSpPr/>
          <p:nvPr/>
        </p:nvSpPr>
        <p:spPr>
          <a:xfrm>
            <a:off x="9497568" y="103631"/>
            <a:ext cx="370840" cy="253365"/>
          </a:xfrm>
          <a:custGeom>
            <a:avLst/>
            <a:gdLst/>
            <a:ahLst/>
            <a:cxnLst/>
            <a:rect l="l" t="t" r="r" b="b"/>
            <a:pathLst>
              <a:path w="370840" h="253365">
                <a:moveTo>
                  <a:pt x="0" y="126492"/>
                </a:moveTo>
                <a:lnTo>
                  <a:pt x="9442" y="86514"/>
                </a:lnTo>
                <a:lnTo>
                  <a:pt x="35734" y="51791"/>
                </a:lnTo>
                <a:lnTo>
                  <a:pt x="75822" y="24408"/>
                </a:lnTo>
                <a:lnTo>
                  <a:pt x="126650" y="6449"/>
                </a:lnTo>
                <a:lnTo>
                  <a:pt x="185165" y="0"/>
                </a:lnTo>
                <a:lnTo>
                  <a:pt x="243681" y="6449"/>
                </a:lnTo>
                <a:lnTo>
                  <a:pt x="294509" y="24408"/>
                </a:lnTo>
                <a:lnTo>
                  <a:pt x="334597" y="51791"/>
                </a:lnTo>
                <a:lnTo>
                  <a:pt x="360889" y="86514"/>
                </a:lnTo>
                <a:lnTo>
                  <a:pt x="370331" y="126492"/>
                </a:lnTo>
                <a:lnTo>
                  <a:pt x="360889" y="166469"/>
                </a:lnTo>
                <a:lnTo>
                  <a:pt x="334597" y="201192"/>
                </a:lnTo>
                <a:lnTo>
                  <a:pt x="294509" y="228575"/>
                </a:lnTo>
                <a:lnTo>
                  <a:pt x="243681" y="246534"/>
                </a:lnTo>
                <a:lnTo>
                  <a:pt x="185165" y="252984"/>
                </a:lnTo>
                <a:lnTo>
                  <a:pt x="126650" y="246534"/>
                </a:lnTo>
                <a:lnTo>
                  <a:pt x="75822" y="228575"/>
                </a:lnTo>
                <a:lnTo>
                  <a:pt x="35734" y="201192"/>
                </a:lnTo>
                <a:lnTo>
                  <a:pt x="9442" y="166469"/>
                </a:lnTo>
                <a:lnTo>
                  <a:pt x="0" y="126492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7" name="object 187"/>
          <p:cNvSpPr txBox="1"/>
          <p:nvPr/>
        </p:nvSpPr>
        <p:spPr>
          <a:xfrm>
            <a:off x="9632060" y="14478"/>
            <a:ext cx="1803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solidFill>
                  <a:srgbClr val="44536A"/>
                </a:solidFill>
                <a:latin typeface="Calibri"/>
                <a:cs typeface="Calibri"/>
              </a:rPr>
              <a:t>4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88" name="object 188"/>
          <p:cNvSpPr/>
          <p:nvPr/>
        </p:nvSpPr>
        <p:spPr>
          <a:xfrm>
            <a:off x="9054083" y="556259"/>
            <a:ext cx="370840" cy="253365"/>
          </a:xfrm>
          <a:custGeom>
            <a:avLst/>
            <a:gdLst/>
            <a:ahLst/>
            <a:cxnLst/>
            <a:rect l="l" t="t" r="r" b="b"/>
            <a:pathLst>
              <a:path w="370840" h="253365">
                <a:moveTo>
                  <a:pt x="0" y="126491"/>
                </a:moveTo>
                <a:lnTo>
                  <a:pt x="9442" y="86514"/>
                </a:lnTo>
                <a:lnTo>
                  <a:pt x="35734" y="51791"/>
                </a:lnTo>
                <a:lnTo>
                  <a:pt x="75822" y="24408"/>
                </a:lnTo>
                <a:lnTo>
                  <a:pt x="126650" y="6449"/>
                </a:lnTo>
                <a:lnTo>
                  <a:pt x="185166" y="0"/>
                </a:lnTo>
                <a:lnTo>
                  <a:pt x="243681" y="6449"/>
                </a:lnTo>
                <a:lnTo>
                  <a:pt x="294509" y="24408"/>
                </a:lnTo>
                <a:lnTo>
                  <a:pt x="334597" y="51791"/>
                </a:lnTo>
                <a:lnTo>
                  <a:pt x="360889" y="86514"/>
                </a:lnTo>
                <a:lnTo>
                  <a:pt x="370332" y="126491"/>
                </a:lnTo>
                <a:lnTo>
                  <a:pt x="360889" y="166469"/>
                </a:lnTo>
                <a:lnTo>
                  <a:pt x="334597" y="201192"/>
                </a:lnTo>
                <a:lnTo>
                  <a:pt x="294509" y="228575"/>
                </a:lnTo>
                <a:lnTo>
                  <a:pt x="243681" y="246534"/>
                </a:lnTo>
                <a:lnTo>
                  <a:pt x="185166" y="252984"/>
                </a:lnTo>
                <a:lnTo>
                  <a:pt x="126650" y="246534"/>
                </a:lnTo>
                <a:lnTo>
                  <a:pt x="75822" y="228575"/>
                </a:lnTo>
                <a:lnTo>
                  <a:pt x="35734" y="201192"/>
                </a:lnTo>
                <a:lnTo>
                  <a:pt x="9442" y="166469"/>
                </a:lnTo>
                <a:lnTo>
                  <a:pt x="0" y="126491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9" name="object 189"/>
          <p:cNvSpPr txBox="1"/>
          <p:nvPr/>
        </p:nvSpPr>
        <p:spPr>
          <a:xfrm>
            <a:off x="9187942" y="467309"/>
            <a:ext cx="18034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solidFill>
                  <a:srgbClr val="44536A"/>
                </a:solidFill>
                <a:latin typeface="Calibri"/>
                <a:cs typeface="Calibri"/>
              </a:rPr>
              <a:t>5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90" name="object 190"/>
          <p:cNvSpPr/>
          <p:nvPr/>
        </p:nvSpPr>
        <p:spPr>
          <a:xfrm>
            <a:off x="9529571" y="979932"/>
            <a:ext cx="370840" cy="253365"/>
          </a:xfrm>
          <a:custGeom>
            <a:avLst/>
            <a:gdLst/>
            <a:ahLst/>
            <a:cxnLst/>
            <a:rect l="l" t="t" r="r" b="b"/>
            <a:pathLst>
              <a:path w="370840" h="253365">
                <a:moveTo>
                  <a:pt x="0" y="126491"/>
                </a:moveTo>
                <a:lnTo>
                  <a:pt x="9442" y="86514"/>
                </a:lnTo>
                <a:lnTo>
                  <a:pt x="35734" y="51791"/>
                </a:lnTo>
                <a:lnTo>
                  <a:pt x="75822" y="24408"/>
                </a:lnTo>
                <a:lnTo>
                  <a:pt x="126650" y="6449"/>
                </a:lnTo>
                <a:lnTo>
                  <a:pt x="185166" y="0"/>
                </a:lnTo>
                <a:lnTo>
                  <a:pt x="243681" y="6449"/>
                </a:lnTo>
                <a:lnTo>
                  <a:pt x="294509" y="24408"/>
                </a:lnTo>
                <a:lnTo>
                  <a:pt x="334597" y="51791"/>
                </a:lnTo>
                <a:lnTo>
                  <a:pt x="360889" y="86514"/>
                </a:lnTo>
                <a:lnTo>
                  <a:pt x="370331" y="126491"/>
                </a:lnTo>
                <a:lnTo>
                  <a:pt x="360889" y="166469"/>
                </a:lnTo>
                <a:lnTo>
                  <a:pt x="334597" y="201192"/>
                </a:lnTo>
                <a:lnTo>
                  <a:pt x="294509" y="228575"/>
                </a:lnTo>
                <a:lnTo>
                  <a:pt x="243681" y="246534"/>
                </a:lnTo>
                <a:lnTo>
                  <a:pt x="185166" y="252983"/>
                </a:lnTo>
                <a:lnTo>
                  <a:pt x="126650" y="246534"/>
                </a:lnTo>
                <a:lnTo>
                  <a:pt x="75822" y="228575"/>
                </a:lnTo>
                <a:lnTo>
                  <a:pt x="35734" y="201192"/>
                </a:lnTo>
                <a:lnTo>
                  <a:pt x="9442" y="166469"/>
                </a:lnTo>
                <a:lnTo>
                  <a:pt x="0" y="12649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1" name="object 191"/>
          <p:cNvSpPr txBox="1"/>
          <p:nvPr/>
        </p:nvSpPr>
        <p:spPr>
          <a:xfrm>
            <a:off x="9663810" y="890981"/>
            <a:ext cx="18034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solidFill>
                  <a:srgbClr val="44536A"/>
                </a:solidFill>
                <a:latin typeface="Calibri"/>
                <a:cs typeface="Calibri"/>
              </a:rPr>
              <a:t>6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92" name="object 192"/>
          <p:cNvSpPr/>
          <p:nvPr/>
        </p:nvSpPr>
        <p:spPr>
          <a:xfrm>
            <a:off x="9118092" y="326136"/>
            <a:ext cx="433070" cy="1493520"/>
          </a:xfrm>
          <a:custGeom>
            <a:avLst/>
            <a:gdLst/>
            <a:ahLst/>
            <a:cxnLst/>
            <a:rect l="l" t="t" r="r" b="b"/>
            <a:pathLst>
              <a:path w="433070" h="1493520">
                <a:moveTo>
                  <a:pt x="432815" y="0"/>
                </a:moveTo>
                <a:lnTo>
                  <a:pt x="188975" y="252984"/>
                </a:lnTo>
              </a:path>
              <a:path w="433070" h="1493520">
                <a:moveTo>
                  <a:pt x="220979" y="460248"/>
                </a:moveTo>
                <a:lnTo>
                  <a:pt x="411479" y="751332"/>
                </a:lnTo>
              </a:path>
              <a:path w="433070" h="1493520">
                <a:moveTo>
                  <a:pt x="0" y="1367028"/>
                </a:moveTo>
                <a:lnTo>
                  <a:pt x="9400" y="1327050"/>
                </a:lnTo>
                <a:lnTo>
                  <a:pt x="35576" y="1292327"/>
                </a:lnTo>
                <a:lnTo>
                  <a:pt x="75492" y="1264944"/>
                </a:lnTo>
                <a:lnTo>
                  <a:pt x="126114" y="1246985"/>
                </a:lnTo>
                <a:lnTo>
                  <a:pt x="184403" y="1240536"/>
                </a:lnTo>
                <a:lnTo>
                  <a:pt x="242693" y="1246985"/>
                </a:lnTo>
                <a:lnTo>
                  <a:pt x="293315" y="1264944"/>
                </a:lnTo>
                <a:lnTo>
                  <a:pt x="333231" y="1292327"/>
                </a:lnTo>
                <a:lnTo>
                  <a:pt x="359407" y="1327050"/>
                </a:lnTo>
                <a:lnTo>
                  <a:pt x="368807" y="1367028"/>
                </a:lnTo>
                <a:lnTo>
                  <a:pt x="359407" y="1407005"/>
                </a:lnTo>
                <a:lnTo>
                  <a:pt x="333231" y="1441728"/>
                </a:lnTo>
                <a:lnTo>
                  <a:pt x="293315" y="1469111"/>
                </a:lnTo>
                <a:lnTo>
                  <a:pt x="242693" y="1487070"/>
                </a:lnTo>
                <a:lnTo>
                  <a:pt x="184403" y="1493520"/>
                </a:lnTo>
                <a:lnTo>
                  <a:pt x="126114" y="1487070"/>
                </a:lnTo>
                <a:lnTo>
                  <a:pt x="75492" y="1469111"/>
                </a:lnTo>
                <a:lnTo>
                  <a:pt x="35576" y="1441728"/>
                </a:lnTo>
                <a:lnTo>
                  <a:pt x="9400" y="1407005"/>
                </a:lnTo>
                <a:lnTo>
                  <a:pt x="0" y="1367028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3" name="object 193"/>
          <p:cNvSpPr txBox="1"/>
          <p:nvPr/>
        </p:nvSpPr>
        <p:spPr>
          <a:xfrm>
            <a:off x="9251442" y="1478660"/>
            <a:ext cx="1803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solidFill>
                  <a:srgbClr val="44536A"/>
                </a:solidFill>
                <a:latin typeface="Calibri"/>
                <a:cs typeface="Calibri"/>
              </a:rPr>
              <a:t>7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94" name="object 194"/>
          <p:cNvSpPr/>
          <p:nvPr/>
        </p:nvSpPr>
        <p:spPr>
          <a:xfrm>
            <a:off x="9403080" y="1225296"/>
            <a:ext cx="220979" cy="372110"/>
          </a:xfrm>
          <a:custGeom>
            <a:avLst/>
            <a:gdLst/>
            <a:ahLst/>
            <a:cxnLst/>
            <a:rect l="l" t="t" r="r" b="b"/>
            <a:pathLst>
              <a:path w="220979" h="372109">
                <a:moveTo>
                  <a:pt x="220979" y="0"/>
                </a:moveTo>
                <a:lnTo>
                  <a:pt x="0" y="371855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5" name="object 195"/>
          <p:cNvSpPr txBox="1"/>
          <p:nvPr/>
        </p:nvSpPr>
        <p:spPr>
          <a:xfrm>
            <a:off x="2031619" y="6553148"/>
            <a:ext cx="783272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z="1800" dirty="0">
                <a:latin typeface="Calibri"/>
                <a:cs typeface="Calibri"/>
              </a:rPr>
              <a:t>An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undirected </a:t>
            </a:r>
            <a:r>
              <a:rPr sz="1800" dirty="0">
                <a:latin typeface="Calibri"/>
                <a:cs typeface="Calibri"/>
              </a:rPr>
              <a:t>graph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with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4536A"/>
                </a:solidFill>
                <a:latin typeface="Calibri"/>
                <a:cs typeface="Calibri"/>
              </a:rPr>
              <a:t>n</a:t>
            </a:r>
            <a:r>
              <a:rPr sz="1800" spc="-20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vertices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4536A"/>
                </a:solidFill>
                <a:latin typeface="Calibri"/>
                <a:cs typeface="Calibri"/>
              </a:rPr>
              <a:t>e</a:t>
            </a:r>
            <a:r>
              <a:rPr sz="1800" spc="-20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edges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==&gt;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head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nodes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2e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list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nodes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20261" y="424637"/>
            <a:ext cx="503936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0" i="0" dirty="0">
                <a:solidFill>
                  <a:srgbClr val="000000"/>
                </a:solidFill>
                <a:latin typeface="Calibri Light"/>
                <a:cs typeface="Calibri Light"/>
              </a:rPr>
              <a:t>Interesting</a:t>
            </a:r>
            <a:r>
              <a:rPr b="0" i="0" spc="-250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b="0" i="0" spc="-10" dirty="0">
                <a:solidFill>
                  <a:srgbClr val="000000"/>
                </a:solidFill>
                <a:latin typeface="Calibri Light"/>
                <a:cs typeface="Calibri Light"/>
              </a:rPr>
              <a:t>Operations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01798" y="1578228"/>
            <a:ext cx="368807" cy="37947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01798" y="2675204"/>
            <a:ext cx="368807" cy="37978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01798" y="3772865"/>
            <a:ext cx="368807" cy="37978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01798" y="4870703"/>
            <a:ext cx="368807" cy="379475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139065">
              <a:lnSpc>
                <a:spcPct val="100000"/>
              </a:lnSpc>
              <a:spcBef>
                <a:spcPts val="894"/>
              </a:spcBef>
            </a:pPr>
            <a:r>
              <a:rPr dirty="0"/>
              <a:t>degree</a:t>
            </a:r>
            <a:r>
              <a:rPr spc="-90" dirty="0"/>
              <a:t> </a:t>
            </a:r>
            <a:r>
              <a:rPr dirty="0"/>
              <a:t>of</a:t>
            </a:r>
            <a:r>
              <a:rPr spc="-65" dirty="0"/>
              <a:t> </a:t>
            </a:r>
            <a:r>
              <a:rPr dirty="0"/>
              <a:t>a</a:t>
            </a:r>
            <a:r>
              <a:rPr spc="-60" dirty="0"/>
              <a:t> </a:t>
            </a:r>
            <a:r>
              <a:rPr dirty="0"/>
              <a:t>vertex</a:t>
            </a:r>
            <a:r>
              <a:rPr spc="-75" dirty="0"/>
              <a:t> </a:t>
            </a:r>
            <a:r>
              <a:rPr dirty="0"/>
              <a:t>in</a:t>
            </a:r>
            <a:r>
              <a:rPr spc="-60" dirty="0"/>
              <a:t> </a:t>
            </a:r>
            <a:r>
              <a:rPr dirty="0"/>
              <a:t>an</a:t>
            </a:r>
            <a:r>
              <a:rPr spc="-65" dirty="0"/>
              <a:t> </a:t>
            </a:r>
            <a:r>
              <a:rPr dirty="0"/>
              <a:t>undirected</a:t>
            </a:r>
            <a:r>
              <a:rPr spc="-70" dirty="0"/>
              <a:t> </a:t>
            </a:r>
            <a:r>
              <a:rPr spc="-10" dirty="0"/>
              <a:t>graph</a:t>
            </a:r>
          </a:p>
          <a:p>
            <a:pPr marL="411480">
              <a:lnSpc>
                <a:spcPct val="100000"/>
              </a:lnSpc>
              <a:spcBef>
                <a:spcPts val="690"/>
              </a:spcBef>
            </a:pPr>
            <a:r>
              <a:rPr sz="2800" dirty="0"/>
              <a:t>–#</a:t>
            </a:r>
            <a:r>
              <a:rPr sz="2800" spc="-40" dirty="0"/>
              <a:t> </a:t>
            </a:r>
            <a:r>
              <a:rPr sz="2800" dirty="0"/>
              <a:t>of</a:t>
            </a:r>
            <a:r>
              <a:rPr sz="2800" spc="-55" dirty="0"/>
              <a:t> </a:t>
            </a:r>
            <a:r>
              <a:rPr sz="2800" dirty="0"/>
              <a:t>nodes</a:t>
            </a:r>
            <a:r>
              <a:rPr sz="2800" spc="-30" dirty="0"/>
              <a:t> </a:t>
            </a:r>
            <a:r>
              <a:rPr sz="2800" dirty="0"/>
              <a:t>in</a:t>
            </a:r>
            <a:r>
              <a:rPr sz="2800" spc="-50" dirty="0"/>
              <a:t> </a:t>
            </a:r>
            <a:r>
              <a:rPr sz="2800" dirty="0"/>
              <a:t>adjacency</a:t>
            </a:r>
            <a:r>
              <a:rPr sz="2800" spc="-40" dirty="0"/>
              <a:t> </a:t>
            </a:r>
            <a:r>
              <a:rPr sz="2800" spc="-20" dirty="0"/>
              <a:t>list</a:t>
            </a:r>
            <a:endParaRPr sz="2800"/>
          </a:p>
          <a:p>
            <a:pPr marL="139065">
              <a:lnSpc>
                <a:spcPct val="100000"/>
              </a:lnSpc>
              <a:spcBef>
                <a:spcPts val="750"/>
              </a:spcBef>
            </a:pPr>
            <a:r>
              <a:rPr dirty="0"/>
              <a:t>#</a:t>
            </a:r>
            <a:r>
              <a:rPr spc="-25" dirty="0"/>
              <a:t> </a:t>
            </a:r>
            <a:r>
              <a:rPr dirty="0"/>
              <a:t>of</a:t>
            </a:r>
            <a:r>
              <a:rPr spc="-20" dirty="0"/>
              <a:t> </a:t>
            </a:r>
            <a:r>
              <a:rPr dirty="0"/>
              <a:t>edges</a:t>
            </a:r>
            <a:r>
              <a:rPr spc="-30" dirty="0"/>
              <a:t> </a:t>
            </a:r>
            <a:r>
              <a:rPr dirty="0"/>
              <a:t>in</a:t>
            </a:r>
            <a:r>
              <a:rPr spc="-20" dirty="0"/>
              <a:t> </a:t>
            </a:r>
            <a:r>
              <a:rPr dirty="0"/>
              <a:t>a</a:t>
            </a:r>
            <a:r>
              <a:rPr spc="-20" dirty="0"/>
              <a:t> </a:t>
            </a:r>
            <a:r>
              <a:rPr spc="-10" dirty="0"/>
              <a:t>graph</a:t>
            </a:r>
          </a:p>
          <a:p>
            <a:pPr marL="411480">
              <a:lnSpc>
                <a:spcPct val="100000"/>
              </a:lnSpc>
              <a:spcBef>
                <a:spcPts val="690"/>
              </a:spcBef>
            </a:pPr>
            <a:r>
              <a:rPr sz="2800" dirty="0"/>
              <a:t>–determined</a:t>
            </a:r>
            <a:r>
              <a:rPr sz="2800" spc="-85" dirty="0"/>
              <a:t> </a:t>
            </a:r>
            <a:r>
              <a:rPr sz="2800" dirty="0"/>
              <a:t>in</a:t>
            </a:r>
            <a:r>
              <a:rPr sz="2800" spc="-95" dirty="0"/>
              <a:t> </a:t>
            </a:r>
            <a:r>
              <a:rPr sz="2800" spc="-10" dirty="0"/>
              <a:t>O(n+e)</a:t>
            </a:r>
            <a:endParaRPr sz="2800"/>
          </a:p>
          <a:p>
            <a:pPr marL="139065">
              <a:lnSpc>
                <a:spcPct val="100000"/>
              </a:lnSpc>
              <a:spcBef>
                <a:spcPts val="755"/>
              </a:spcBef>
            </a:pPr>
            <a:r>
              <a:rPr spc="-20" dirty="0"/>
              <a:t>out-</a:t>
            </a:r>
            <a:r>
              <a:rPr dirty="0"/>
              <a:t>degree</a:t>
            </a:r>
            <a:r>
              <a:rPr spc="-80" dirty="0"/>
              <a:t> </a:t>
            </a:r>
            <a:r>
              <a:rPr dirty="0"/>
              <a:t>of</a:t>
            </a:r>
            <a:r>
              <a:rPr spc="-55" dirty="0"/>
              <a:t> </a:t>
            </a:r>
            <a:r>
              <a:rPr dirty="0"/>
              <a:t>a</a:t>
            </a:r>
            <a:r>
              <a:rPr spc="-50" dirty="0"/>
              <a:t> </a:t>
            </a:r>
            <a:r>
              <a:rPr dirty="0"/>
              <a:t>vertex</a:t>
            </a:r>
            <a:r>
              <a:rPr spc="-65" dirty="0"/>
              <a:t> </a:t>
            </a:r>
            <a:r>
              <a:rPr dirty="0"/>
              <a:t>in</a:t>
            </a:r>
            <a:r>
              <a:rPr spc="-50" dirty="0"/>
              <a:t> </a:t>
            </a:r>
            <a:r>
              <a:rPr dirty="0"/>
              <a:t>a</a:t>
            </a:r>
            <a:r>
              <a:rPr spc="-50" dirty="0"/>
              <a:t> </a:t>
            </a:r>
            <a:r>
              <a:rPr dirty="0"/>
              <a:t>directed</a:t>
            </a:r>
            <a:r>
              <a:rPr spc="-50" dirty="0"/>
              <a:t> </a:t>
            </a:r>
            <a:r>
              <a:rPr spc="-10" dirty="0"/>
              <a:t>graph</a:t>
            </a:r>
          </a:p>
          <a:p>
            <a:pPr marL="411480">
              <a:lnSpc>
                <a:spcPct val="100000"/>
              </a:lnSpc>
              <a:spcBef>
                <a:spcPts val="690"/>
              </a:spcBef>
            </a:pPr>
            <a:r>
              <a:rPr sz="2800" dirty="0"/>
              <a:t>–#</a:t>
            </a:r>
            <a:r>
              <a:rPr sz="2800" spc="-40" dirty="0"/>
              <a:t> </a:t>
            </a:r>
            <a:r>
              <a:rPr sz="2800" dirty="0"/>
              <a:t>of</a:t>
            </a:r>
            <a:r>
              <a:rPr sz="2800" spc="-50" dirty="0"/>
              <a:t> </a:t>
            </a:r>
            <a:r>
              <a:rPr sz="2800" dirty="0"/>
              <a:t>nodes</a:t>
            </a:r>
            <a:r>
              <a:rPr sz="2800" spc="-30" dirty="0"/>
              <a:t> </a:t>
            </a:r>
            <a:r>
              <a:rPr sz="2800" dirty="0"/>
              <a:t>in</a:t>
            </a:r>
            <a:r>
              <a:rPr sz="2800" spc="-45" dirty="0"/>
              <a:t> </a:t>
            </a:r>
            <a:r>
              <a:rPr sz="2800" dirty="0"/>
              <a:t>its</a:t>
            </a:r>
            <a:r>
              <a:rPr sz="2800" spc="-50" dirty="0"/>
              <a:t> </a:t>
            </a:r>
            <a:r>
              <a:rPr sz="2800" dirty="0"/>
              <a:t>adjacency</a:t>
            </a:r>
            <a:r>
              <a:rPr sz="2800" spc="-35" dirty="0"/>
              <a:t> </a:t>
            </a:r>
            <a:r>
              <a:rPr sz="2800" spc="-20" dirty="0"/>
              <a:t>list</a:t>
            </a:r>
            <a:endParaRPr sz="2800"/>
          </a:p>
          <a:p>
            <a:pPr marL="139065">
              <a:lnSpc>
                <a:spcPct val="100000"/>
              </a:lnSpc>
              <a:spcBef>
                <a:spcPts val="750"/>
              </a:spcBef>
            </a:pPr>
            <a:r>
              <a:rPr spc="-20" dirty="0"/>
              <a:t>in-</a:t>
            </a:r>
            <a:r>
              <a:rPr dirty="0"/>
              <a:t>degree</a:t>
            </a:r>
            <a:r>
              <a:rPr spc="-70" dirty="0"/>
              <a:t> </a:t>
            </a:r>
            <a:r>
              <a:rPr dirty="0"/>
              <a:t>of</a:t>
            </a:r>
            <a:r>
              <a:rPr spc="-50" dirty="0"/>
              <a:t> </a:t>
            </a:r>
            <a:r>
              <a:rPr dirty="0"/>
              <a:t>a</a:t>
            </a:r>
            <a:r>
              <a:rPr spc="-55" dirty="0"/>
              <a:t> </a:t>
            </a:r>
            <a:r>
              <a:rPr dirty="0"/>
              <a:t>vertex</a:t>
            </a:r>
            <a:r>
              <a:rPr spc="-55" dirty="0"/>
              <a:t> </a:t>
            </a:r>
            <a:r>
              <a:rPr dirty="0"/>
              <a:t>in</a:t>
            </a:r>
            <a:r>
              <a:rPr spc="-55" dirty="0"/>
              <a:t> </a:t>
            </a:r>
            <a:r>
              <a:rPr dirty="0"/>
              <a:t>a</a:t>
            </a:r>
            <a:r>
              <a:rPr spc="-50" dirty="0"/>
              <a:t> </a:t>
            </a:r>
            <a:r>
              <a:rPr dirty="0"/>
              <a:t>directed</a:t>
            </a:r>
            <a:r>
              <a:rPr spc="-55" dirty="0"/>
              <a:t> </a:t>
            </a:r>
            <a:r>
              <a:rPr spc="-10" dirty="0"/>
              <a:t>graph</a:t>
            </a:r>
          </a:p>
          <a:p>
            <a:pPr marL="411480">
              <a:lnSpc>
                <a:spcPct val="100000"/>
              </a:lnSpc>
              <a:spcBef>
                <a:spcPts val="690"/>
              </a:spcBef>
            </a:pPr>
            <a:r>
              <a:rPr sz="2800" spc="-20" dirty="0"/>
              <a:t>–traverse</a:t>
            </a:r>
            <a:r>
              <a:rPr sz="2800" spc="-55" dirty="0"/>
              <a:t> </a:t>
            </a:r>
            <a:r>
              <a:rPr sz="2800" dirty="0"/>
              <a:t>the</a:t>
            </a:r>
            <a:r>
              <a:rPr sz="2800" spc="-40" dirty="0"/>
              <a:t> </a:t>
            </a:r>
            <a:r>
              <a:rPr sz="2800" dirty="0"/>
              <a:t>whole</a:t>
            </a:r>
            <a:r>
              <a:rPr sz="2800" spc="-45" dirty="0"/>
              <a:t> </a:t>
            </a:r>
            <a:r>
              <a:rPr sz="2800" dirty="0"/>
              <a:t>data</a:t>
            </a:r>
            <a:r>
              <a:rPr sz="2800" spc="-50" dirty="0"/>
              <a:t> </a:t>
            </a:r>
            <a:r>
              <a:rPr sz="2800" spc="-10" dirty="0"/>
              <a:t>structure</a:t>
            </a:r>
            <a:endParaRPr sz="2800"/>
          </a:p>
        </p:txBody>
      </p:sp>
      <p:sp>
        <p:nvSpPr>
          <p:cNvPr id="8" name="object 8"/>
          <p:cNvSpPr txBox="1"/>
          <p:nvPr/>
        </p:nvSpPr>
        <p:spPr>
          <a:xfrm>
            <a:off x="5738876" y="6465214"/>
            <a:ext cx="71374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CHAPTER</a:t>
            </a:r>
            <a:r>
              <a:rPr sz="1200" spc="-4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spc="-50" dirty="0">
                <a:solidFill>
                  <a:srgbClr val="888888"/>
                </a:solidFill>
                <a:latin typeface="Calibri"/>
                <a:cs typeface="Calibri"/>
              </a:rPr>
              <a:t>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1609" rIns="0" bIns="0" rtlCol="0">
            <a:spAutoFit/>
          </a:bodyPr>
          <a:lstStyle/>
          <a:p>
            <a:pPr marL="3026410">
              <a:lnSpc>
                <a:spcPct val="100000"/>
              </a:lnSpc>
              <a:spcBef>
                <a:spcPts val="105"/>
              </a:spcBef>
            </a:pPr>
            <a:r>
              <a:rPr b="0" i="0" dirty="0">
                <a:solidFill>
                  <a:srgbClr val="44536A"/>
                </a:solidFill>
                <a:latin typeface="Times New Roman"/>
                <a:cs typeface="Times New Roman"/>
              </a:rPr>
              <a:t>Some</a:t>
            </a:r>
            <a:r>
              <a:rPr b="0" i="0" spc="-10" dirty="0">
                <a:solidFill>
                  <a:srgbClr val="44536A"/>
                </a:solidFill>
                <a:latin typeface="Times New Roman"/>
                <a:cs typeface="Times New Roman"/>
              </a:rPr>
              <a:t> </a:t>
            </a:r>
            <a:r>
              <a:rPr b="0" i="0" dirty="0">
                <a:solidFill>
                  <a:srgbClr val="44536A"/>
                </a:solidFill>
                <a:latin typeface="Times New Roman"/>
                <a:cs typeface="Times New Roman"/>
              </a:rPr>
              <a:t>Graph</a:t>
            </a:r>
            <a:r>
              <a:rPr b="0" i="0" spc="-30" dirty="0">
                <a:solidFill>
                  <a:srgbClr val="44536A"/>
                </a:solidFill>
                <a:latin typeface="Times New Roman"/>
                <a:cs typeface="Times New Roman"/>
              </a:rPr>
              <a:t> </a:t>
            </a:r>
            <a:r>
              <a:rPr b="0" i="0" spc="-10" dirty="0">
                <a:solidFill>
                  <a:srgbClr val="44536A"/>
                </a:solidFill>
                <a:latin typeface="Times New Roman"/>
                <a:cs typeface="Times New Roman"/>
              </a:rPr>
              <a:t>Operations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14879" y="1741677"/>
            <a:ext cx="368807" cy="37947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14879" y="5180406"/>
            <a:ext cx="368807" cy="37978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14879" y="5765901"/>
            <a:ext cx="368807" cy="379476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045332" y="1628394"/>
            <a:ext cx="6985000" cy="45383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10" dirty="0">
                <a:latin typeface="Times New Roman"/>
                <a:cs typeface="Times New Roman"/>
              </a:rPr>
              <a:t>Traversal</a:t>
            </a:r>
            <a:endParaRPr sz="3200">
              <a:latin typeface="Times New Roman"/>
              <a:cs typeface="Times New Roman"/>
            </a:endParaRPr>
          </a:p>
          <a:p>
            <a:pPr marL="12700" marR="5080">
              <a:lnSpc>
                <a:spcPts val="3829"/>
              </a:lnSpc>
              <a:spcBef>
                <a:spcPts val="145"/>
              </a:spcBef>
            </a:pPr>
            <a:r>
              <a:rPr sz="3200" dirty="0">
                <a:solidFill>
                  <a:srgbClr val="EC7C30"/>
                </a:solidFill>
                <a:latin typeface="Times New Roman"/>
                <a:cs typeface="Times New Roman"/>
              </a:rPr>
              <a:t>Given</a:t>
            </a:r>
            <a:r>
              <a:rPr sz="3200" spc="-60" dirty="0">
                <a:solidFill>
                  <a:srgbClr val="EC7C30"/>
                </a:solidFill>
                <a:latin typeface="Times New Roman"/>
                <a:cs typeface="Times New Roman"/>
              </a:rPr>
              <a:t> </a:t>
            </a:r>
            <a:r>
              <a:rPr sz="3200" spc="-45" dirty="0">
                <a:solidFill>
                  <a:srgbClr val="EC7C30"/>
                </a:solidFill>
                <a:latin typeface="Times New Roman"/>
                <a:cs typeface="Times New Roman"/>
              </a:rPr>
              <a:t>G=(V,E)</a:t>
            </a:r>
            <a:r>
              <a:rPr sz="3200" spc="-85" dirty="0">
                <a:solidFill>
                  <a:srgbClr val="EC7C3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EC7C30"/>
                </a:solidFill>
                <a:latin typeface="Times New Roman"/>
                <a:cs typeface="Times New Roman"/>
              </a:rPr>
              <a:t>and</a:t>
            </a:r>
            <a:r>
              <a:rPr sz="3200" spc="-55" dirty="0">
                <a:solidFill>
                  <a:srgbClr val="EC7C3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EC7C30"/>
                </a:solidFill>
                <a:latin typeface="Times New Roman"/>
                <a:cs typeface="Times New Roman"/>
              </a:rPr>
              <a:t>vertex</a:t>
            </a:r>
            <a:r>
              <a:rPr sz="3200" spc="-65" dirty="0">
                <a:solidFill>
                  <a:srgbClr val="EC7C30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EC7C30"/>
                </a:solidFill>
                <a:latin typeface="Times New Roman"/>
                <a:cs typeface="Times New Roman"/>
              </a:rPr>
              <a:t>v,</a:t>
            </a:r>
            <a:r>
              <a:rPr sz="3200" spc="-65" dirty="0">
                <a:solidFill>
                  <a:srgbClr val="EC7C3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EC7C30"/>
                </a:solidFill>
                <a:latin typeface="Times New Roman"/>
                <a:cs typeface="Times New Roman"/>
              </a:rPr>
              <a:t>find</a:t>
            </a:r>
            <a:r>
              <a:rPr sz="3200" spc="-55" dirty="0">
                <a:solidFill>
                  <a:srgbClr val="EC7C3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EC7C30"/>
                </a:solidFill>
                <a:latin typeface="Times New Roman"/>
                <a:cs typeface="Times New Roman"/>
              </a:rPr>
              <a:t>all</a:t>
            </a:r>
            <a:r>
              <a:rPr sz="3200" spc="-45" dirty="0">
                <a:solidFill>
                  <a:srgbClr val="EC7C30"/>
                </a:solidFill>
                <a:latin typeface="Times New Roman"/>
                <a:cs typeface="Times New Roman"/>
              </a:rPr>
              <a:t> </a:t>
            </a:r>
            <a:r>
              <a:rPr sz="3200" spc="-75" dirty="0">
                <a:solidFill>
                  <a:srgbClr val="EC7C30"/>
                </a:solidFill>
                <a:latin typeface="Times New Roman"/>
                <a:cs typeface="Times New Roman"/>
              </a:rPr>
              <a:t>w</a:t>
            </a:r>
            <a:r>
              <a:rPr sz="3200" spc="-75" dirty="0">
                <a:solidFill>
                  <a:srgbClr val="EC7C30"/>
                </a:solidFill>
                <a:latin typeface="Symbol"/>
                <a:cs typeface="Symbol"/>
              </a:rPr>
              <a:t></a:t>
            </a:r>
            <a:r>
              <a:rPr sz="3200" spc="-75" dirty="0">
                <a:solidFill>
                  <a:srgbClr val="EC7C30"/>
                </a:solidFill>
                <a:latin typeface="Times New Roman"/>
                <a:cs typeface="Times New Roman"/>
              </a:rPr>
              <a:t>V, </a:t>
            </a:r>
            <a:r>
              <a:rPr sz="3200" dirty="0">
                <a:solidFill>
                  <a:srgbClr val="EC7C30"/>
                </a:solidFill>
                <a:latin typeface="Times New Roman"/>
                <a:cs typeface="Times New Roman"/>
              </a:rPr>
              <a:t>such</a:t>
            </a:r>
            <a:r>
              <a:rPr sz="3200" spc="-35" dirty="0">
                <a:solidFill>
                  <a:srgbClr val="EC7C3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EC7C30"/>
                </a:solidFill>
                <a:latin typeface="Times New Roman"/>
                <a:cs typeface="Times New Roman"/>
              </a:rPr>
              <a:t>that</a:t>
            </a:r>
            <a:r>
              <a:rPr sz="3200" spc="-20" dirty="0">
                <a:solidFill>
                  <a:srgbClr val="EC7C3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EC7C30"/>
                </a:solidFill>
                <a:latin typeface="Times New Roman"/>
                <a:cs typeface="Times New Roman"/>
              </a:rPr>
              <a:t>w</a:t>
            </a:r>
            <a:r>
              <a:rPr sz="3200" spc="-30" dirty="0">
                <a:solidFill>
                  <a:srgbClr val="EC7C3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EC7C30"/>
                </a:solidFill>
                <a:latin typeface="Times New Roman"/>
                <a:cs typeface="Times New Roman"/>
              </a:rPr>
              <a:t>connects</a:t>
            </a:r>
            <a:r>
              <a:rPr sz="3200" spc="-55" dirty="0">
                <a:solidFill>
                  <a:srgbClr val="EC7C30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EC7C30"/>
                </a:solidFill>
                <a:latin typeface="Times New Roman"/>
                <a:cs typeface="Times New Roman"/>
              </a:rPr>
              <a:t>v.</a:t>
            </a:r>
            <a:endParaRPr sz="3200">
              <a:latin typeface="Times New Roman"/>
              <a:cs typeface="Times New Roman"/>
            </a:endParaRPr>
          </a:p>
          <a:p>
            <a:pPr marL="412115" marR="2921000" indent="-285750">
              <a:lnSpc>
                <a:spcPct val="100000"/>
              </a:lnSpc>
              <a:spcBef>
                <a:spcPts val="550"/>
              </a:spcBef>
              <a:buChar char="–"/>
              <a:tabLst>
                <a:tab pos="413384" algn="l"/>
              </a:tabLst>
            </a:pPr>
            <a:r>
              <a:rPr sz="2800" dirty="0">
                <a:latin typeface="Times New Roman"/>
                <a:cs typeface="Times New Roman"/>
              </a:rPr>
              <a:t>Depth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First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Search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(DFS) 	</a:t>
            </a:r>
            <a:r>
              <a:rPr sz="2800" dirty="0">
                <a:solidFill>
                  <a:srgbClr val="EC7C30"/>
                </a:solidFill>
                <a:latin typeface="Times New Roman"/>
                <a:cs typeface="Times New Roman"/>
              </a:rPr>
              <a:t>preorder</a:t>
            </a:r>
            <a:r>
              <a:rPr sz="2800" spc="-50" dirty="0">
                <a:solidFill>
                  <a:srgbClr val="EC7C3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EC7C30"/>
                </a:solidFill>
                <a:latin typeface="Times New Roman"/>
                <a:cs typeface="Times New Roman"/>
              </a:rPr>
              <a:t>tree</a:t>
            </a:r>
            <a:r>
              <a:rPr sz="2800" spc="-50" dirty="0">
                <a:solidFill>
                  <a:srgbClr val="EC7C30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EC7C30"/>
                </a:solidFill>
                <a:latin typeface="Times New Roman"/>
                <a:cs typeface="Times New Roman"/>
              </a:rPr>
              <a:t>traversal</a:t>
            </a:r>
            <a:endParaRPr sz="2800">
              <a:latin typeface="Times New Roman"/>
              <a:cs typeface="Times New Roman"/>
            </a:endParaRPr>
          </a:p>
          <a:p>
            <a:pPr marL="412115" marR="2685415" indent="-285750">
              <a:lnSpc>
                <a:spcPct val="100000"/>
              </a:lnSpc>
              <a:spcBef>
                <a:spcPts val="670"/>
              </a:spcBef>
              <a:buChar char="–"/>
              <a:tabLst>
                <a:tab pos="413384" algn="l"/>
              </a:tabLst>
            </a:pPr>
            <a:r>
              <a:rPr sz="2800" dirty="0">
                <a:latin typeface="Times New Roman"/>
                <a:cs typeface="Times New Roman"/>
              </a:rPr>
              <a:t>Breadth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First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Search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(BFS) 	</a:t>
            </a:r>
            <a:r>
              <a:rPr sz="2800" dirty="0">
                <a:solidFill>
                  <a:srgbClr val="EC7C30"/>
                </a:solidFill>
                <a:latin typeface="Times New Roman"/>
                <a:cs typeface="Times New Roman"/>
              </a:rPr>
              <a:t>level</a:t>
            </a:r>
            <a:r>
              <a:rPr sz="2800" spc="-40" dirty="0">
                <a:solidFill>
                  <a:srgbClr val="EC7C3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EC7C30"/>
                </a:solidFill>
                <a:latin typeface="Times New Roman"/>
                <a:cs typeface="Times New Roman"/>
              </a:rPr>
              <a:t>order</a:t>
            </a:r>
            <a:r>
              <a:rPr sz="2800" spc="-25" dirty="0">
                <a:solidFill>
                  <a:srgbClr val="EC7C3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EC7C30"/>
                </a:solidFill>
                <a:latin typeface="Times New Roman"/>
                <a:cs typeface="Times New Roman"/>
              </a:rPr>
              <a:t>tree</a:t>
            </a:r>
            <a:r>
              <a:rPr sz="2800" spc="-35" dirty="0">
                <a:solidFill>
                  <a:srgbClr val="EC7C30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EC7C30"/>
                </a:solidFill>
                <a:latin typeface="Times New Roman"/>
                <a:cs typeface="Times New Roman"/>
              </a:rPr>
              <a:t>traversal</a:t>
            </a:r>
            <a:endParaRPr sz="2800">
              <a:latin typeface="Times New Roman"/>
              <a:cs typeface="Times New Roman"/>
            </a:endParaRPr>
          </a:p>
          <a:p>
            <a:pPr marL="12700" marR="3063875">
              <a:lnSpc>
                <a:spcPts val="4610"/>
              </a:lnSpc>
              <a:spcBef>
                <a:spcPts val="100"/>
              </a:spcBef>
            </a:pPr>
            <a:r>
              <a:rPr sz="3200" dirty="0">
                <a:latin typeface="Times New Roman"/>
                <a:cs typeface="Times New Roman"/>
              </a:rPr>
              <a:t>Connected</a:t>
            </a:r>
            <a:r>
              <a:rPr sz="3200" spc="-9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Components </a:t>
            </a:r>
            <a:r>
              <a:rPr sz="3200" dirty="0">
                <a:latin typeface="Times New Roman"/>
                <a:cs typeface="Times New Roman"/>
              </a:rPr>
              <a:t>Spanning</a:t>
            </a:r>
            <a:r>
              <a:rPr sz="3200" spc="-85" dirty="0">
                <a:latin typeface="Times New Roman"/>
                <a:cs typeface="Times New Roman"/>
              </a:rPr>
              <a:t> </a:t>
            </a:r>
            <a:r>
              <a:rPr sz="3200" spc="-20" dirty="0">
                <a:latin typeface="Times New Roman"/>
                <a:cs typeface="Times New Roman"/>
              </a:rPr>
              <a:t>Trees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738876" y="6465214"/>
            <a:ext cx="71374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CHAPTER</a:t>
            </a:r>
            <a:r>
              <a:rPr sz="1200" spc="-4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spc="-50" dirty="0">
                <a:solidFill>
                  <a:srgbClr val="888888"/>
                </a:solidFill>
                <a:latin typeface="Calibri"/>
                <a:cs typeface="Calibri"/>
              </a:rPr>
              <a:t>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21</a:t>
            </a:fld>
            <a:endParaRPr spc="-2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77845" y="63929"/>
            <a:ext cx="6556375" cy="1188720"/>
          </a:xfrm>
          <a:prstGeom prst="rect">
            <a:avLst/>
          </a:prstGeom>
        </p:spPr>
        <p:txBody>
          <a:bodyPr vert="horz" wrap="square" lIns="0" tIns="2286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0"/>
              </a:spcBef>
            </a:pPr>
            <a:r>
              <a:rPr sz="24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*Figure</a:t>
            </a:r>
            <a:r>
              <a:rPr sz="2400" b="1" u="sng" spc="-5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6.19: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Graph</a:t>
            </a:r>
            <a:r>
              <a:rPr sz="2400" u="sng" spc="-4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G</a:t>
            </a:r>
            <a:r>
              <a:rPr sz="2400" i="1" u="sng" spc="-4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and</a:t>
            </a:r>
            <a:r>
              <a:rPr sz="2400" u="sng" spc="-4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its</a:t>
            </a:r>
            <a:r>
              <a:rPr sz="2400" u="sng" spc="-4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adjacency</a:t>
            </a:r>
            <a:r>
              <a:rPr sz="2400" u="sng" spc="-7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lists</a:t>
            </a:r>
            <a:r>
              <a:rPr sz="2400" u="sng" spc="-5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(p.274)</a:t>
            </a:r>
            <a:endParaRPr sz="2400">
              <a:latin typeface="Calibri"/>
              <a:cs typeface="Calibri"/>
            </a:endParaRPr>
          </a:p>
          <a:p>
            <a:pPr marL="885825">
              <a:lnSpc>
                <a:spcPct val="100000"/>
              </a:lnSpc>
              <a:spcBef>
                <a:spcPts val="1695"/>
              </a:spcBef>
            </a:pPr>
            <a:r>
              <a:rPr sz="2400" dirty="0">
                <a:latin typeface="Calibri"/>
                <a:cs typeface="Calibri"/>
              </a:rPr>
              <a:t>depth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first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search: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4536A"/>
                </a:solidFill>
                <a:latin typeface="Calibri"/>
                <a:cs typeface="Calibri"/>
              </a:rPr>
              <a:t>v0,</a:t>
            </a:r>
            <a:r>
              <a:rPr sz="2400" spc="-35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4536A"/>
                </a:solidFill>
                <a:latin typeface="Calibri"/>
                <a:cs typeface="Calibri"/>
              </a:rPr>
              <a:t>v1,</a:t>
            </a:r>
            <a:r>
              <a:rPr sz="2400" spc="-35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4536A"/>
                </a:solidFill>
                <a:latin typeface="Calibri"/>
                <a:cs typeface="Calibri"/>
              </a:rPr>
              <a:t>v3,</a:t>
            </a:r>
            <a:r>
              <a:rPr sz="2400" spc="-30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4536A"/>
                </a:solidFill>
                <a:latin typeface="Calibri"/>
                <a:cs typeface="Calibri"/>
              </a:rPr>
              <a:t>v7,</a:t>
            </a:r>
            <a:r>
              <a:rPr sz="2400" spc="-35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4536A"/>
                </a:solidFill>
                <a:latin typeface="Calibri"/>
                <a:cs typeface="Calibri"/>
              </a:rPr>
              <a:t>v4,</a:t>
            </a:r>
            <a:r>
              <a:rPr sz="2400" spc="-30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4536A"/>
                </a:solidFill>
                <a:latin typeface="Calibri"/>
                <a:cs typeface="Calibri"/>
              </a:rPr>
              <a:t>v5,</a:t>
            </a:r>
            <a:r>
              <a:rPr sz="2400" spc="-40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4536A"/>
                </a:solidFill>
                <a:latin typeface="Calibri"/>
                <a:cs typeface="Calibri"/>
              </a:rPr>
              <a:t>v2,</a:t>
            </a:r>
            <a:r>
              <a:rPr sz="2400" spc="-30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44536A"/>
                </a:solidFill>
                <a:latin typeface="Calibri"/>
                <a:cs typeface="Calibri"/>
              </a:rPr>
              <a:t>v6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05100" y="1295400"/>
            <a:ext cx="6441948" cy="459486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509898" y="5844032"/>
            <a:ext cx="59328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breadth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first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search: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4536A"/>
                </a:solidFill>
                <a:latin typeface="Calibri"/>
                <a:cs typeface="Calibri"/>
              </a:rPr>
              <a:t>v0,</a:t>
            </a:r>
            <a:r>
              <a:rPr sz="2400" spc="-30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4536A"/>
                </a:solidFill>
                <a:latin typeface="Calibri"/>
                <a:cs typeface="Calibri"/>
              </a:rPr>
              <a:t>v1,</a:t>
            </a:r>
            <a:r>
              <a:rPr sz="2400" spc="-40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4536A"/>
                </a:solidFill>
                <a:latin typeface="Calibri"/>
                <a:cs typeface="Calibri"/>
              </a:rPr>
              <a:t>v2,</a:t>
            </a:r>
            <a:r>
              <a:rPr sz="2400" spc="-35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4536A"/>
                </a:solidFill>
                <a:latin typeface="Calibri"/>
                <a:cs typeface="Calibri"/>
              </a:rPr>
              <a:t>v3,</a:t>
            </a:r>
            <a:r>
              <a:rPr sz="2400" spc="-35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4536A"/>
                </a:solidFill>
                <a:latin typeface="Calibri"/>
                <a:cs typeface="Calibri"/>
              </a:rPr>
              <a:t>v4,</a:t>
            </a:r>
            <a:r>
              <a:rPr sz="2400" spc="-35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4536A"/>
                </a:solidFill>
                <a:latin typeface="Calibri"/>
                <a:cs typeface="Calibri"/>
              </a:rPr>
              <a:t>v5,</a:t>
            </a:r>
            <a:r>
              <a:rPr sz="2400" spc="-40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4536A"/>
                </a:solidFill>
                <a:latin typeface="Calibri"/>
                <a:cs typeface="Calibri"/>
              </a:rPr>
              <a:t>v6,</a:t>
            </a:r>
            <a:r>
              <a:rPr sz="2400" spc="-30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44536A"/>
                </a:solidFill>
                <a:latin typeface="Calibri"/>
                <a:cs typeface="Calibri"/>
              </a:rPr>
              <a:t>v7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38876" y="6465214"/>
            <a:ext cx="71374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CHAPTER</a:t>
            </a:r>
            <a:r>
              <a:rPr sz="1200" spc="-4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spc="-50" dirty="0">
                <a:solidFill>
                  <a:srgbClr val="888888"/>
                </a:solidFill>
                <a:latin typeface="Calibri"/>
                <a:cs typeface="Calibri"/>
              </a:rPr>
              <a:t>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22</a:t>
            </a:fld>
            <a:endParaRPr spc="-2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/>
          <p:nvPr/>
        </p:nvSpPr>
        <p:spPr>
          <a:xfrm>
            <a:off x="5738876" y="6465214"/>
            <a:ext cx="71374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CHAPTER</a:t>
            </a:r>
            <a:r>
              <a:rPr sz="1200" spc="-4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spc="-50" dirty="0">
                <a:solidFill>
                  <a:srgbClr val="888888"/>
                </a:solidFill>
                <a:latin typeface="Calibri"/>
                <a:cs typeface="Calibri"/>
              </a:rPr>
              <a:t>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23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15992" y="-51688"/>
            <a:ext cx="421703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0" i="0" dirty="0">
                <a:solidFill>
                  <a:srgbClr val="44536A"/>
                </a:solidFill>
                <a:latin typeface="Times New Roman"/>
                <a:cs typeface="Times New Roman"/>
              </a:rPr>
              <a:t>Depth</a:t>
            </a:r>
            <a:r>
              <a:rPr b="0" i="0" spc="-25" dirty="0">
                <a:solidFill>
                  <a:srgbClr val="44536A"/>
                </a:solidFill>
                <a:latin typeface="Times New Roman"/>
                <a:cs typeface="Times New Roman"/>
              </a:rPr>
              <a:t> </a:t>
            </a:r>
            <a:r>
              <a:rPr b="0" i="0" dirty="0">
                <a:solidFill>
                  <a:srgbClr val="44536A"/>
                </a:solidFill>
                <a:latin typeface="Times New Roman"/>
                <a:cs typeface="Times New Roman"/>
              </a:rPr>
              <a:t>First </a:t>
            </a:r>
            <a:r>
              <a:rPr b="0" i="0" spc="-10" dirty="0">
                <a:solidFill>
                  <a:srgbClr val="44536A"/>
                </a:solidFill>
                <a:latin typeface="Times New Roman"/>
                <a:cs typeface="Times New Roman"/>
              </a:rPr>
              <a:t>Search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430907" y="1559966"/>
            <a:ext cx="6833870" cy="3312795"/>
          </a:xfrm>
          <a:prstGeom prst="rect">
            <a:avLst/>
          </a:prstGeom>
        </p:spPr>
        <p:txBody>
          <a:bodyPr vert="horz" wrap="square" lIns="0" tIns="5587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9"/>
              </a:spcBef>
            </a:pPr>
            <a:r>
              <a:rPr sz="2800" b="1" dirty="0">
                <a:latin typeface="Courier New"/>
                <a:cs typeface="Courier New"/>
              </a:rPr>
              <a:t>void</a:t>
            </a:r>
            <a:r>
              <a:rPr sz="2800" b="1" spc="-55" dirty="0">
                <a:latin typeface="Courier New"/>
                <a:cs typeface="Courier New"/>
              </a:rPr>
              <a:t> </a:t>
            </a:r>
            <a:r>
              <a:rPr sz="2800" b="1" dirty="0">
                <a:latin typeface="Courier New"/>
                <a:cs typeface="Courier New"/>
              </a:rPr>
              <a:t>dfs(int</a:t>
            </a:r>
            <a:r>
              <a:rPr sz="2800" b="1" spc="-30" dirty="0">
                <a:latin typeface="Courier New"/>
                <a:cs typeface="Courier New"/>
              </a:rPr>
              <a:t> </a:t>
            </a:r>
            <a:r>
              <a:rPr sz="2800" b="1" spc="-25" dirty="0">
                <a:latin typeface="Courier New"/>
                <a:cs typeface="Courier New"/>
              </a:rPr>
              <a:t>v)</a:t>
            </a:r>
            <a:endParaRPr sz="2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2800" b="1" spc="-50" dirty="0">
                <a:latin typeface="Courier New"/>
                <a:cs typeface="Courier New"/>
              </a:rPr>
              <a:t>{</a:t>
            </a:r>
            <a:endParaRPr sz="2800">
              <a:latin typeface="Courier New"/>
              <a:cs typeface="Courier New"/>
            </a:endParaRPr>
          </a:p>
          <a:p>
            <a:pPr marL="438784" marR="2769870">
              <a:lnSpc>
                <a:spcPct val="110000"/>
              </a:lnSpc>
            </a:pPr>
            <a:r>
              <a:rPr sz="2800" b="1" dirty="0">
                <a:latin typeface="Courier New"/>
                <a:cs typeface="Courier New"/>
              </a:rPr>
              <a:t>node_pointer</a:t>
            </a:r>
            <a:r>
              <a:rPr sz="2800" b="1" spc="-95" dirty="0">
                <a:latin typeface="Courier New"/>
                <a:cs typeface="Courier New"/>
              </a:rPr>
              <a:t> </a:t>
            </a:r>
            <a:r>
              <a:rPr sz="2800" b="1" spc="-35" dirty="0">
                <a:latin typeface="Courier New"/>
                <a:cs typeface="Courier New"/>
              </a:rPr>
              <a:t>w; </a:t>
            </a:r>
            <a:r>
              <a:rPr sz="2800" b="1" dirty="0">
                <a:latin typeface="Courier New"/>
                <a:cs typeface="Courier New"/>
              </a:rPr>
              <a:t>visited[v]=</a:t>
            </a:r>
            <a:r>
              <a:rPr sz="2800" b="1" spc="-90" dirty="0">
                <a:latin typeface="Courier New"/>
                <a:cs typeface="Courier New"/>
              </a:rPr>
              <a:t> </a:t>
            </a:r>
            <a:r>
              <a:rPr sz="2800" b="1" spc="-10" dirty="0">
                <a:latin typeface="Courier New"/>
                <a:cs typeface="Courier New"/>
              </a:rPr>
              <a:t>TRUE; </a:t>
            </a:r>
            <a:r>
              <a:rPr sz="2800" b="1" dirty="0">
                <a:latin typeface="Courier New"/>
                <a:cs typeface="Courier New"/>
              </a:rPr>
              <a:t>printf(“%5d”,</a:t>
            </a:r>
            <a:r>
              <a:rPr sz="2800" b="1" spc="-100" dirty="0">
                <a:latin typeface="Courier New"/>
                <a:cs typeface="Courier New"/>
              </a:rPr>
              <a:t> </a:t>
            </a:r>
            <a:r>
              <a:rPr sz="2800" b="1" spc="-25" dirty="0">
                <a:latin typeface="Courier New"/>
                <a:cs typeface="Courier New"/>
              </a:rPr>
              <a:t>v);</a:t>
            </a:r>
            <a:endParaRPr sz="2800">
              <a:latin typeface="Courier New"/>
              <a:cs typeface="Courier New"/>
            </a:endParaRPr>
          </a:p>
          <a:p>
            <a:pPr marL="864235" marR="5080" indent="-425450">
              <a:lnSpc>
                <a:spcPct val="110000"/>
              </a:lnSpc>
            </a:pPr>
            <a:r>
              <a:rPr sz="2800" b="1" dirty="0">
                <a:latin typeface="Courier New"/>
                <a:cs typeface="Courier New"/>
              </a:rPr>
              <a:t>for</a:t>
            </a:r>
            <a:r>
              <a:rPr sz="2800" b="1" spc="-50" dirty="0">
                <a:latin typeface="Courier New"/>
                <a:cs typeface="Courier New"/>
              </a:rPr>
              <a:t> </a:t>
            </a:r>
            <a:r>
              <a:rPr sz="2800" b="1" dirty="0">
                <a:latin typeface="Courier New"/>
                <a:cs typeface="Courier New"/>
              </a:rPr>
              <a:t>(w=graph[v];</a:t>
            </a:r>
            <a:r>
              <a:rPr sz="2800" b="1" spc="-35" dirty="0">
                <a:latin typeface="Courier New"/>
                <a:cs typeface="Courier New"/>
              </a:rPr>
              <a:t> </a:t>
            </a:r>
            <a:r>
              <a:rPr sz="2800" b="1" dirty="0">
                <a:latin typeface="Courier New"/>
                <a:cs typeface="Courier New"/>
              </a:rPr>
              <a:t>w;</a:t>
            </a:r>
            <a:r>
              <a:rPr sz="2800" b="1" spc="-45" dirty="0">
                <a:latin typeface="Courier New"/>
                <a:cs typeface="Courier New"/>
              </a:rPr>
              <a:t> </a:t>
            </a:r>
            <a:r>
              <a:rPr sz="2800" b="1" spc="-10" dirty="0">
                <a:latin typeface="Courier New"/>
                <a:cs typeface="Courier New"/>
              </a:rPr>
              <a:t>w=w-&gt;link) </a:t>
            </a:r>
            <a:r>
              <a:rPr sz="2800" b="1" dirty="0">
                <a:latin typeface="Courier New"/>
                <a:cs typeface="Courier New"/>
              </a:rPr>
              <a:t>if</a:t>
            </a:r>
            <a:r>
              <a:rPr sz="2800" b="1" spc="-15" dirty="0">
                <a:latin typeface="Courier New"/>
                <a:cs typeface="Courier New"/>
              </a:rPr>
              <a:t> </a:t>
            </a:r>
            <a:r>
              <a:rPr sz="2800" b="1" spc="-10" dirty="0">
                <a:latin typeface="Courier New"/>
                <a:cs typeface="Courier New"/>
              </a:rPr>
              <a:t>(!visited[w-&gt;vertex])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708019" y="4890261"/>
            <a:ext cx="321754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10" dirty="0">
                <a:latin typeface="Courier New"/>
                <a:cs typeface="Courier New"/>
              </a:rPr>
              <a:t>dfs(w-&gt;vertex);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30907" y="5359704"/>
            <a:ext cx="2387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0" dirty="0">
                <a:latin typeface="Courier New"/>
                <a:cs typeface="Courier New"/>
              </a:rPr>
              <a:t>}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418076" y="746759"/>
            <a:ext cx="6085840" cy="99695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2710">
              <a:lnSpc>
                <a:spcPts val="2230"/>
              </a:lnSpc>
            </a:pPr>
            <a:r>
              <a:rPr sz="2400" b="1" dirty="0">
                <a:latin typeface="Courier New"/>
                <a:cs typeface="Courier New"/>
              </a:rPr>
              <a:t>#define</a:t>
            </a:r>
            <a:r>
              <a:rPr sz="2400" b="1" spc="-5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FALSE</a:t>
            </a:r>
            <a:r>
              <a:rPr sz="2400" b="1" spc="-30" dirty="0">
                <a:latin typeface="Courier New"/>
                <a:cs typeface="Courier New"/>
              </a:rPr>
              <a:t> </a:t>
            </a:r>
            <a:r>
              <a:rPr sz="2400" b="1" spc="-50" dirty="0">
                <a:latin typeface="Courier New"/>
                <a:cs typeface="Courier New"/>
              </a:rPr>
              <a:t>0</a:t>
            </a:r>
            <a:endParaRPr sz="2400">
              <a:latin typeface="Courier New"/>
              <a:cs typeface="Courier New"/>
            </a:endParaRPr>
          </a:p>
          <a:p>
            <a:pPr marL="92710">
              <a:lnSpc>
                <a:spcPts val="2305"/>
              </a:lnSpc>
            </a:pPr>
            <a:r>
              <a:rPr sz="2400" b="1" dirty="0">
                <a:latin typeface="Courier New"/>
                <a:cs typeface="Courier New"/>
              </a:rPr>
              <a:t>#define</a:t>
            </a:r>
            <a:r>
              <a:rPr sz="2400" b="1" spc="-5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TRUE</a:t>
            </a:r>
            <a:r>
              <a:rPr sz="2400" b="1" spc="-25" dirty="0">
                <a:latin typeface="Courier New"/>
                <a:cs typeface="Courier New"/>
              </a:rPr>
              <a:t> </a:t>
            </a:r>
            <a:r>
              <a:rPr sz="2400" b="1" spc="-50" dirty="0">
                <a:latin typeface="Courier New"/>
                <a:cs typeface="Courier New"/>
              </a:rPr>
              <a:t>1</a:t>
            </a:r>
            <a:endParaRPr sz="2400">
              <a:latin typeface="Courier New"/>
              <a:cs typeface="Courier New"/>
            </a:endParaRPr>
          </a:p>
          <a:p>
            <a:pPr marL="92710">
              <a:lnSpc>
                <a:spcPts val="2590"/>
              </a:lnSpc>
            </a:pPr>
            <a:r>
              <a:rPr sz="2400" b="1" dirty="0">
                <a:latin typeface="Courier New"/>
                <a:cs typeface="Courier New"/>
              </a:rPr>
              <a:t>short</a:t>
            </a:r>
            <a:r>
              <a:rPr sz="2400" b="1" spc="-3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int</a:t>
            </a:r>
            <a:r>
              <a:rPr sz="2400" b="1" spc="-3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visited[MAX_VERTICES];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010400" y="5021579"/>
            <a:ext cx="3657600" cy="1219200"/>
          </a:xfrm>
          <a:prstGeom prst="rect">
            <a:avLst/>
          </a:prstGeom>
          <a:ln w="12700">
            <a:solidFill>
              <a:srgbClr val="EC7C3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6200">
              <a:lnSpc>
                <a:spcPts val="2870"/>
              </a:lnSpc>
            </a:pPr>
            <a:r>
              <a:rPr sz="2800" dirty="0">
                <a:latin typeface="Calibri"/>
                <a:cs typeface="Calibri"/>
              </a:rPr>
              <a:t>Data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structure</a:t>
            </a:r>
            <a:endParaRPr sz="2800">
              <a:latin typeface="Calibri"/>
              <a:cs typeface="Calibri"/>
            </a:endParaRPr>
          </a:p>
          <a:p>
            <a:pPr marL="76200" marR="191770">
              <a:lnSpc>
                <a:spcPct val="100000"/>
              </a:lnSpc>
            </a:pPr>
            <a:r>
              <a:rPr sz="2800" dirty="0">
                <a:latin typeface="Calibri"/>
                <a:cs typeface="Calibri"/>
              </a:rPr>
              <a:t>adjacency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list: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O(e) </a:t>
            </a:r>
            <a:r>
              <a:rPr sz="2800" dirty="0">
                <a:latin typeface="Calibri"/>
                <a:cs typeface="Calibri"/>
              </a:rPr>
              <a:t>adjacency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matrix: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O(n</a:t>
            </a:r>
            <a:r>
              <a:rPr sz="2775" spc="-15" baseline="25525" dirty="0">
                <a:latin typeface="Calibri"/>
                <a:cs typeface="Calibri"/>
              </a:rPr>
              <a:t>2</a:t>
            </a:r>
            <a:r>
              <a:rPr sz="2800" spc="-10" dirty="0">
                <a:latin typeface="Calibri"/>
                <a:cs typeface="Calibri"/>
              </a:rPr>
              <a:t>)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5738876" y="6465214"/>
            <a:ext cx="71374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CHAPTER</a:t>
            </a:r>
            <a:r>
              <a:rPr sz="1200" spc="-4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spc="-50" dirty="0">
                <a:solidFill>
                  <a:srgbClr val="888888"/>
                </a:solidFill>
                <a:latin typeface="Calibri"/>
                <a:cs typeface="Calibri"/>
              </a:rPr>
              <a:t>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24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02208" rIns="0" bIns="0" rtlCol="0">
            <a:spAutoFit/>
          </a:bodyPr>
          <a:lstStyle/>
          <a:p>
            <a:pPr marL="2950210">
              <a:lnSpc>
                <a:spcPct val="100000"/>
              </a:lnSpc>
              <a:spcBef>
                <a:spcPts val="105"/>
              </a:spcBef>
            </a:pPr>
            <a:r>
              <a:rPr b="0" i="0" dirty="0">
                <a:solidFill>
                  <a:srgbClr val="44536A"/>
                </a:solidFill>
                <a:latin typeface="Times New Roman"/>
                <a:cs typeface="Times New Roman"/>
              </a:rPr>
              <a:t>Breadth</a:t>
            </a:r>
            <a:r>
              <a:rPr b="0" i="0" spc="-25" dirty="0">
                <a:solidFill>
                  <a:srgbClr val="44536A"/>
                </a:solidFill>
                <a:latin typeface="Times New Roman"/>
                <a:cs typeface="Times New Roman"/>
              </a:rPr>
              <a:t> </a:t>
            </a:r>
            <a:r>
              <a:rPr b="0" i="0" dirty="0">
                <a:solidFill>
                  <a:srgbClr val="44536A"/>
                </a:solidFill>
                <a:latin typeface="Times New Roman"/>
                <a:cs typeface="Times New Roman"/>
              </a:rPr>
              <a:t>First </a:t>
            </a:r>
            <a:r>
              <a:rPr b="0" i="0" spc="-10" dirty="0">
                <a:solidFill>
                  <a:srgbClr val="44536A"/>
                </a:solidFill>
                <a:latin typeface="Times New Roman"/>
                <a:cs typeface="Times New Roman"/>
              </a:rPr>
              <a:t>Search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454529" y="2028732"/>
          <a:ext cx="7799070" cy="14255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281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944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03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293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6565">
                <a:tc>
                  <a:txBody>
                    <a:bodyPr/>
                    <a:lstStyle/>
                    <a:p>
                      <a:pPr marR="98425" algn="r">
                        <a:lnSpc>
                          <a:spcPts val="2890"/>
                        </a:lnSpc>
                      </a:pPr>
                      <a:r>
                        <a:rPr sz="2800" b="1" spc="-10" dirty="0">
                          <a:latin typeface="Courier New"/>
                          <a:cs typeface="Courier New"/>
                        </a:rPr>
                        <a:t>typedef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ts val="2890"/>
                        </a:lnSpc>
                      </a:pPr>
                      <a:r>
                        <a:rPr sz="2800" b="1" spc="-10" dirty="0">
                          <a:latin typeface="Courier New"/>
                          <a:cs typeface="Courier New"/>
                        </a:rPr>
                        <a:t>struct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2890"/>
                        </a:lnSpc>
                      </a:pPr>
                      <a:r>
                        <a:rPr sz="2800" b="1" spc="-10" dirty="0">
                          <a:latin typeface="Courier New"/>
                          <a:cs typeface="Courier New"/>
                        </a:rPr>
                        <a:t>queue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ts val="2890"/>
                        </a:lnSpc>
                      </a:pPr>
                      <a:r>
                        <a:rPr sz="2800" b="1" spc="-10" dirty="0">
                          <a:latin typeface="Courier New"/>
                          <a:cs typeface="Courier New"/>
                        </a:rPr>
                        <a:t>*queue_pointer;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1809">
                <a:tc>
                  <a:txBody>
                    <a:bodyPr/>
                    <a:lstStyle/>
                    <a:p>
                      <a:pPr marR="98425" algn="r">
                        <a:lnSpc>
                          <a:spcPts val="3320"/>
                        </a:lnSpc>
                      </a:pPr>
                      <a:r>
                        <a:rPr sz="2800" b="1" spc="-10" dirty="0">
                          <a:latin typeface="Courier New"/>
                          <a:cs typeface="Courier New"/>
                        </a:rPr>
                        <a:t>typedef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ts val="3320"/>
                        </a:lnSpc>
                      </a:pPr>
                      <a:r>
                        <a:rPr sz="2800" b="1" spc="-10" dirty="0">
                          <a:latin typeface="Courier New"/>
                          <a:cs typeface="Courier New"/>
                        </a:rPr>
                        <a:t>struct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3320"/>
                        </a:lnSpc>
                      </a:pPr>
                      <a:r>
                        <a:rPr sz="2800" b="1" spc="-10" dirty="0">
                          <a:latin typeface="Courier New"/>
                          <a:cs typeface="Courier New"/>
                        </a:rPr>
                        <a:t>queue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ts val="3320"/>
                        </a:lnSpc>
                      </a:pPr>
                      <a:r>
                        <a:rPr sz="2800" b="1" spc="-50" dirty="0">
                          <a:latin typeface="Courier New"/>
                          <a:cs typeface="Courier New"/>
                        </a:rPr>
                        <a:t>{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R="97790" algn="r">
                        <a:lnSpc>
                          <a:spcPts val="3320"/>
                        </a:lnSpc>
                      </a:pPr>
                      <a:r>
                        <a:rPr sz="2800" b="1" spc="-25" dirty="0">
                          <a:latin typeface="Courier New"/>
                          <a:cs typeface="Courier New"/>
                        </a:rPr>
                        <a:t>int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5410">
                        <a:lnSpc>
                          <a:spcPts val="3320"/>
                        </a:lnSpc>
                      </a:pPr>
                      <a:r>
                        <a:rPr sz="2800" b="1" spc="-10" dirty="0">
                          <a:latin typeface="Courier New"/>
                          <a:cs typeface="Courier New"/>
                        </a:rPr>
                        <a:t>vertex;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2473579" y="3407181"/>
            <a:ext cx="6751955" cy="250126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864869">
              <a:lnSpc>
                <a:spcPct val="100000"/>
              </a:lnSpc>
              <a:spcBef>
                <a:spcPts val="770"/>
              </a:spcBef>
            </a:pPr>
            <a:r>
              <a:rPr sz="2800" b="1" dirty="0">
                <a:latin typeface="Courier New"/>
                <a:cs typeface="Courier New"/>
              </a:rPr>
              <a:t>queue_pointer</a:t>
            </a:r>
            <a:r>
              <a:rPr sz="2800" b="1" spc="-100" dirty="0">
                <a:latin typeface="Courier New"/>
                <a:cs typeface="Courier New"/>
              </a:rPr>
              <a:t> </a:t>
            </a:r>
            <a:r>
              <a:rPr sz="2800" b="1" spc="-20" dirty="0">
                <a:latin typeface="Courier New"/>
                <a:cs typeface="Courier New"/>
              </a:rPr>
              <a:t>link;</a:t>
            </a:r>
            <a:endParaRPr sz="2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800" b="1" spc="-25" dirty="0">
                <a:latin typeface="Courier New"/>
                <a:cs typeface="Courier New"/>
              </a:rPr>
              <a:t>};</a:t>
            </a:r>
            <a:endParaRPr sz="2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2800" b="1" dirty="0">
                <a:latin typeface="Courier New"/>
                <a:cs typeface="Courier New"/>
              </a:rPr>
              <a:t>void</a:t>
            </a:r>
            <a:r>
              <a:rPr sz="2800" b="1" spc="-110" dirty="0">
                <a:latin typeface="Courier New"/>
                <a:cs typeface="Courier New"/>
              </a:rPr>
              <a:t> </a:t>
            </a:r>
            <a:r>
              <a:rPr sz="2800" b="1" dirty="0">
                <a:latin typeface="Courier New"/>
                <a:cs typeface="Courier New"/>
              </a:rPr>
              <a:t>addq(queue_pointer</a:t>
            </a:r>
            <a:r>
              <a:rPr sz="2800" b="1" spc="-90" dirty="0">
                <a:latin typeface="Courier New"/>
                <a:cs typeface="Courier New"/>
              </a:rPr>
              <a:t> </a:t>
            </a:r>
            <a:r>
              <a:rPr sz="2800" b="1" spc="-25" dirty="0">
                <a:latin typeface="Courier New"/>
                <a:cs typeface="Courier New"/>
              </a:rPr>
              <a:t>*,</a:t>
            </a:r>
            <a:endParaRPr sz="2800">
              <a:latin typeface="Courier New"/>
              <a:cs typeface="Courier New"/>
            </a:endParaRPr>
          </a:p>
          <a:p>
            <a:pPr marL="2058035">
              <a:lnSpc>
                <a:spcPct val="100000"/>
              </a:lnSpc>
            </a:pPr>
            <a:r>
              <a:rPr sz="2800" b="1" dirty="0">
                <a:latin typeface="Courier New"/>
                <a:cs typeface="Courier New"/>
              </a:rPr>
              <a:t>queue_pointer</a:t>
            </a:r>
            <a:r>
              <a:rPr sz="2800" b="1" spc="-75" dirty="0">
                <a:latin typeface="Courier New"/>
                <a:cs typeface="Courier New"/>
              </a:rPr>
              <a:t> </a:t>
            </a:r>
            <a:r>
              <a:rPr sz="2800" b="1" dirty="0">
                <a:latin typeface="Courier New"/>
                <a:cs typeface="Courier New"/>
              </a:rPr>
              <a:t>*,</a:t>
            </a:r>
            <a:r>
              <a:rPr sz="2800" b="1" spc="-45" dirty="0">
                <a:latin typeface="Courier New"/>
                <a:cs typeface="Courier New"/>
              </a:rPr>
              <a:t> </a:t>
            </a:r>
            <a:r>
              <a:rPr sz="2800" b="1" spc="-10" dirty="0">
                <a:latin typeface="Courier New"/>
                <a:cs typeface="Courier New"/>
              </a:rPr>
              <a:t>int);</a:t>
            </a:r>
            <a:endParaRPr sz="2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800" b="1" dirty="0">
                <a:latin typeface="Courier New"/>
                <a:cs typeface="Courier New"/>
              </a:rPr>
              <a:t>int</a:t>
            </a:r>
            <a:r>
              <a:rPr sz="2800" b="1" spc="-85" dirty="0">
                <a:latin typeface="Courier New"/>
                <a:cs typeface="Courier New"/>
              </a:rPr>
              <a:t> </a:t>
            </a:r>
            <a:r>
              <a:rPr sz="2800" b="1" dirty="0">
                <a:latin typeface="Courier New"/>
                <a:cs typeface="Courier New"/>
              </a:rPr>
              <a:t>deleteq(queue_pointer</a:t>
            </a:r>
            <a:r>
              <a:rPr sz="2800" b="1" spc="-85" dirty="0">
                <a:latin typeface="Courier New"/>
                <a:cs typeface="Courier New"/>
              </a:rPr>
              <a:t> </a:t>
            </a:r>
            <a:r>
              <a:rPr sz="2800" b="1" spc="-25" dirty="0">
                <a:latin typeface="Courier New"/>
                <a:cs typeface="Courier New"/>
              </a:rPr>
              <a:t>*);</a:t>
            </a:r>
            <a:endParaRPr sz="2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5738876" y="6465214"/>
            <a:ext cx="71374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CHAPTER</a:t>
            </a:r>
            <a:r>
              <a:rPr sz="1200" spc="-4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spc="-50" dirty="0">
                <a:solidFill>
                  <a:srgbClr val="888888"/>
                </a:solidFill>
                <a:latin typeface="Calibri"/>
                <a:cs typeface="Calibri"/>
              </a:rPr>
              <a:t>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25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2485" rIns="0" bIns="0" rtlCol="0">
            <a:spAutoFit/>
          </a:bodyPr>
          <a:lstStyle/>
          <a:p>
            <a:pPr marL="2561590">
              <a:lnSpc>
                <a:spcPct val="100000"/>
              </a:lnSpc>
              <a:spcBef>
                <a:spcPts val="105"/>
              </a:spcBef>
            </a:pPr>
            <a:r>
              <a:rPr b="0" i="0" dirty="0">
                <a:solidFill>
                  <a:srgbClr val="44536A"/>
                </a:solidFill>
                <a:latin typeface="Times New Roman"/>
                <a:cs typeface="Times New Roman"/>
              </a:rPr>
              <a:t>Breadth</a:t>
            </a:r>
            <a:r>
              <a:rPr b="0" i="0" spc="-35" dirty="0">
                <a:solidFill>
                  <a:srgbClr val="44536A"/>
                </a:solidFill>
                <a:latin typeface="Times New Roman"/>
                <a:cs typeface="Times New Roman"/>
              </a:rPr>
              <a:t> </a:t>
            </a:r>
            <a:r>
              <a:rPr b="0" i="0" dirty="0">
                <a:solidFill>
                  <a:srgbClr val="44536A"/>
                </a:solidFill>
                <a:latin typeface="Times New Roman"/>
                <a:cs typeface="Times New Roman"/>
              </a:rPr>
              <a:t>First Search</a:t>
            </a:r>
            <a:r>
              <a:rPr b="0" i="0" spc="-20" dirty="0">
                <a:solidFill>
                  <a:srgbClr val="44536A"/>
                </a:solidFill>
                <a:latin typeface="Times New Roman"/>
                <a:cs typeface="Times New Roman"/>
              </a:rPr>
              <a:t> </a:t>
            </a:r>
            <a:r>
              <a:rPr sz="2400" b="0" i="0" spc="-10" dirty="0">
                <a:solidFill>
                  <a:srgbClr val="44536A"/>
                </a:solidFill>
                <a:latin typeface="Times New Roman"/>
                <a:cs typeface="Times New Roman"/>
              </a:rPr>
              <a:t>(</a:t>
            </a:r>
            <a:r>
              <a:rPr sz="2400" b="0" spc="-10" dirty="0">
                <a:solidFill>
                  <a:srgbClr val="44536A"/>
                </a:solidFill>
                <a:latin typeface="Times New Roman"/>
                <a:cs typeface="Times New Roman"/>
              </a:rPr>
              <a:t>Continued</a:t>
            </a:r>
            <a:r>
              <a:rPr sz="2400" b="0" i="0" spc="-10" dirty="0">
                <a:solidFill>
                  <a:srgbClr val="44536A"/>
                </a:solidFill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576829" y="1828952"/>
            <a:ext cx="5982970" cy="190373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2800" b="1" dirty="0">
                <a:latin typeface="Courier New"/>
                <a:cs typeface="Courier New"/>
              </a:rPr>
              <a:t>void</a:t>
            </a:r>
            <a:r>
              <a:rPr sz="2800" b="1" spc="-55" dirty="0">
                <a:latin typeface="Courier New"/>
                <a:cs typeface="Courier New"/>
              </a:rPr>
              <a:t> </a:t>
            </a:r>
            <a:r>
              <a:rPr sz="2800" b="1" dirty="0">
                <a:latin typeface="Courier New"/>
                <a:cs typeface="Courier New"/>
              </a:rPr>
              <a:t>bfs(int</a:t>
            </a:r>
            <a:r>
              <a:rPr sz="2800" b="1" spc="-30" dirty="0">
                <a:latin typeface="Courier New"/>
                <a:cs typeface="Courier New"/>
              </a:rPr>
              <a:t> </a:t>
            </a:r>
            <a:r>
              <a:rPr sz="2800" b="1" spc="-25" dirty="0">
                <a:latin typeface="Courier New"/>
                <a:cs typeface="Courier New"/>
              </a:rPr>
              <a:t>v)</a:t>
            </a:r>
            <a:endParaRPr sz="2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2800" b="1" spc="-50" dirty="0">
                <a:latin typeface="Courier New"/>
                <a:cs typeface="Courier New"/>
              </a:rPr>
              <a:t>{</a:t>
            </a:r>
            <a:endParaRPr sz="2800">
              <a:latin typeface="Courier New"/>
              <a:cs typeface="Courier New"/>
            </a:endParaRPr>
          </a:p>
          <a:p>
            <a:pPr marL="438784" marR="5080">
              <a:lnSpc>
                <a:spcPts val="3700"/>
              </a:lnSpc>
              <a:spcBef>
                <a:spcPts val="95"/>
              </a:spcBef>
            </a:pPr>
            <a:r>
              <a:rPr sz="2800" b="1" dirty="0">
                <a:latin typeface="Courier New"/>
                <a:cs typeface="Courier New"/>
              </a:rPr>
              <a:t>node_pointer</a:t>
            </a:r>
            <a:r>
              <a:rPr sz="2800" b="1" spc="-125" dirty="0">
                <a:latin typeface="Courier New"/>
                <a:cs typeface="Courier New"/>
              </a:rPr>
              <a:t> </a:t>
            </a:r>
            <a:r>
              <a:rPr sz="2800" b="1" spc="-25" dirty="0">
                <a:latin typeface="Courier New"/>
                <a:cs typeface="Courier New"/>
              </a:rPr>
              <a:t>w; </a:t>
            </a:r>
            <a:r>
              <a:rPr sz="2800" b="1" dirty="0">
                <a:latin typeface="Courier New"/>
                <a:cs typeface="Courier New"/>
              </a:rPr>
              <a:t>queue_pointer</a:t>
            </a:r>
            <a:r>
              <a:rPr sz="2800" b="1" spc="-80" dirty="0">
                <a:latin typeface="Courier New"/>
                <a:cs typeface="Courier New"/>
              </a:rPr>
              <a:t> </a:t>
            </a:r>
            <a:r>
              <a:rPr sz="2800" b="1" dirty="0">
                <a:latin typeface="Courier New"/>
                <a:cs typeface="Courier New"/>
              </a:rPr>
              <a:t>front,</a:t>
            </a:r>
            <a:r>
              <a:rPr sz="2800" b="1" spc="-70" dirty="0">
                <a:latin typeface="Courier New"/>
                <a:cs typeface="Courier New"/>
              </a:rPr>
              <a:t> </a:t>
            </a:r>
            <a:r>
              <a:rPr sz="2800" b="1" spc="-10" dirty="0">
                <a:latin typeface="Courier New"/>
                <a:cs typeface="Courier New"/>
              </a:rPr>
              <a:t>rear;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03550" y="3707116"/>
            <a:ext cx="4279265" cy="14338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0000"/>
              </a:lnSpc>
              <a:spcBef>
                <a:spcPts val="95"/>
              </a:spcBef>
            </a:pPr>
            <a:r>
              <a:rPr sz="2800" b="1" dirty="0">
                <a:latin typeface="Courier New"/>
                <a:cs typeface="Courier New"/>
              </a:rPr>
              <a:t>front</a:t>
            </a:r>
            <a:r>
              <a:rPr sz="2800" b="1" spc="-45" dirty="0">
                <a:latin typeface="Courier New"/>
                <a:cs typeface="Courier New"/>
              </a:rPr>
              <a:t> </a:t>
            </a:r>
            <a:r>
              <a:rPr sz="2800" b="1" dirty="0">
                <a:latin typeface="Courier New"/>
                <a:cs typeface="Courier New"/>
              </a:rPr>
              <a:t>=</a:t>
            </a:r>
            <a:r>
              <a:rPr sz="2800" b="1" spc="-15" dirty="0">
                <a:latin typeface="Courier New"/>
                <a:cs typeface="Courier New"/>
              </a:rPr>
              <a:t> </a:t>
            </a:r>
            <a:r>
              <a:rPr sz="2800" b="1" dirty="0">
                <a:latin typeface="Courier New"/>
                <a:cs typeface="Courier New"/>
              </a:rPr>
              <a:t>rear</a:t>
            </a:r>
            <a:r>
              <a:rPr sz="2800" b="1" spc="-20" dirty="0">
                <a:latin typeface="Courier New"/>
                <a:cs typeface="Courier New"/>
              </a:rPr>
              <a:t> </a:t>
            </a:r>
            <a:r>
              <a:rPr sz="2800" b="1" dirty="0">
                <a:latin typeface="Courier New"/>
                <a:cs typeface="Courier New"/>
              </a:rPr>
              <a:t>=</a:t>
            </a:r>
            <a:r>
              <a:rPr sz="2800" b="1" spc="-25" dirty="0">
                <a:latin typeface="Courier New"/>
                <a:cs typeface="Courier New"/>
              </a:rPr>
              <a:t> </a:t>
            </a:r>
            <a:r>
              <a:rPr sz="2800" b="1" spc="-10" dirty="0">
                <a:latin typeface="Courier New"/>
                <a:cs typeface="Courier New"/>
              </a:rPr>
              <a:t>NULL; </a:t>
            </a:r>
            <a:r>
              <a:rPr sz="2800" b="1" dirty="0">
                <a:latin typeface="Courier New"/>
                <a:cs typeface="Courier New"/>
              </a:rPr>
              <a:t>printf(“%5d”,</a:t>
            </a:r>
            <a:r>
              <a:rPr sz="2800" b="1" spc="-130" dirty="0">
                <a:latin typeface="Courier New"/>
                <a:cs typeface="Courier New"/>
              </a:rPr>
              <a:t> </a:t>
            </a:r>
            <a:r>
              <a:rPr sz="2800" b="1" spc="-25" dirty="0">
                <a:latin typeface="Courier New"/>
                <a:cs typeface="Courier New"/>
              </a:rPr>
              <a:t>v); </a:t>
            </a:r>
            <a:r>
              <a:rPr sz="2800" b="1" dirty="0">
                <a:latin typeface="Courier New"/>
                <a:cs typeface="Courier New"/>
              </a:rPr>
              <a:t>visited[v]</a:t>
            </a:r>
            <a:r>
              <a:rPr sz="2800" b="1" spc="-55" dirty="0">
                <a:latin typeface="Courier New"/>
                <a:cs typeface="Courier New"/>
              </a:rPr>
              <a:t> </a:t>
            </a:r>
            <a:r>
              <a:rPr sz="2800" b="1" dirty="0">
                <a:latin typeface="Courier New"/>
                <a:cs typeface="Courier New"/>
              </a:rPr>
              <a:t>=</a:t>
            </a:r>
            <a:r>
              <a:rPr sz="2800" b="1" spc="-35" dirty="0">
                <a:latin typeface="Courier New"/>
                <a:cs typeface="Courier New"/>
              </a:rPr>
              <a:t> </a:t>
            </a:r>
            <a:r>
              <a:rPr sz="2800" b="1" spc="-20" dirty="0">
                <a:latin typeface="Courier New"/>
                <a:cs typeface="Courier New"/>
              </a:rPr>
              <a:t>TRUE;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03550" y="5158485"/>
            <a:ext cx="491871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Courier New"/>
                <a:cs typeface="Courier New"/>
              </a:rPr>
              <a:t>addq(&amp;front,</a:t>
            </a:r>
            <a:r>
              <a:rPr sz="2800" b="1" spc="-75" dirty="0">
                <a:latin typeface="Courier New"/>
                <a:cs typeface="Courier New"/>
              </a:rPr>
              <a:t> </a:t>
            </a:r>
            <a:r>
              <a:rPr sz="2800" b="1" dirty="0">
                <a:latin typeface="Courier New"/>
                <a:cs typeface="Courier New"/>
              </a:rPr>
              <a:t>&amp;rear,</a:t>
            </a:r>
            <a:r>
              <a:rPr sz="2800" b="1" spc="-75" dirty="0">
                <a:latin typeface="Courier New"/>
                <a:cs typeface="Courier New"/>
              </a:rPr>
              <a:t> </a:t>
            </a:r>
            <a:r>
              <a:rPr sz="2800" b="1" spc="-25" dirty="0">
                <a:latin typeface="Courier New"/>
                <a:cs typeface="Courier New"/>
              </a:rPr>
              <a:t>v);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629143" y="4003547"/>
            <a:ext cx="2775585" cy="75946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81280" rIns="0" bIns="0" rtlCol="0">
            <a:spAutoFit/>
          </a:bodyPr>
          <a:lstStyle/>
          <a:p>
            <a:pPr marL="158750">
              <a:lnSpc>
                <a:spcPct val="100000"/>
              </a:lnSpc>
              <a:spcBef>
                <a:spcPts val="640"/>
              </a:spcBef>
            </a:pPr>
            <a:r>
              <a:rPr sz="1800" dirty="0">
                <a:latin typeface="Calibri"/>
                <a:cs typeface="Calibri"/>
              </a:rPr>
              <a:t>adjacency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list: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O(e)</a:t>
            </a:r>
            <a:endParaRPr sz="1800">
              <a:latin typeface="Calibri"/>
              <a:cs typeface="Calibri"/>
            </a:endParaRPr>
          </a:p>
          <a:p>
            <a:pPr marL="15875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adjacency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matrix: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O(n</a:t>
            </a:r>
            <a:r>
              <a:rPr sz="1800" spc="-30" baseline="25462" dirty="0">
                <a:latin typeface="Calibri"/>
                <a:cs typeface="Calibri"/>
              </a:rPr>
              <a:t>2</a:t>
            </a:r>
            <a:r>
              <a:rPr sz="1800" spc="-20" dirty="0">
                <a:latin typeface="Calibri"/>
                <a:cs typeface="Calibri"/>
              </a:rPr>
              <a:t>)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738876" y="6465214"/>
            <a:ext cx="71374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CHAPTER</a:t>
            </a:r>
            <a:r>
              <a:rPr sz="1200" spc="-4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spc="-50" dirty="0">
                <a:solidFill>
                  <a:srgbClr val="888888"/>
                </a:solidFill>
                <a:latin typeface="Calibri"/>
                <a:cs typeface="Calibri"/>
              </a:rPr>
              <a:t>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26</a:t>
            </a:fld>
            <a:endParaRPr spc="-25" dirty="0"/>
          </a:p>
        </p:txBody>
      </p:sp>
      <p:sp>
        <p:nvSpPr>
          <p:cNvPr id="2" name="object 2"/>
          <p:cNvSpPr txBox="1"/>
          <p:nvPr/>
        </p:nvSpPr>
        <p:spPr>
          <a:xfrm>
            <a:off x="2189479" y="1751202"/>
            <a:ext cx="8322945" cy="42932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38784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Courier New"/>
                <a:cs typeface="Courier New"/>
              </a:rPr>
              <a:t>while</a:t>
            </a:r>
            <a:r>
              <a:rPr sz="2800" b="1" spc="-65" dirty="0">
                <a:latin typeface="Courier New"/>
                <a:cs typeface="Courier New"/>
              </a:rPr>
              <a:t> </a:t>
            </a:r>
            <a:r>
              <a:rPr sz="2800" b="1" dirty="0">
                <a:latin typeface="Courier New"/>
                <a:cs typeface="Courier New"/>
              </a:rPr>
              <a:t>(front)</a:t>
            </a:r>
            <a:r>
              <a:rPr sz="2800" b="1" spc="-35" dirty="0">
                <a:latin typeface="Courier New"/>
                <a:cs typeface="Courier New"/>
              </a:rPr>
              <a:t> </a:t>
            </a:r>
            <a:r>
              <a:rPr sz="2800" b="1" spc="-50" dirty="0">
                <a:latin typeface="Courier New"/>
                <a:cs typeface="Courier New"/>
              </a:rPr>
              <a:t>{</a:t>
            </a:r>
            <a:endParaRPr sz="2800">
              <a:latin typeface="Courier New"/>
              <a:cs typeface="Courier New"/>
            </a:endParaRPr>
          </a:p>
          <a:p>
            <a:pPr marL="864235">
              <a:lnSpc>
                <a:spcPct val="100000"/>
              </a:lnSpc>
            </a:pPr>
            <a:r>
              <a:rPr sz="2800" b="1" dirty="0">
                <a:latin typeface="Courier New"/>
                <a:cs typeface="Courier New"/>
              </a:rPr>
              <a:t>v=</a:t>
            </a:r>
            <a:r>
              <a:rPr sz="2800" b="1" spc="-15" dirty="0">
                <a:latin typeface="Courier New"/>
                <a:cs typeface="Courier New"/>
              </a:rPr>
              <a:t> </a:t>
            </a:r>
            <a:r>
              <a:rPr sz="2800" b="1" spc="-10" dirty="0">
                <a:latin typeface="Courier New"/>
                <a:cs typeface="Courier New"/>
              </a:rPr>
              <a:t>deleteq(&amp;front);</a:t>
            </a:r>
            <a:endParaRPr sz="2800">
              <a:latin typeface="Courier New"/>
              <a:cs typeface="Courier New"/>
            </a:endParaRPr>
          </a:p>
          <a:p>
            <a:pPr marL="1289685" marR="1068070" indent="-425450">
              <a:lnSpc>
                <a:spcPct val="100000"/>
              </a:lnSpc>
            </a:pPr>
            <a:r>
              <a:rPr sz="2800" b="1" dirty="0">
                <a:latin typeface="Courier New"/>
                <a:cs typeface="Courier New"/>
              </a:rPr>
              <a:t>for</a:t>
            </a:r>
            <a:r>
              <a:rPr sz="2800" b="1" spc="-50" dirty="0">
                <a:latin typeface="Courier New"/>
                <a:cs typeface="Courier New"/>
              </a:rPr>
              <a:t> </a:t>
            </a:r>
            <a:r>
              <a:rPr sz="2800" b="1" dirty="0">
                <a:latin typeface="Courier New"/>
                <a:cs typeface="Courier New"/>
              </a:rPr>
              <a:t>(w=graph[v];</a:t>
            </a:r>
            <a:r>
              <a:rPr sz="2800" b="1" spc="-50" dirty="0">
                <a:latin typeface="Courier New"/>
                <a:cs typeface="Courier New"/>
              </a:rPr>
              <a:t> </a:t>
            </a:r>
            <a:r>
              <a:rPr sz="2800" b="1" dirty="0">
                <a:latin typeface="Courier New"/>
                <a:cs typeface="Courier New"/>
              </a:rPr>
              <a:t>w;</a:t>
            </a:r>
            <a:r>
              <a:rPr sz="2800" b="1" spc="-45" dirty="0">
                <a:latin typeface="Courier New"/>
                <a:cs typeface="Courier New"/>
              </a:rPr>
              <a:t> </a:t>
            </a:r>
            <a:r>
              <a:rPr sz="2800" b="1" spc="-10" dirty="0">
                <a:latin typeface="Courier New"/>
                <a:cs typeface="Courier New"/>
              </a:rPr>
              <a:t>w=w-&gt;link) </a:t>
            </a:r>
            <a:r>
              <a:rPr sz="2800" b="1" dirty="0">
                <a:latin typeface="Courier New"/>
                <a:cs typeface="Courier New"/>
              </a:rPr>
              <a:t>if</a:t>
            </a:r>
            <a:r>
              <a:rPr sz="2800" b="1" spc="-20" dirty="0">
                <a:latin typeface="Courier New"/>
                <a:cs typeface="Courier New"/>
              </a:rPr>
              <a:t> </a:t>
            </a:r>
            <a:r>
              <a:rPr sz="2800" b="1" spc="-10" dirty="0">
                <a:latin typeface="Courier New"/>
                <a:cs typeface="Courier New"/>
              </a:rPr>
              <a:t>(!visited[w-</a:t>
            </a:r>
            <a:r>
              <a:rPr sz="2800" b="1" dirty="0">
                <a:latin typeface="Courier New"/>
                <a:cs typeface="Courier New"/>
              </a:rPr>
              <a:t>&gt;vertex])</a:t>
            </a:r>
            <a:r>
              <a:rPr sz="2800" b="1" spc="-25" dirty="0">
                <a:latin typeface="Courier New"/>
                <a:cs typeface="Courier New"/>
              </a:rPr>
              <a:t> </a:t>
            </a:r>
            <a:r>
              <a:rPr sz="2800" b="1" spc="-50" dirty="0">
                <a:latin typeface="Courier New"/>
                <a:cs typeface="Courier New"/>
              </a:rPr>
              <a:t>{</a:t>
            </a:r>
            <a:endParaRPr sz="2800">
              <a:latin typeface="Courier New"/>
              <a:cs typeface="Courier New"/>
            </a:endParaRPr>
          </a:p>
          <a:p>
            <a:pPr marL="1715135" marR="5080">
              <a:lnSpc>
                <a:spcPct val="100000"/>
              </a:lnSpc>
            </a:pPr>
            <a:r>
              <a:rPr sz="2800" b="1" dirty="0">
                <a:latin typeface="Courier New"/>
                <a:cs typeface="Courier New"/>
              </a:rPr>
              <a:t>printf(“%5d”,</a:t>
            </a:r>
            <a:r>
              <a:rPr sz="2800" b="1" spc="-85" dirty="0">
                <a:latin typeface="Courier New"/>
                <a:cs typeface="Courier New"/>
              </a:rPr>
              <a:t> </a:t>
            </a:r>
            <a:r>
              <a:rPr sz="2800" b="1" spc="-10" dirty="0">
                <a:latin typeface="Courier New"/>
                <a:cs typeface="Courier New"/>
              </a:rPr>
              <a:t>w-&gt;vertex); </a:t>
            </a:r>
            <a:r>
              <a:rPr sz="2800" b="1" dirty="0">
                <a:latin typeface="Courier New"/>
                <a:cs typeface="Courier New"/>
              </a:rPr>
              <a:t>addq(&amp;front,</a:t>
            </a:r>
            <a:r>
              <a:rPr sz="2800" b="1" spc="-90" dirty="0">
                <a:latin typeface="Courier New"/>
                <a:cs typeface="Courier New"/>
              </a:rPr>
              <a:t> </a:t>
            </a:r>
            <a:r>
              <a:rPr sz="2800" b="1" dirty="0">
                <a:latin typeface="Courier New"/>
                <a:cs typeface="Courier New"/>
              </a:rPr>
              <a:t>&amp;rear,</a:t>
            </a:r>
            <a:r>
              <a:rPr sz="2800" b="1" spc="-80" dirty="0">
                <a:latin typeface="Courier New"/>
                <a:cs typeface="Courier New"/>
              </a:rPr>
              <a:t> </a:t>
            </a:r>
            <a:r>
              <a:rPr sz="2800" b="1" dirty="0">
                <a:latin typeface="Courier New"/>
                <a:cs typeface="Courier New"/>
              </a:rPr>
              <a:t>w-</a:t>
            </a:r>
            <a:r>
              <a:rPr sz="2800" b="1" spc="-10" dirty="0">
                <a:latin typeface="Courier New"/>
                <a:cs typeface="Courier New"/>
              </a:rPr>
              <a:t>&gt;vertex); visited[w-</a:t>
            </a:r>
            <a:r>
              <a:rPr sz="2800" b="1" dirty="0">
                <a:latin typeface="Courier New"/>
                <a:cs typeface="Courier New"/>
              </a:rPr>
              <a:t>&gt;vertex]</a:t>
            </a:r>
            <a:r>
              <a:rPr sz="2800" b="1" spc="-25" dirty="0">
                <a:latin typeface="Courier New"/>
                <a:cs typeface="Courier New"/>
              </a:rPr>
              <a:t> </a:t>
            </a:r>
            <a:r>
              <a:rPr sz="2800" b="1" dirty="0">
                <a:latin typeface="Courier New"/>
                <a:cs typeface="Courier New"/>
              </a:rPr>
              <a:t>=</a:t>
            </a:r>
            <a:r>
              <a:rPr sz="2800" b="1" spc="-25" dirty="0">
                <a:latin typeface="Courier New"/>
                <a:cs typeface="Courier New"/>
              </a:rPr>
              <a:t> </a:t>
            </a:r>
            <a:r>
              <a:rPr sz="2800" b="1" spc="-10" dirty="0">
                <a:latin typeface="Courier New"/>
                <a:cs typeface="Courier New"/>
              </a:rPr>
              <a:t>TRUE;</a:t>
            </a:r>
            <a:endParaRPr sz="2800">
              <a:latin typeface="Courier New"/>
              <a:cs typeface="Courier New"/>
            </a:endParaRPr>
          </a:p>
          <a:p>
            <a:pPr marL="1289685">
              <a:lnSpc>
                <a:spcPct val="100000"/>
              </a:lnSpc>
              <a:spcBef>
                <a:spcPts val="5"/>
              </a:spcBef>
            </a:pPr>
            <a:r>
              <a:rPr sz="2800" b="1" spc="-50" dirty="0">
                <a:latin typeface="Courier New"/>
                <a:cs typeface="Courier New"/>
              </a:rPr>
              <a:t>}</a:t>
            </a:r>
            <a:endParaRPr sz="2800">
              <a:latin typeface="Courier New"/>
              <a:cs typeface="Courier New"/>
            </a:endParaRPr>
          </a:p>
          <a:p>
            <a:pPr marL="438784">
              <a:lnSpc>
                <a:spcPct val="100000"/>
              </a:lnSpc>
            </a:pPr>
            <a:r>
              <a:rPr sz="2800" b="1" spc="-50" dirty="0">
                <a:latin typeface="Courier New"/>
                <a:cs typeface="Courier New"/>
              </a:rPr>
              <a:t>}</a:t>
            </a:r>
            <a:endParaRPr sz="2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800" b="1" spc="-50" dirty="0">
                <a:latin typeface="Courier New"/>
                <a:cs typeface="Courier New"/>
              </a:rPr>
              <a:t>}</a:t>
            </a:r>
            <a:endParaRPr sz="2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5738876" y="6465214"/>
            <a:ext cx="71374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CHAPTER</a:t>
            </a:r>
            <a:r>
              <a:rPr sz="1200" spc="-4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spc="-50" dirty="0">
                <a:solidFill>
                  <a:srgbClr val="888888"/>
                </a:solidFill>
                <a:latin typeface="Calibri"/>
                <a:cs typeface="Calibri"/>
              </a:rPr>
              <a:t>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27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02208" rIns="0" bIns="0" rtlCol="0">
            <a:spAutoFit/>
          </a:bodyPr>
          <a:lstStyle/>
          <a:p>
            <a:pPr marL="3039745">
              <a:lnSpc>
                <a:spcPct val="100000"/>
              </a:lnSpc>
              <a:spcBef>
                <a:spcPts val="105"/>
              </a:spcBef>
            </a:pPr>
            <a:r>
              <a:rPr b="0" i="0" dirty="0">
                <a:solidFill>
                  <a:srgbClr val="44536A"/>
                </a:solidFill>
                <a:latin typeface="Times New Roman"/>
                <a:cs typeface="Times New Roman"/>
              </a:rPr>
              <a:t>Connected</a:t>
            </a:r>
            <a:r>
              <a:rPr b="0" i="0" spc="-40" dirty="0">
                <a:solidFill>
                  <a:srgbClr val="44536A"/>
                </a:solidFill>
                <a:latin typeface="Times New Roman"/>
                <a:cs typeface="Times New Roman"/>
              </a:rPr>
              <a:t> </a:t>
            </a:r>
            <a:r>
              <a:rPr b="0" i="0" spc="-10" dirty="0">
                <a:solidFill>
                  <a:srgbClr val="44536A"/>
                </a:solidFill>
                <a:latin typeface="Times New Roman"/>
                <a:cs typeface="Times New Roman"/>
              </a:rPr>
              <a:t>Components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684779" y="1898675"/>
            <a:ext cx="5558155" cy="331216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2800" b="1" dirty="0">
                <a:latin typeface="Courier New"/>
                <a:cs typeface="Courier New"/>
              </a:rPr>
              <a:t>void</a:t>
            </a:r>
            <a:r>
              <a:rPr sz="2800" b="1" spc="-40" dirty="0">
                <a:latin typeface="Courier New"/>
                <a:cs typeface="Courier New"/>
              </a:rPr>
              <a:t> </a:t>
            </a:r>
            <a:r>
              <a:rPr sz="2800" b="1" spc="-10" dirty="0">
                <a:latin typeface="Courier New"/>
                <a:cs typeface="Courier New"/>
              </a:rPr>
              <a:t>connected(void)</a:t>
            </a:r>
            <a:endParaRPr sz="2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2800" b="1" spc="-50" dirty="0">
                <a:latin typeface="Courier New"/>
                <a:cs typeface="Courier New"/>
              </a:rPr>
              <a:t>{</a:t>
            </a:r>
            <a:endParaRPr sz="2800">
              <a:latin typeface="Courier New"/>
              <a:cs typeface="Courier New"/>
            </a:endParaRPr>
          </a:p>
          <a:p>
            <a:pPr marL="1715135" marR="5080" indent="-850900">
              <a:lnSpc>
                <a:spcPts val="3700"/>
              </a:lnSpc>
              <a:spcBef>
                <a:spcPts val="175"/>
              </a:spcBef>
            </a:pPr>
            <a:r>
              <a:rPr sz="2800" b="1" dirty="0">
                <a:latin typeface="Courier New"/>
                <a:cs typeface="Courier New"/>
              </a:rPr>
              <a:t>for</a:t>
            </a:r>
            <a:r>
              <a:rPr sz="2800" b="1" spc="-40" dirty="0">
                <a:latin typeface="Courier New"/>
                <a:cs typeface="Courier New"/>
              </a:rPr>
              <a:t> </a:t>
            </a:r>
            <a:r>
              <a:rPr sz="2800" b="1" dirty="0">
                <a:latin typeface="Courier New"/>
                <a:cs typeface="Courier New"/>
              </a:rPr>
              <a:t>(i=0;</a:t>
            </a:r>
            <a:r>
              <a:rPr sz="2800" b="1" spc="-40" dirty="0">
                <a:latin typeface="Courier New"/>
                <a:cs typeface="Courier New"/>
              </a:rPr>
              <a:t> </a:t>
            </a:r>
            <a:r>
              <a:rPr sz="2800" b="1" dirty="0">
                <a:latin typeface="Courier New"/>
                <a:cs typeface="Courier New"/>
              </a:rPr>
              <a:t>i&lt;n;</a:t>
            </a:r>
            <a:r>
              <a:rPr sz="2800" b="1" spc="-40" dirty="0">
                <a:latin typeface="Courier New"/>
                <a:cs typeface="Courier New"/>
              </a:rPr>
              <a:t> </a:t>
            </a:r>
            <a:r>
              <a:rPr sz="2800" b="1" dirty="0">
                <a:latin typeface="Courier New"/>
                <a:cs typeface="Courier New"/>
              </a:rPr>
              <a:t>i++)</a:t>
            </a:r>
            <a:r>
              <a:rPr sz="2800" b="1" spc="-35" dirty="0">
                <a:latin typeface="Courier New"/>
                <a:cs typeface="Courier New"/>
              </a:rPr>
              <a:t> </a:t>
            </a:r>
            <a:r>
              <a:rPr sz="2800" b="1" spc="-50" dirty="0">
                <a:latin typeface="Courier New"/>
                <a:cs typeface="Courier New"/>
              </a:rPr>
              <a:t>{ </a:t>
            </a:r>
            <a:r>
              <a:rPr sz="2800" b="1" dirty="0">
                <a:latin typeface="Courier New"/>
                <a:cs typeface="Courier New"/>
              </a:rPr>
              <a:t>if</a:t>
            </a:r>
            <a:r>
              <a:rPr sz="2800" b="1" spc="-55" dirty="0">
                <a:latin typeface="Courier New"/>
                <a:cs typeface="Courier New"/>
              </a:rPr>
              <a:t> </a:t>
            </a:r>
            <a:r>
              <a:rPr sz="2800" b="1" dirty="0">
                <a:latin typeface="Courier New"/>
                <a:cs typeface="Courier New"/>
              </a:rPr>
              <a:t>(!visited[i])</a:t>
            </a:r>
            <a:r>
              <a:rPr sz="2800" b="1" spc="-50" dirty="0">
                <a:latin typeface="Courier New"/>
                <a:cs typeface="Courier New"/>
              </a:rPr>
              <a:t> {</a:t>
            </a:r>
            <a:endParaRPr sz="2800">
              <a:latin typeface="Courier New"/>
              <a:cs typeface="Courier New"/>
            </a:endParaRPr>
          </a:p>
          <a:p>
            <a:pPr marL="2565400">
              <a:lnSpc>
                <a:spcPct val="100000"/>
              </a:lnSpc>
              <a:spcBef>
                <a:spcPts val="155"/>
              </a:spcBef>
            </a:pPr>
            <a:r>
              <a:rPr sz="2800" b="1" spc="-10" dirty="0">
                <a:latin typeface="Courier New"/>
                <a:cs typeface="Courier New"/>
              </a:rPr>
              <a:t>dfs(i);</a:t>
            </a:r>
            <a:endParaRPr sz="2800">
              <a:latin typeface="Courier New"/>
              <a:cs typeface="Courier New"/>
            </a:endParaRPr>
          </a:p>
          <a:p>
            <a:pPr marL="2565400">
              <a:lnSpc>
                <a:spcPct val="100000"/>
              </a:lnSpc>
              <a:spcBef>
                <a:spcPts val="340"/>
              </a:spcBef>
            </a:pPr>
            <a:r>
              <a:rPr sz="2800" b="1" spc="-10" dirty="0">
                <a:latin typeface="Courier New"/>
                <a:cs typeface="Courier New"/>
              </a:rPr>
              <a:t>printf(“\n”);</a:t>
            </a:r>
            <a:endParaRPr sz="2800">
              <a:latin typeface="Courier New"/>
              <a:cs typeface="Courier New"/>
            </a:endParaRPr>
          </a:p>
          <a:p>
            <a:pPr marL="1715135">
              <a:lnSpc>
                <a:spcPct val="100000"/>
              </a:lnSpc>
              <a:spcBef>
                <a:spcPts val="335"/>
              </a:spcBef>
            </a:pPr>
            <a:r>
              <a:rPr sz="2800" b="1" spc="-50" dirty="0">
                <a:latin typeface="Courier New"/>
                <a:cs typeface="Courier New"/>
              </a:rPr>
              <a:t>}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36696" y="5228335"/>
            <a:ext cx="2387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0" dirty="0">
                <a:latin typeface="Courier New"/>
                <a:cs typeface="Courier New"/>
              </a:rPr>
              <a:t>}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684779" y="5698032"/>
            <a:ext cx="2387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0" dirty="0">
                <a:latin typeface="Courier New"/>
                <a:cs typeface="Courier New"/>
              </a:rPr>
              <a:t>}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501384" y="5097779"/>
            <a:ext cx="2773680" cy="75946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81280" rIns="0" bIns="0" rtlCol="0">
            <a:spAutoFit/>
          </a:bodyPr>
          <a:lstStyle/>
          <a:p>
            <a:pPr marL="158115" marR="431800">
              <a:lnSpc>
                <a:spcPct val="100000"/>
              </a:lnSpc>
              <a:spcBef>
                <a:spcPts val="640"/>
              </a:spcBef>
            </a:pPr>
            <a:r>
              <a:rPr sz="1800" dirty="0">
                <a:latin typeface="Calibri"/>
                <a:cs typeface="Calibri"/>
              </a:rPr>
              <a:t>adjacency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list: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O(n+e) </a:t>
            </a:r>
            <a:r>
              <a:rPr sz="1800" dirty="0">
                <a:latin typeface="Calibri"/>
                <a:cs typeface="Calibri"/>
              </a:rPr>
              <a:t>adjacency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matrix: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O(n</a:t>
            </a:r>
            <a:r>
              <a:rPr sz="1800" spc="-30" baseline="25462" dirty="0">
                <a:latin typeface="Calibri"/>
                <a:cs typeface="Calibri"/>
              </a:rPr>
              <a:t>2</a:t>
            </a:r>
            <a:r>
              <a:rPr sz="1800" spc="-20" dirty="0">
                <a:latin typeface="Calibri"/>
                <a:cs typeface="Calibri"/>
              </a:rPr>
              <a:t>)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21428" y="616407"/>
            <a:ext cx="3488054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0" i="0" dirty="0">
                <a:solidFill>
                  <a:srgbClr val="44536A"/>
                </a:solidFill>
                <a:latin typeface="Times New Roman"/>
                <a:cs typeface="Times New Roman"/>
              </a:rPr>
              <a:t>Spanning</a:t>
            </a:r>
            <a:r>
              <a:rPr b="0" i="0" spc="-114" dirty="0">
                <a:solidFill>
                  <a:srgbClr val="44536A"/>
                </a:solidFill>
                <a:latin typeface="Times New Roman"/>
                <a:cs typeface="Times New Roman"/>
              </a:rPr>
              <a:t> </a:t>
            </a:r>
            <a:r>
              <a:rPr b="0" i="0" spc="-20" dirty="0">
                <a:solidFill>
                  <a:srgbClr val="44536A"/>
                </a:solidFill>
                <a:latin typeface="Times New Roman"/>
                <a:cs typeface="Times New Roman"/>
              </a:rPr>
              <a:t>Trees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54477" y="1811401"/>
            <a:ext cx="368807" cy="37947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54477" y="3372358"/>
            <a:ext cx="368807" cy="37947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54477" y="4445508"/>
            <a:ext cx="368807" cy="37947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884677" y="1698117"/>
            <a:ext cx="7535545" cy="31483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14351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latin typeface="Times New Roman"/>
                <a:cs typeface="Times New Roman"/>
              </a:rPr>
              <a:t>When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graph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G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is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connected,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depth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first</a:t>
            </a:r>
            <a:r>
              <a:rPr sz="3200" spc="-25" dirty="0">
                <a:latin typeface="Times New Roman"/>
                <a:cs typeface="Times New Roman"/>
              </a:rPr>
              <a:t> or </a:t>
            </a:r>
            <a:r>
              <a:rPr sz="3200" dirty="0">
                <a:latin typeface="Times New Roman"/>
                <a:cs typeface="Times New Roman"/>
              </a:rPr>
              <a:t>breadth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first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search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starting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at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any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vertex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spc="-20" dirty="0">
                <a:latin typeface="Times New Roman"/>
                <a:cs typeface="Times New Roman"/>
              </a:rPr>
              <a:t>will </a:t>
            </a:r>
            <a:r>
              <a:rPr sz="3200" dirty="0">
                <a:latin typeface="Times New Roman"/>
                <a:cs typeface="Times New Roman"/>
              </a:rPr>
              <a:t>visit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all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vertices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0" dirty="0">
                <a:latin typeface="Times New Roman"/>
                <a:cs typeface="Times New Roman"/>
              </a:rPr>
              <a:t>G</a:t>
            </a:r>
            <a:endParaRPr sz="32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  <a:spcBef>
                <a:spcPts val="770"/>
              </a:spcBef>
            </a:pPr>
            <a:r>
              <a:rPr sz="3200" dirty="0">
                <a:latin typeface="Times New Roman"/>
                <a:cs typeface="Times New Roman"/>
              </a:rPr>
              <a:t>A</a:t>
            </a:r>
            <a:r>
              <a:rPr sz="3200" spc="-190" dirty="0"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CC3300"/>
                </a:solidFill>
                <a:latin typeface="Times New Roman"/>
                <a:cs typeface="Times New Roman"/>
              </a:rPr>
              <a:t>spanning</a:t>
            </a:r>
            <a:r>
              <a:rPr sz="3200" spc="-50" dirty="0">
                <a:solidFill>
                  <a:srgbClr val="CC33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CC3300"/>
                </a:solidFill>
                <a:latin typeface="Times New Roman"/>
                <a:cs typeface="Times New Roman"/>
              </a:rPr>
              <a:t>tree</a:t>
            </a:r>
            <a:r>
              <a:rPr sz="3200" spc="-10" dirty="0">
                <a:solidFill>
                  <a:srgbClr val="CC33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is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any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tree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that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consists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solely </a:t>
            </a:r>
            <a:r>
              <a:rPr sz="3200" dirty="0">
                <a:latin typeface="Times New Roman"/>
                <a:cs typeface="Times New Roman"/>
              </a:rPr>
              <a:t>of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edges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G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that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includes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all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10" dirty="0">
                <a:latin typeface="Times New Roman"/>
                <a:cs typeface="Times New Roman"/>
              </a:rPr>
              <a:t> vertices</a:t>
            </a: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3200" dirty="0">
                <a:latin typeface="Times New Roman"/>
                <a:cs typeface="Times New Roman"/>
              </a:rPr>
              <a:t>E(G):</a:t>
            </a:r>
            <a:r>
              <a:rPr sz="3200" spc="-9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(</a:t>
            </a:r>
            <a:r>
              <a:rPr sz="3200" dirty="0">
                <a:solidFill>
                  <a:srgbClr val="44536A"/>
                </a:solidFill>
                <a:latin typeface="Times New Roman"/>
                <a:cs typeface="Times New Roman"/>
              </a:rPr>
              <a:t>tree</a:t>
            </a:r>
            <a:r>
              <a:rPr sz="3200" spc="-10" dirty="0">
                <a:solidFill>
                  <a:srgbClr val="44536A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44536A"/>
                </a:solidFill>
                <a:latin typeface="Times New Roman"/>
                <a:cs typeface="Times New Roman"/>
              </a:rPr>
              <a:t>edges</a:t>
            </a:r>
            <a:r>
              <a:rPr sz="3200" dirty="0">
                <a:latin typeface="Times New Roman"/>
                <a:cs typeface="Times New Roman"/>
              </a:rPr>
              <a:t>)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+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N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(</a:t>
            </a:r>
            <a:r>
              <a:rPr sz="3200" dirty="0">
                <a:solidFill>
                  <a:srgbClr val="44536A"/>
                </a:solidFill>
                <a:latin typeface="Times New Roman"/>
                <a:cs typeface="Times New Roman"/>
              </a:rPr>
              <a:t>nontree</a:t>
            </a:r>
            <a:r>
              <a:rPr sz="3200" spc="-50" dirty="0">
                <a:solidFill>
                  <a:srgbClr val="44536A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44536A"/>
                </a:solidFill>
                <a:latin typeface="Times New Roman"/>
                <a:cs typeface="Times New Roman"/>
              </a:rPr>
              <a:t>edges</a:t>
            </a:r>
            <a:r>
              <a:rPr sz="3200" spc="-10" dirty="0">
                <a:latin typeface="Times New Roman"/>
                <a:cs typeface="Times New Roman"/>
              </a:rPr>
              <a:t>)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738876" y="6465214"/>
            <a:ext cx="71374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CHAPTER</a:t>
            </a:r>
            <a:r>
              <a:rPr sz="1200" spc="-4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spc="-50" dirty="0">
                <a:solidFill>
                  <a:srgbClr val="888888"/>
                </a:solidFill>
                <a:latin typeface="Calibri"/>
                <a:cs typeface="Calibri"/>
              </a:rPr>
              <a:t>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28</a:t>
            </a:fld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2884677" y="4819903"/>
            <a:ext cx="1020444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10" dirty="0">
                <a:latin typeface="Times New Roman"/>
                <a:cs typeface="Times New Roman"/>
              </a:rPr>
              <a:t>where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370959" y="4819903"/>
            <a:ext cx="5538470" cy="1002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latin typeface="Times New Roman"/>
                <a:cs typeface="Times New Roman"/>
              </a:rPr>
              <a:t>T: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set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of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edges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used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during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search </a:t>
            </a:r>
            <a:r>
              <a:rPr sz="3200" dirty="0">
                <a:latin typeface="Times New Roman"/>
                <a:cs typeface="Times New Roman"/>
              </a:rPr>
              <a:t>N: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set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of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remaining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edges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07460" y="796289"/>
            <a:ext cx="621792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0" i="0" dirty="0">
                <a:solidFill>
                  <a:srgbClr val="44536A"/>
                </a:solidFill>
                <a:latin typeface="Times New Roman"/>
                <a:cs typeface="Times New Roman"/>
              </a:rPr>
              <a:t>Examples</a:t>
            </a:r>
            <a:r>
              <a:rPr b="0" i="0" spc="-15" dirty="0">
                <a:solidFill>
                  <a:srgbClr val="44536A"/>
                </a:solidFill>
                <a:latin typeface="Times New Roman"/>
                <a:cs typeface="Times New Roman"/>
              </a:rPr>
              <a:t> </a:t>
            </a:r>
            <a:r>
              <a:rPr b="0" i="0" dirty="0">
                <a:solidFill>
                  <a:srgbClr val="44536A"/>
                </a:solidFill>
                <a:latin typeface="Times New Roman"/>
                <a:cs typeface="Times New Roman"/>
              </a:rPr>
              <a:t>of</a:t>
            </a:r>
            <a:r>
              <a:rPr b="0" i="0" spc="-15" dirty="0">
                <a:solidFill>
                  <a:srgbClr val="44536A"/>
                </a:solidFill>
                <a:latin typeface="Times New Roman"/>
                <a:cs typeface="Times New Roman"/>
              </a:rPr>
              <a:t> </a:t>
            </a:r>
            <a:r>
              <a:rPr b="0" i="0" dirty="0">
                <a:solidFill>
                  <a:srgbClr val="44536A"/>
                </a:solidFill>
                <a:latin typeface="Times New Roman"/>
                <a:cs typeface="Times New Roman"/>
              </a:rPr>
              <a:t>Spanning</a:t>
            </a:r>
            <a:r>
              <a:rPr b="0" i="0" spc="-100" dirty="0">
                <a:solidFill>
                  <a:srgbClr val="44536A"/>
                </a:solidFill>
                <a:latin typeface="Times New Roman"/>
                <a:cs typeface="Times New Roman"/>
              </a:rPr>
              <a:t> </a:t>
            </a:r>
            <a:r>
              <a:rPr b="0" i="0" spc="-20" dirty="0">
                <a:solidFill>
                  <a:srgbClr val="44536A"/>
                </a:solidFill>
                <a:latin typeface="Times New Roman"/>
                <a:cs typeface="Times New Roman"/>
              </a:rPr>
              <a:t>Tree</a:t>
            </a:r>
          </a:p>
        </p:txBody>
      </p:sp>
      <p:sp>
        <p:nvSpPr>
          <p:cNvPr id="3" name="object 3"/>
          <p:cNvSpPr/>
          <p:nvPr/>
        </p:nvSpPr>
        <p:spPr>
          <a:xfrm>
            <a:off x="3099816" y="2686811"/>
            <a:ext cx="445134" cy="443865"/>
          </a:xfrm>
          <a:custGeom>
            <a:avLst/>
            <a:gdLst/>
            <a:ahLst/>
            <a:cxnLst/>
            <a:rect l="l" t="t" r="r" b="b"/>
            <a:pathLst>
              <a:path w="445135" h="443864">
                <a:moveTo>
                  <a:pt x="0" y="221741"/>
                </a:moveTo>
                <a:lnTo>
                  <a:pt x="4518" y="177063"/>
                </a:lnTo>
                <a:lnTo>
                  <a:pt x="17478" y="135445"/>
                </a:lnTo>
                <a:lnTo>
                  <a:pt x="37986" y="97780"/>
                </a:lnTo>
                <a:lnTo>
                  <a:pt x="65150" y="64960"/>
                </a:lnTo>
                <a:lnTo>
                  <a:pt x="98077" y="37879"/>
                </a:lnTo>
                <a:lnTo>
                  <a:pt x="135874" y="17430"/>
                </a:lnTo>
                <a:lnTo>
                  <a:pt x="177647" y="4506"/>
                </a:lnTo>
                <a:lnTo>
                  <a:pt x="222504" y="0"/>
                </a:lnTo>
                <a:lnTo>
                  <a:pt x="267360" y="4506"/>
                </a:lnTo>
                <a:lnTo>
                  <a:pt x="309133" y="17430"/>
                </a:lnTo>
                <a:lnTo>
                  <a:pt x="346930" y="37879"/>
                </a:lnTo>
                <a:lnTo>
                  <a:pt x="379856" y="64960"/>
                </a:lnTo>
                <a:lnTo>
                  <a:pt x="407021" y="97780"/>
                </a:lnTo>
                <a:lnTo>
                  <a:pt x="427529" y="135445"/>
                </a:lnTo>
                <a:lnTo>
                  <a:pt x="440489" y="177063"/>
                </a:lnTo>
                <a:lnTo>
                  <a:pt x="445007" y="221741"/>
                </a:lnTo>
                <a:lnTo>
                  <a:pt x="440489" y="266420"/>
                </a:lnTo>
                <a:lnTo>
                  <a:pt x="427529" y="308038"/>
                </a:lnTo>
                <a:lnTo>
                  <a:pt x="407021" y="345703"/>
                </a:lnTo>
                <a:lnTo>
                  <a:pt x="379856" y="378523"/>
                </a:lnTo>
                <a:lnTo>
                  <a:pt x="346930" y="405604"/>
                </a:lnTo>
                <a:lnTo>
                  <a:pt x="309133" y="426053"/>
                </a:lnTo>
                <a:lnTo>
                  <a:pt x="267360" y="438977"/>
                </a:lnTo>
                <a:lnTo>
                  <a:pt x="222504" y="443484"/>
                </a:lnTo>
                <a:lnTo>
                  <a:pt x="177647" y="438977"/>
                </a:lnTo>
                <a:lnTo>
                  <a:pt x="135874" y="426053"/>
                </a:lnTo>
                <a:lnTo>
                  <a:pt x="98077" y="405604"/>
                </a:lnTo>
                <a:lnTo>
                  <a:pt x="65151" y="378523"/>
                </a:lnTo>
                <a:lnTo>
                  <a:pt x="37986" y="345703"/>
                </a:lnTo>
                <a:lnTo>
                  <a:pt x="17478" y="308038"/>
                </a:lnTo>
                <a:lnTo>
                  <a:pt x="4518" y="266420"/>
                </a:lnTo>
                <a:lnTo>
                  <a:pt x="0" y="221741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245357" y="2660142"/>
            <a:ext cx="2057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0" dirty="0">
                <a:latin typeface="Calibri"/>
                <a:cs typeface="Calibri"/>
              </a:rPr>
              <a:t>0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414016" y="3448811"/>
            <a:ext cx="445134" cy="443865"/>
          </a:xfrm>
          <a:custGeom>
            <a:avLst/>
            <a:gdLst/>
            <a:ahLst/>
            <a:cxnLst/>
            <a:rect l="l" t="t" r="r" b="b"/>
            <a:pathLst>
              <a:path w="445135" h="443864">
                <a:moveTo>
                  <a:pt x="0" y="221742"/>
                </a:moveTo>
                <a:lnTo>
                  <a:pt x="4518" y="177063"/>
                </a:lnTo>
                <a:lnTo>
                  <a:pt x="17478" y="135445"/>
                </a:lnTo>
                <a:lnTo>
                  <a:pt x="37986" y="97780"/>
                </a:lnTo>
                <a:lnTo>
                  <a:pt x="65150" y="64960"/>
                </a:lnTo>
                <a:lnTo>
                  <a:pt x="98077" y="37879"/>
                </a:lnTo>
                <a:lnTo>
                  <a:pt x="135874" y="17430"/>
                </a:lnTo>
                <a:lnTo>
                  <a:pt x="177647" y="4506"/>
                </a:lnTo>
                <a:lnTo>
                  <a:pt x="222503" y="0"/>
                </a:lnTo>
                <a:lnTo>
                  <a:pt x="267360" y="4506"/>
                </a:lnTo>
                <a:lnTo>
                  <a:pt x="309133" y="17430"/>
                </a:lnTo>
                <a:lnTo>
                  <a:pt x="346930" y="37879"/>
                </a:lnTo>
                <a:lnTo>
                  <a:pt x="379856" y="64960"/>
                </a:lnTo>
                <a:lnTo>
                  <a:pt x="407021" y="97780"/>
                </a:lnTo>
                <a:lnTo>
                  <a:pt x="427529" y="135445"/>
                </a:lnTo>
                <a:lnTo>
                  <a:pt x="440489" y="177063"/>
                </a:lnTo>
                <a:lnTo>
                  <a:pt x="445007" y="221742"/>
                </a:lnTo>
                <a:lnTo>
                  <a:pt x="440489" y="266420"/>
                </a:lnTo>
                <a:lnTo>
                  <a:pt x="427529" y="308038"/>
                </a:lnTo>
                <a:lnTo>
                  <a:pt x="407021" y="345703"/>
                </a:lnTo>
                <a:lnTo>
                  <a:pt x="379856" y="378523"/>
                </a:lnTo>
                <a:lnTo>
                  <a:pt x="346930" y="405604"/>
                </a:lnTo>
                <a:lnTo>
                  <a:pt x="309133" y="426053"/>
                </a:lnTo>
                <a:lnTo>
                  <a:pt x="267360" y="438977"/>
                </a:lnTo>
                <a:lnTo>
                  <a:pt x="222503" y="443483"/>
                </a:lnTo>
                <a:lnTo>
                  <a:pt x="177647" y="438977"/>
                </a:lnTo>
                <a:lnTo>
                  <a:pt x="135874" y="426053"/>
                </a:lnTo>
                <a:lnTo>
                  <a:pt x="98077" y="405604"/>
                </a:lnTo>
                <a:lnTo>
                  <a:pt x="65150" y="378523"/>
                </a:lnTo>
                <a:lnTo>
                  <a:pt x="37986" y="345703"/>
                </a:lnTo>
                <a:lnTo>
                  <a:pt x="17478" y="308038"/>
                </a:lnTo>
                <a:lnTo>
                  <a:pt x="4518" y="266420"/>
                </a:lnTo>
                <a:lnTo>
                  <a:pt x="0" y="221742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559557" y="3422396"/>
            <a:ext cx="2057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0" dirty="0">
                <a:latin typeface="Calibri"/>
                <a:cs typeface="Calibri"/>
              </a:rPr>
              <a:t>1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099816" y="3448811"/>
            <a:ext cx="1130935" cy="1053465"/>
          </a:xfrm>
          <a:custGeom>
            <a:avLst/>
            <a:gdLst/>
            <a:ahLst/>
            <a:cxnLst/>
            <a:rect l="l" t="t" r="r" b="b"/>
            <a:pathLst>
              <a:path w="1130935" h="1053464">
                <a:moveTo>
                  <a:pt x="685799" y="221742"/>
                </a:moveTo>
                <a:lnTo>
                  <a:pt x="690318" y="177063"/>
                </a:lnTo>
                <a:lnTo>
                  <a:pt x="703278" y="135445"/>
                </a:lnTo>
                <a:lnTo>
                  <a:pt x="723786" y="97780"/>
                </a:lnTo>
                <a:lnTo>
                  <a:pt x="750950" y="64960"/>
                </a:lnTo>
                <a:lnTo>
                  <a:pt x="783877" y="37879"/>
                </a:lnTo>
                <a:lnTo>
                  <a:pt x="821674" y="17430"/>
                </a:lnTo>
                <a:lnTo>
                  <a:pt x="863447" y="4506"/>
                </a:lnTo>
                <a:lnTo>
                  <a:pt x="908304" y="0"/>
                </a:lnTo>
                <a:lnTo>
                  <a:pt x="953160" y="4506"/>
                </a:lnTo>
                <a:lnTo>
                  <a:pt x="994933" y="17430"/>
                </a:lnTo>
                <a:lnTo>
                  <a:pt x="1032730" y="37879"/>
                </a:lnTo>
                <a:lnTo>
                  <a:pt x="1065657" y="64960"/>
                </a:lnTo>
                <a:lnTo>
                  <a:pt x="1092821" y="97780"/>
                </a:lnTo>
                <a:lnTo>
                  <a:pt x="1113329" y="135445"/>
                </a:lnTo>
                <a:lnTo>
                  <a:pt x="1126289" y="177063"/>
                </a:lnTo>
                <a:lnTo>
                  <a:pt x="1130808" y="221742"/>
                </a:lnTo>
                <a:lnTo>
                  <a:pt x="1126289" y="266420"/>
                </a:lnTo>
                <a:lnTo>
                  <a:pt x="1113329" y="308038"/>
                </a:lnTo>
                <a:lnTo>
                  <a:pt x="1092821" y="345703"/>
                </a:lnTo>
                <a:lnTo>
                  <a:pt x="1065657" y="378523"/>
                </a:lnTo>
                <a:lnTo>
                  <a:pt x="1032730" y="405604"/>
                </a:lnTo>
                <a:lnTo>
                  <a:pt x="994933" y="426053"/>
                </a:lnTo>
                <a:lnTo>
                  <a:pt x="953160" y="438977"/>
                </a:lnTo>
                <a:lnTo>
                  <a:pt x="908304" y="443483"/>
                </a:lnTo>
                <a:lnTo>
                  <a:pt x="863447" y="438977"/>
                </a:lnTo>
                <a:lnTo>
                  <a:pt x="821674" y="426053"/>
                </a:lnTo>
                <a:lnTo>
                  <a:pt x="783877" y="405604"/>
                </a:lnTo>
                <a:lnTo>
                  <a:pt x="750950" y="378523"/>
                </a:lnTo>
                <a:lnTo>
                  <a:pt x="723786" y="345703"/>
                </a:lnTo>
                <a:lnTo>
                  <a:pt x="703278" y="308038"/>
                </a:lnTo>
                <a:lnTo>
                  <a:pt x="690318" y="266420"/>
                </a:lnTo>
                <a:lnTo>
                  <a:pt x="685799" y="221742"/>
                </a:lnTo>
                <a:close/>
              </a:path>
              <a:path w="1130935" h="1053464">
                <a:moveTo>
                  <a:pt x="0" y="831342"/>
                </a:moveTo>
                <a:lnTo>
                  <a:pt x="4518" y="786663"/>
                </a:lnTo>
                <a:lnTo>
                  <a:pt x="17478" y="745045"/>
                </a:lnTo>
                <a:lnTo>
                  <a:pt x="37986" y="707380"/>
                </a:lnTo>
                <a:lnTo>
                  <a:pt x="65150" y="674560"/>
                </a:lnTo>
                <a:lnTo>
                  <a:pt x="98077" y="647479"/>
                </a:lnTo>
                <a:lnTo>
                  <a:pt x="135874" y="627030"/>
                </a:lnTo>
                <a:lnTo>
                  <a:pt x="177647" y="614106"/>
                </a:lnTo>
                <a:lnTo>
                  <a:pt x="222504" y="609600"/>
                </a:lnTo>
                <a:lnTo>
                  <a:pt x="267360" y="614106"/>
                </a:lnTo>
                <a:lnTo>
                  <a:pt x="309133" y="627030"/>
                </a:lnTo>
                <a:lnTo>
                  <a:pt x="346930" y="647479"/>
                </a:lnTo>
                <a:lnTo>
                  <a:pt x="379856" y="674560"/>
                </a:lnTo>
                <a:lnTo>
                  <a:pt x="407021" y="707380"/>
                </a:lnTo>
                <a:lnTo>
                  <a:pt x="427529" y="745045"/>
                </a:lnTo>
                <a:lnTo>
                  <a:pt x="440489" y="786663"/>
                </a:lnTo>
                <a:lnTo>
                  <a:pt x="445007" y="831342"/>
                </a:lnTo>
                <a:lnTo>
                  <a:pt x="440489" y="876020"/>
                </a:lnTo>
                <a:lnTo>
                  <a:pt x="427529" y="917638"/>
                </a:lnTo>
                <a:lnTo>
                  <a:pt x="407021" y="955303"/>
                </a:lnTo>
                <a:lnTo>
                  <a:pt x="379856" y="988123"/>
                </a:lnTo>
                <a:lnTo>
                  <a:pt x="346930" y="1015204"/>
                </a:lnTo>
                <a:lnTo>
                  <a:pt x="309133" y="1035653"/>
                </a:lnTo>
                <a:lnTo>
                  <a:pt x="267360" y="1048577"/>
                </a:lnTo>
                <a:lnTo>
                  <a:pt x="222504" y="1053083"/>
                </a:lnTo>
                <a:lnTo>
                  <a:pt x="177647" y="1048577"/>
                </a:lnTo>
                <a:lnTo>
                  <a:pt x="135874" y="1035653"/>
                </a:lnTo>
                <a:lnTo>
                  <a:pt x="98077" y="1015204"/>
                </a:lnTo>
                <a:lnTo>
                  <a:pt x="65151" y="988123"/>
                </a:lnTo>
                <a:lnTo>
                  <a:pt x="37986" y="955303"/>
                </a:lnTo>
                <a:lnTo>
                  <a:pt x="17478" y="917638"/>
                </a:lnTo>
                <a:lnTo>
                  <a:pt x="4518" y="876020"/>
                </a:lnTo>
                <a:lnTo>
                  <a:pt x="0" y="831342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245357" y="4031996"/>
            <a:ext cx="2057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0" dirty="0">
                <a:latin typeface="Calibri"/>
                <a:cs typeface="Calibri"/>
              </a:rPr>
              <a:t>3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740151" y="3060192"/>
            <a:ext cx="1156970" cy="1129665"/>
          </a:xfrm>
          <a:custGeom>
            <a:avLst/>
            <a:gdLst/>
            <a:ahLst/>
            <a:cxnLst/>
            <a:rect l="l" t="t" r="r" b="b"/>
            <a:pathLst>
              <a:path w="1156970" h="1129664">
                <a:moveTo>
                  <a:pt x="582168" y="76200"/>
                </a:moveTo>
                <a:lnTo>
                  <a:pt x="582168" y="990600"/>
                </a:lnTo>
              </a:path>
              <a:path w="1156970" h="1129664">
                <a:moveTo>
                  <a:pt x="124968" y="609600"/>
                </a:moveTo>
                <a:lnTo>
                  <a:pt x="1039368" y="609600"/>
                </a:lnTo>
              </a:path>
              <a:path w="1156970" h="1129664">
                <a:moveTo>
                  <a:pt x="422148" y="0"/>
                </a:moveTo>
                <a:lnTo>
                  <a:pt x="13716" y="435863"/>
                </a:lnTo>
              </a:path>
              <a:path w="1156970" h="1129664">
                <a:moveTo>
                  <a:pt x="734568" y="0"/>
                </a:moveTo>
                <a:lnTo>
                  <a:pt x="1156715" y="435863"/>
                </a:lnTo>
              </a:path>
              <a:path w="1156970" h="1129664">
                <a:moveTo>
                  <a:pt x="0" y="816864"/>
                </a:moveTo>
                <a:lnTo>
                  <a:pt x="353568" y="1129284"/>
                </a:lnTo>
              </a:path>
              <a:path w="1156970" h="1129664">
                <a:moveTo>
                  <a:pt x="1115568" y="789432"/>
                </a:moveTo>
                <a:lnTo>
                  <a:pt x="789432" y="1129284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244084" y="2689860"/>
            <a:ext cx="443865" cy="443865"/>
          </a:xfrm>
          <a:custGeom>
            <a:avLst/>
            <a:gdLst/>
            <a:ahLst/>
            <a:cxnLst/>
            <a:rect l="l" t="t" r="r" b="b"/>
            <a:pathLst>
              <a:path w="443864" h="443864">
                <a:moveTo>
                  <a:pt x="0" y="221741"/>
                </a:moveTo>
                <a:lnTo>
                  <a:pt x="4506" y="177063"/>
                </a:lnTo>
                <a:lnTo>
                  <a:pt x="17430" y="135445"/>
                </a:lnTo>
                <a:lnTo>
                  <a:pt x="37879" y="97780"/>
                </a:lnTo>
                <a:lnTo>
                  <a:pt x="64960" y="64960"/>
                </a:lnTo>
                <a:lnTo>
                  <a:pt x="97780" y="37879"/>
                </a:lnTo>
                <a:lnTo>
                  <a:pt x="135445" y="17430"/>
                </a:lnTo>
                <a:lnTo>
                  <a:pt x="177063" y="4506"/>
                </a:lnTo>
                <a:lnTo>
                  <a:pt x="221741" y="0"/>
                </a:lnTo>
                <a:lnTo>
                  <a:pt x="266420" y="4506"/>
                </a:lnTo>
                <a:lnTo>
                  <a:pt x="308038" y="17430"/>
                </a:lnTo>
                <a:lnTo>
                  <a:pt x="345703" y="37879"/>
                </a:lnTo>
                <a:lnTo>
                  <a:pt x="378523" y="64960"/>
                </a:lnTo>
                <a:lnTo>
                  <a:pt x="405604" y="97780"/>
                </a:lnTo>
                <a:lnTo>
                  <a:pt x="426053" y="135445"/>
                </a:lnTo>
                <a:lnTo>
                  <a:pt x="438977" y="177063"/>
                </a:lnTo>
                <a:lnTo>
                  <a:pt x="443483" y="221741"/>
                </a:lnTo>
                <a:lnTo>
                  <a:pt x="438977" y="266420"/>
                </a:lnTo>
                <a:lnTo>
                  <a:pt x="426053" y="308038"/>
                </a:lnTo>
                <a:lnTo>
                  <a:pt x="405604" y="345703"/>
                </a:lnTo>
                <a:lnTo>
                  <a:pt x="378523" y="378523"/>
                </a:lnTo>
                <a:lnTo>
                  <a:pt x="345703" y="405604"/>
                </a:lnTo>
                <a:lnTo>
                  <a:pt x="308038" y="426053"/>
                </a:lnTo>
                <a:lnTo>
                  <a:pt x="266420" y="438977"/>
                </a:lnTo>
                <a:lnTo>
                  <a:pt x="221741" y="443484"/>
                </a:lnTo>
                <a:lnTo>
                  <a:pt x="177063" y="438977"/>
                </a:lnTo>
                <a:lnTo>
                  <a:pt x="135445" y="426053"/>
                </a:lnTo>
                <a:lnTo>
                  <a:pt x="97780" y="405604"/>
                </a:lnTo>
                <a:lnTo>
                  <a:pt x="64960" y="378523"/>
                </a:lnTo>
                <a:lnTo>
                  <a:pt x="37879" y="345703"/>
                </a:lnTo>
                <a:lnTo>
                  <a:pt x="17430" y="308038"/>
                </a:lnTo>
                <a:lnTo>
                  <a:pt x="4506" y="266420"/>
                </a:lnTo>
                <a:lnTo>
                  <a:pt x="0" y="221741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5388609" y="2662885"/>
            <a:ext cx="2057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0" dirty="0">
                <a:latin typeface="Calibri"/>
                <a:cs typeface="Calibri"/>
              </a:rPr>
              <a:t>0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558284" y="3451859"/>
            <a:ext cx="443865" cy="443865"/>
          </a:xfrm>
          <a:custGeom>
            <a:avLst/>
            <a:gdLst/>
            <a:ahLst/>
            <a:cxnLst/>
            <a:rect l="l" t="t" r="r" b="b"/>
            <a:pathLst>
              <a:path w="443864" h="443864">
                <a:moveTo>
                  <a:pt x="0" y="221741"/>
                </a:moveTo>
                <a:lnTo>
                  <a:pt x="4506" y="177063"/>
                </a:lnTo>
                <a:lnTo>
                  <a:pt x="17430" y="135445"/>
                </a:lnTo>
                <a:lnTo>
                  <a:pt x="37879" y="97780"/>
                </a:lnTo>
                <a:lnTo>
                  <a:pt x="64960" y="64960"/>
                </a:lnTo>
                <a:lnTo>
                  <a:pt x="97780" y="37879"/>
                </a:lnTo>
                <a:lnTo>
                  <a:pt x="135445" y="17430"/>
                </a:lnTo>
                <a:lnTo>
                  <a:pt x="177063" y="4506"/>
                </a:lnTo>
                <a:lnTo>
                  <a:pt x="221741" y="0"/>
                </a:lnTo>
                <a:lnTo>
                  <a:pt x="266420" y="4506"/>
                </a:lnTo>
                <a:lnTo>
                  <a:pt x="308038" y="17430"/>
                </a:lnTo>
                <a:lnTo>
                  <a:pt x="345703" y="37879"/>
                </a:lnTo>
                <a:lnTo>
                  <a:pt x="378523" y="64960"/>
                </a:lnTo>
                <a:lnTo>
                  <a:pt x="405604" y="97780"/>
                </a:lnTo>
                <a:lnTo>
                  <a:pt x="426053" y="135445"/>
                </a:lnTo>
                <a:lnTo>
                  <a:pt x="438977" y="177063"/>
                </a:lnTo>
                <a:lnTo>
                  <a:pt x="443483" y="221741"/>
                </a:lnTo>
                <a:lnTo>
                  <a:pt x="438977" y="266420"/>
                </a:lnTo>
                <a:lnTo>
                  <a:pt x="426053" y="308038"/>
                </a:lnTo>
                <a:lnTo>
                  <a:pt x="405604" y="345703"/>
                </a:lnTo>
                <a:lnTo>
                  <a:pt x="378523" y="378523"/>
                </a:lnTo>
                <a:lnTo>
                  <a:pt x="345703" y="405604"/>
                </a:lnTo>
                <a:lnTo>
                  <a:pt x="308038" y="426053"/>
                </a:lnTo>
                <a:lnTo>
                  <a:pt x="266420" y="438977"/>
                </a:lnTo>
                <a:lnTo>
                  <a:pt x="221741" y="443483"/>
                </a:lnTo>
                <a:lnTo>
                  <a:pt x="177063" y="438977"/>
                </a:lnTo>
                <a:lnTo>
                  <a:pt x="135445" y="426053"/>
                </a:lnTo>
                <a:lnTo>
                  <a:pt x="97780" y="405604"/>
                </a:lnTo>
                <a:lnTo>
                  <a:pt x="64960" y="378523"/>
                </a:lnTo>
                <a:lnTo>
                  <a:pt x="37879" y="345703"/>
                </a:lnTo>
                <a:lnTo>
                  <a:pt x="17430" y="308038"/>
                </a:lnTo>
                <a:lnTo>
                  <a:pt x="4506" y="266420"/>
                </a:lnTo>
                <a:lnTo>
                  <a:pt x="0" y="221741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3931158" y="3425444"/>
            <a:ext cx="97726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84225" algn="l"/>
              </a:tabLst>
            </a:pPr>
            <a:r>
              <a:rPr sz="2800" spc="-50" dirty="0">
                <a:latin typeface="Calibri"/>
                <a:cs typeface="Calibri"/>
              </a:rPr>
              <a:t>2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50" dirty="0">
                <a:latin typeface="Calibri"/>
                <a:cs typeface="Calibri"/>
              </a:rPr>
              <a:t>1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244084" y="3451859"/>
            <a:ext cx="1129665" cy="1053465"/>
          </a:xfrm>
          <a:custGeom>
            <a:avLst/>
            <a:gdLst/>
            <a:ahLst/>
            <a:cxnLst/>
            <a:rect l="l" t="t" r="r" b="b"/>
            <a:pathLst>
              <a:path w="1129664" h="1053464">
                <a:moveTo>
                  <a:pt x="685800" y="221741"/>
                </a:moveTo>
                <a:lnTo>
                  <a:pt x="690306" y="177063"/>
                </a:lnTo>
                <a:lnTo>
                  <a:pt x="703230" y="135445"/>
                </a:lnTo>
                <a:lnTo>
                  <a:pt x="723679" y="97780"/>
                </a:lnTo>
                <a:lnTo>
                  <a:pt x="750760" y="64960"/>
                </a:lnTo>
                <a:lnTo>
                  <a:pt x="783580" y="37879"/>
                </a:lnTo>
                <a:lnTo>
                  <a:pt x="821245" y="17430"/>
                </a:lnTo>
                <a:lnTo>
                  <a:pt x="862863" y="4506"/>
                </a:lnTo>
                <a:lnTo>
                  <a:pt x="907541" y="0"/>
                </a:lnTo>
                <a:lnTo>
                  <a:pt x="952220" y="4506"/>
                </a:lnTo>
                <a:lnTo>
                  <a:pt x="993838" y="17430"/>
                </a:lnTo>
                <a:lnTo>
                  <a:pt x="1031503" y="37879"/>
                </a:lnTo>
                <a:lnTo>
                  <a:pt x="1064323" y="64960"/>
                </a:lnTo>
                <a:lnTo>
                  <a:pt x="1091404" y="97780"/>
                </a:lnTo>
                <a:lnTo>
                  <a:pt x="1111853" y="135445"/>
                </a:lnTo>
                <a:lnTo>
                  <a:pt x="1124777" y="177063"/>
                </a:lnTo>
                <a:lnTo>
                  <a:pt x="1129283" y="221741"/>
                </a:lnTo>
                <a:lnTo>
                  <a:pt x="1124777" y="266420"/>
                </a:lnTo>
                <a:lnTo>
                  <a:pt x="1111853" y="308038"/>
                </a:lnTo>
                <a:lnTo>
                  <a:pt x="1091404" y="345703"/>
                </a:lnTo>
                <a:lnTo>
                  <a:pt x="1064323" y="378523"/>
                </a:lnTo>
                <a:lnTo>
                  <a:pt x="1031503" y="405604"/>
                </a:lnTo>
                <a:lnTo>
                  <a:pt x="993838" y="426053"/>
                </a:lnTo>
                <a:lnTo>
                  <a:pt x="952220" y="438977"/>
                </a:lnTo>
                <a:lnTo>
                  <a:pt x="907541" y="443483"/>
                </a:lnTo>
                <a:lnTo>
                  <a:pt x="862863" y="438977"/>
                </a:lnTo>
                <a:lnTo>
                  <a:pt x="821245" y="426053"/>
                </a:lnTo>
                <a:lnTo>
                  <a:pt x="783580" y="405604"/>
                </a:lnTo>
                <a:lnTo>
                  <a:pt x="750760" y="378523"/>
                </a:lnTo>
                <a:lnTo>
                  <a:pt x="723679" y="345703"/>
                </a:lnTo>
                <a:lnTo>
                  <a:pt x="703230" y="308038"/>
                </a:lnTo>
                <a:lnTo>
                  <a:pt x="690306" y="266420"/>
                </a:lnTo>
                <a:lnTo>
                  <a:pt x="685800" y="221741"/>
                </a:lnTo>
                <a:close/>
              </a:path>
              <a:path w="1129664" h="1053464">
                <a:moveTo>
                  <a:pt x="0" y="831341"/>
                </a:moveTo>
                <a:lnTo>
                  <a:pt x="4506" y="786663"/>
                </a:lnTo>
                <a:lnTo>
                  <a:pt x="17430" y="745045"/>
                </a:lnTo>
                <a:lnTo>
                  <a:pt x="37879" y="707380"/>
                </a:lnTo>
                <a:lnTo>
                  <a:pt x="64960" y="674560"/>
                </a:lnTo>
                <a:lnTo>
                  <a:pt x="97780" y="647479"/>
                </a:lnTo>
                <a:lnTo>
                  <a:pt x="135445" y="627030"/>
                </a:lnTo>
                <a:lnTo>
                  <a:pt x="177063" y="614106"/>
                </a:lnTo>
                <a:lnTo>
                  <a:pt x="221741" y="609600"/>
                </a:lnTo>
                <a:lnTo>
                  <a:pt x="266420" y="614106"/>
                </a:lnTo>
                <a:lnTo>
                  <a:pt x="308038" y="627030"/>
                </a:lnTo>
                <a:lnTo>
                  <a:pt x="345703" y="647479"/>
                </a:lnTo>
                <a:lnTo>
                  <a:pt x="378523" y="674560"/>
                </a:lnTo>
                <a:lnTo>
                  <a:pt x="405604" y="707380"/>
                </a:lnTo>
                <a:lnTo>
                  <a:pt x="426053" y="745045"/>
                </a:lnTo>
                <a:lnTo>
                  <a:pt x="438977" y="786663"/>
                </a:lnTo>
                <a:lnTo>
                  <a:pt x="443483" y="831341"/>
                </a:lnTo>
                <a:lnTo>
                  <a:pt x="438977" y="876020"/>
                </a:lnTo>
                <a:lnTo>
                  <a:pt x="426053" y="917638"/>
                </a:lnTo>
                <a:lnTo>
                  <a:pt x="405604" y="955303"/>
                </a:lnTo>
                <a:lnTo>
                  <a:pt x="378523" y="988123"/>
                </a:lnTo>
                <a:lnTo>
                  <a:pt x="345703" y="1015204"/>
                </a:lnTo>
                <a:lnTo>
                  <a:pt x="308038" y="1035653"/>
                </a:lnTo>
                <a:lnTo>
                  <a:pt x="266420" y="1048577"/>
                </a:lnTo>
                <a:lnTo>
                  <a:pt x="221741" y="1053083"/>
                </a:lnTo>
                <a:lnTo>
                  <a:pt x="177063" y="1048577"/>
                </a:lnTo>
                <a:lnTo>
                  <a:pt x="135445" y="1035653"/>
                </a:lnTo>
                <a:lnTo>
                  <a:pt x="97780" y="1015204"/>
                </a:lnTo>
                <a:lnTo>
                  <a:pt x="64960" y="988123"/>
                </a:lnTo>
                <a:lnTo>
                  <a:pt x="37879" y="955303"/>
                </a:lnTo>
                <a:lnTo>
                  <a:pt x="17430" y="917638"/>
                </a:lnTo>
                <a:lnTo>
                  <a:pt x="4506" y="876020"/>
                </a:lnTo>
                <a:lnTo>
                  <a:pt x="0" y="831341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5388609" y="4034738"/>
            <a:ext cx="2057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0" dirty="0">
                <a:latin typeface="Calibri"/>
                <a:cs typeface="Calibri"/>
              </a:rPr>
              <a:t>3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882896" y="3063239"/>
            <a:ext cx="1158240" cy="1129665"/>
          </a:xfrm>
          <a:custGeom>
            <a:avLst/>
            <a:gdLst/>
            <a:ahLst/>
            <a:cxnLst/>
            <a:rect l="l" t="t" r="r" b="b"/>
            <a:pathLst>
              <a:path w="1158239" h="1129664">
                <a:moveTo>
                  <a:pt x="422148" y="0"/>
                </a:moveTo>
                <a:lnTo>
                  <a:pt x="15239" y="435863"/>
                </a:lnTo>
              </a:path>
              <a:path w="1158239" h="1129664">
                <a:moveTo>
                  <a:pt x="734567" y="0"/>
                </a:moveTo>
                <a:lnTo>
                  <a:pt x="1158239" y="435863"/>
                </a:lnTo>
              </a:path>
              <a:path w="1158239" h="1129664">
                <a:moveTo>
                  <a:pt x="0" y="816864"/>
                </a:moveTo>
                <a:lnTo>
                  <a:pt x="353567" y="1129284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368540" y="2688335"/>
            <a:ext cx="445134" cy="443865"/>
          </a:xfrm>
          <a:custGeom>
            <a:avLst/>
            <a:gdLst/>
            <a:ahLst/>
            <a:cxnLst/>
            <a:rect l="l" t="t" r="r" b="b"/>
            <a:pathLst>
              <a:path w="445134" h="443864">
                <a:moveTo>
                  <a:pt x="0" y="221741"/>
                </a:moveTo>
                <a:lnTo>
                  <a:pt x="4518" y="177063"/>
                </a:lnTo>
                <a:lnTo>
                  <a:pt x="17478" y="135445"/>
                </a:lnTo>
                <a:lnTo>
                  <a:pt x="37986" y="97780"/>
                </a:lnTo>
                <a:lnTo>
                  <a:pt x="65150" y="64960"/>
                </a:lnTo>
                <a:lnTo>
                  <a:pt x="98077" y="37879"/>
                </a:lnTo>
                <a:lnTo>
                  <a:pt x="135874" y="17430"/>
                </a:lnTo>
                <a:lnTo>
                  <a:pt x="177647" y="4506"/>
                </a:lnTo>
                <a:lnTo>
                  <a:pt x="222503" y="0"/>
                </a:lnTo>
                <a:lnTo>
                  <a:pt x="267360" y="4506"/>
                </a:lnTo>
                <a:lnTo>
                  <a:pt x="309133" y="17430"/>
                </a:lnTo>
                <a:lnTo>
                  <a:pt x="346930" y="37879"/>
                </a:lnTo>
                <a:lnTo>
                  <a:pt x="379856" y="64960"/>
                </a:lnTo>
                <a:lnTo>
                  <a:pt x="407021" y="97780"/>
                </a:lnTo>
                <a:lnTo>
                  <a:pt x="427529" y="135445"/>
                </a:lnTo>
                <a:lnTo>
                  <a:pt x="440489" y="177063"/>
                </a:lnTo>
                <a:lnTo>
                  <a:pt x="445007" y="221741"/>
                </a:lnTo>
                <a:lnTo>
                  <a:pt x="440489" y="266420"/>
                </a:lnTo>
                <a:lnTo>
                  <a:pt x="427529" y="308038"/>
                </a:lnTo>
                <a:lnTo>
                  <a:pt x="407021" y="345703"/>
                </a:lnTo>
                <a:lnTo>
                  <a:pt x="379857" y="378523"/>
                </a:lnTo>
                <a:lnTo>
                  <a:pt x="346930" y="405604"/>
                </a:lnTo>
                <a:lnTo>
                  <a:pt x="309133" y="426053"/>
                </a:lnTo>
                <a:lnTo>
                  <a:pt x="267360" y="438977"/>
                </a:lnTo>
                <a:lnTo>
                  <a:pt x="222503" y="443484"/>
                </a:lnTo>
                <a:lnTo>
                  <a:pt x="177647" y="438977"/>
                </a:lnTo>
                <a:lnTo>
                  <a:pt x="135874" y="426053"/>
                </a:lnTo>
                <a:lnTo>
                  <a:pt x="98077" y="405604"/>
                </a:lnTo>
                <a:lnTo>
                  <a:pt x="65150" y="378523"/>
                </a:lnTo>
                <a:lnTo>
                  <a:pt x="37986" y="345703"/>
                </a:lnTo>
                <a:lnTo>
                  <a:pt x="17478" y="308038"/>
                </a:lnTo>
                <a:lnTo>
                  <a:pt x="4518" y="266420"/>
                </a:lnTo>
                <a:lnTo>
                  <a:pt x="0" y="221741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7514590" y="2661666"/>
            <a:ext cx="2057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0" dirty="0">
                <a:latin typeface="Calibri"/>
                <a:cs typeface="Calibri"/>
              </a:rPr>
              <a:t>0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6682740" y="3450335"/>
            <a:ext cx="445134" cy="443865"/>
          </a:xfrm>
          <a:custGeom>
            <a:avLst/>
            <a:gdLst/>
            <a:ahLst/>
            <a:cxnLst/>
            <a:rect l="l" t="t" r="r" b="b"/>
            <a:pathLst>
              <a:path w="445134" h="443864">
                <a:moveTo>
                  <a:pt x="0" y="221741"/>
                </a:moveTo>
                <a:lnTo>
                  <a:pt x="4518" y="177063"/>
                </a:lnTo>
                <a:lnTo>
                  <a:pt x="17478" y="135445"/>
                </a:lnTo>
                <a:lnTo>
                  <a:pt x="37986" y="97780"/>
                </a:lnTo>
                <a:lnTo>
                  <a:pt x="65150" y="64960"/>
                </a:lnTo>
                <a:lnTo>
                  <a:pt x="98077" y="37879"/>
                </a:lnTo>
                <a:lnTo>
                  <a:pt x="135874" y="17430"/>
                </a:lnTo>
                <a:lnTo>
                  <a:pt x="177647" y="4506"/>
                </a:lnTo>
                <a:lnTo>
                  <a:pt x="222503" y="0"/>
                </a:lnTo>
                <a:lnTo>
                  <a:pt x="267360" y="4506"/>
                </a:lnTo>
                <a:lnTo>
                  <a:pt x="309133" y="17430"/>
                </a:lnTo>
                <a:lnTo>
                  <a:pt x="346930" y="37879"/>
                </a:lnTo>
                <a:lnTo>
                  <a:pt x="379856" y="64960"/>
                </a:lnTo>
                <a:lnTo>
                  <a:pt x="407021" y="97780"/>
                </a:lnTo>
                <a:lnTo>
                  <a:pt x="427529" y="135445"/>
                </a:lnTo>
                <a:lnTo>
                  <a:pt x="440489" y="177063"/>
                </a:lnTo>
                <a:lnTo>
                  <a:pt x="445007" y="221741"/>
                </a:lnTo>
                <a:lnTo>
                  <a:pt x="440489" y="266420"/>
                </a:lnTo>
                <a:lnTo>
                  <a:pt x="427529" y="308038"/>
                </a:lnTo>
                <a:lnTo>
                  <a:pt x="407021" y="345703"/>
                </a:lnTo>
                <a:lnTo>
                  <a:pt x="379857" y="378523"/>
                </a:lnTo>
                <a:lnTo>
                  <a:pt x="346930" y="405604"/>
                </a:lnTo>
                <a:lnTo>
                  <a:pt x="309133" y="426053"/>
                </a:lnTo>
                <a:lnTo>
                  <a:pt x="267360" y="438977"/>
                </a:lnTo>
                <a:lnTo>
                  <a:pt x="222503" y="443483"/>
                </a:lnTo>
                <a:lnTo>
                  <a:pt x="177647" y="438977"/>
                </a:lnTo>
                <a:lnTo>
                  <a:pt x="135874" y="426053"/>
                </a:lnTo>
                <a:lnTo>
                  <a:pt x="98077" y="405604"/>
                </a:lnTo>
                <a:lnTo>
                  <a:pt x="65150" y="378523"/>
                </a:lnTo>
                <a:lnTo>
                  <a:pt x="37986" y="345703"/>
                </a:lnTo>
                <a:lnTo>
                  <a:pt x="17478" y="308038"/>
                </a:lnTo>
                <a:lnTo>
                  <a:pt x="4518" y="266420"/>
                </a:lnTo>
                <a:lnTo>
                  <a:pt x="0" y="221741"/>
                </a:lnTo>
                <a:close/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6074409" y="3425444"/>
            <a:ext cx="960119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66445" algn="l"/>
              </a:tabLst>
            </a:pPr>
            <a:r>
              <a:rPr sz="2800" spc="-50" dirty="0">
                <a:latin typeface="Calibri"/>
                <a:cs typeface="Calibri"/>
              </a:rPr>
              <a:t>2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50" dirty="0">
                <a:latin typeface="Calibri"/>
                <a:cs typeface="Calibri"/>
              </a:rPr>
              <a:t>1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8054340" y="3450335"/>
            <a:ext cx="445134" cy="443865"/>
          </a:xfrm>
          <a:custGeom>
            <a:avLst/>
            <a:gdLst/>
            <a:ahLst/>
            <a:cxnLst/>
            <a:rect l="l" t="t" r="r" b="b"/>
            <a:pathLst>
              <a:path w="445134" h="443864">
                <a:moveTo>
                  <a:pt x="0" y="221741"/>
                </a:moveTo>
                <a:lnTo>
                  <a:pt x="4518" y="177063"/>
                </a:lnTo>
                <a:lnTo>
                  <a:pt x="17478" y="135445"/>
                </a:lnTo>
                <a:lnTo>
                  <a:pt x="37986" y="97780"/>
                </a:lnTo>
                <a:lnTo>
                  <a:pt x="65150" y="64960"/>
                </a:lnTo>
                <a:lnTo>
                  <a:pt x="98077" y="37879"/>
                </a:lnTo>
                <a:lnTo>
                  <a:pt x="135874" y="17430"/>
                </a:lnTo>
                <a:lnTo>
                  <a:pt x="177647" y="4506"/>
                </a:lnTo>
                <a:lnTo>
                  <a:pt x="222503" y="0"/>
                </a:lnTo>
                <a:lnTo>
                  <a:pt x="267360" y="4506"/>
                </a:lnTo>
                <a:lnTo>
                  <a:pt x="309133" y="17430"/>
                </a:lnTo>
                <a:lnTo>
                  <a:pt x="346930" y="37879"/>
                </a:lnTo>
                <a:lnTo>
                  <a:pt x="379856" y="64960"/>
                </a:lnTo>
                <a:lnTo>
                  <a:pt x="407021" y="97780"/>
                </a:lnTo>
                <a:lnTo>
                  <a:pt x="427529" y="135445"/>
                </a:lnTo>
                <a:lnTo>
                  <a:pt x="440489" y="177063"/>
                </a:lnTo>
                <a:lnTo>
                  <a:pt x="445007" y="221741"/>
                </a:lnTo>
                <a:lnTo>
                  <a:pt x="440489" y="266420"/>
                </a:lnTo>
                <a:lnTo>
                  <a:pt x="427529" y="308038"/>
                </a:lnTo>
                <a:lnTo>
                  <a:pt x="407021" y="345703"/>
                </a:lnTo>
                <a:lnTo>
                  <a:pt x="379857" y="378523"/>
                </a:lnTo>
                <a:lnTo>
                  <a:pt x="346930" y="405604"/>
                </a:lnTo>
                <a:lnTo>
                  <a:pt x="309133" y="426053"/>
                </a:lnTo>
                <a:lnTo>
                  <a:pt x="267360" y="438977"/>
                </a:lnTo>
                <a:lnTo>
                  <a:pt x="222503" y="443483"/>
                </a:lnTo>
                <a:lnTo>
                  <a:pt x="177647" y="438977"/>
                </a:lnTo>
                <a:lnTo>
                  <a:pt x="135874" y="426053"/>
                </a:lnTo>
                <a:lnTo>
                  <a:pt x="98077" y="405604"/>
                </a:lnTo>
                <a:lnTo>
                  <a:pt x="65150" y="378523"/>
                </a:lnTo>
                <a:lnTo>
                  <a:pt x="37986" y="345703"/>
                </a:lnTo>
                <a:lnTo>
                  <a:pt x="17478" y="308038"/>
                </a:lnTo>
                <a:lnTo>
                  <a:pt x="4518" y="266420"/>
                </a:lnTo>
                <a:lnTo>
                  <a:pt x="0" y="221741"/>
                </a:lnTo>
                <a:close/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8200390" y="3423920"/>
            <a:ext cx="2057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0" dirty="0">
                <a:latin typeface="Calibri"/>
                <a:cs typeface="Calibri"/>
              </a:rPr>
              <a:t>2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7368540" y="4059935"/>
            <a:ext cx="445134" cy="443865"/>
          </a:xfrm>
          <a:custGeom>
            <a:avLst/>
            <a:gdLst/>
            <a:ahLst/>
            <a:cxnLst/>
            <a:rect l="l" t="t" r="r" b="b"/>
            <a:pathLst>
              <a:path w="445134" h="443864">
                <a:moveTo>
                  <a:pt x="0" y="221741"/>
                </a:moveTo>
                <a:lnTo>
                  <a:pt x="4518" y="177063"/>
                </a:lnTo>
                <a:lnTo>
                  <a:pt x="17478" y="135445"/>
                </a:lnTo>
                <a:lnTo>
                  <a:pt x="37986" y="97780"/>
                </a:lnTo>
                <a:lnTo>
                  <a:pt x="65150" y="64960"/>
                </a:lnTo>
                <a:lnTo>
                  <a:pt x="98077" y="37879"/>
                </a:lnTo>
                <a:lnTo>
                  <a:pt x="135874" y="17430"/>
                </a:lnTo>
                <a:lnTo>
                  <a:pt x="177647" y="4506"/>
                </a:lnTo>
                <a:lnTo>
                  <a:pt x="222503" y="0"/>
                </a:lnTo>
                <a:lnTo>
                  <a:pt x="267360" y="4506"/>
                </a:lnTo>
                <a:lnTo>
                  <a:pt x="309133" y="17430"/>
                </a:lnTo>
                <a:lnTo>
                  <a:pt x="346930" y="37879"/>
                </a:lnTo>
                <a:lnTo>
                  <a:pt x="379856" y="64960"/>
                </a:lnTo>
                <a:lnTo>
                  <a:pt x="407021" y="97780"/>
                </a:lnTo>
                <a:lnTo>
                  <a:pt x="427529" y="135445"/>
                </a:lnTo>
                <a:lnTo>
                  <a:pt x="440489" y="177063"/>
                </a:lnTo>
                <a:lnTo>
                  <a:pt x="445007" y="221741"/>
                </a:lnTo>
                <a:lnTo>
                  <a:pt x="440489" y="266420"/>
                </a:lnTo>
                <a:lnTo>
                  <a:pt x="427529" y="308038"/>
                </a:lnTo>
                <a:lnTo>
                  <a:pt x="407021" y="345703"/>
                </a:lnTo>
                <a:lnTo>
                  <a:pt x="379857" y="378523"/>
                </a:lnTo>
                <a:lnTo>
                  <a:pt x="346930" y="405604"/>
                </a:lnTo>
                <a:lnTo>
                  <a:pt x="309133" y="426053"/>
                </a:lnTo>
                <a:lnTo>
                  <a:pt x="267360" y="438977"/>
                </a:lnTo>
                <a:lnTo>
                  <a:pt x="222503" y="443483"/>
                </a:lnTo>
                <a:lnTo>
                  <a:pt x="177647" y="438977"/>
                </a:lnTo>
                <a:lnTo>
                  <a:pt x="135874" y="426053"/>
                </a:lnTo>
                <a:lnTo>
                  <a:pt x="98077" y="405604"/>
                </a:lnTo>
                <a:lnTo>
                  <a:pt x="65150" y="378523"/>
                </a:lnTo>
                <a:lnTo>
                  <a:pt x="37986" y="345703"/>
                </a:lnTo>
                <a:lnTo>
                  <a:pt x="17478" y="308038"/>
                </a:lnTo>
                <a:lnTo>
                  <a:pt x="4518" y="266420"/>
                </a:lnTo>
                <a:lnTo>
                  <a:pt x="0" y="221741"/>
                </a:lnTo>
                <a:close/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7514590" y="4033520"/>
            <a:ext cx="2057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0" dirty="0">
                <a:latin typeface="Calibri"/>
                <a:cs typeface="Calibri"/>
              </a:rPr>
              <a:t>3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7022592" y="3061716"/>
            <a:ext cx="1143000" cy="990600"/>
          </a:xfrm>
          <a:custGeom>
            <a:avLst/>
            <a:gdLst/>
            <a:ahLst/>
            <a:cxnLst/>
            <a:rect l="l" t="t" r="r" b="b"/>
            <a:pathLst>
              <a:path w="1143000" h="990600">
                <a:moveTo>
                  <a:pt x="568451" y="76200"/>
                </a:moveTo>
                <a:lnTo>
                  <a:pt x="568451" y="990600"/>
                </a:lnTo>
              </a:path>
              <a:path w="1143000" h="990600">
                <a:moveTo>
                  <a:pt x="408431" y="0"/>
                </a:moveTo>
                <a:lnTo>
                  <a:pt x="0" y="435863"/>
                </a:lnTo>
              </a:path>
              <a:path w="1143000" h="990600">
                <a:moveTo>
                  <a:pt x="720851" y="0"/>
                </a:moveTo>
                <a:lnTo>
                  <a:pt x="1143000" y="435863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9512807" y="2653283"/>
            <a:ext cx="443865" cy="443865"/>
          </a:xfrm>
          <a:custGeom>
            <a:avLst/>
            <a:gdLst/>
            <a:ahLst/>
            <a:cxnLst/>
            <a:rect l="l" t="t" r="r" b="b"/>
            <a:pathLst>
              <a:path w="443865" h="443864">
                <a:moveTo>
                  <a:pt x="0" y="221741"/>
                </a:moveTo>
                <a:lnTo>
                  <a:pt x="4506" y="177063"/>
                </a:lnTo>
                <a:lnTo>
                  <a:pt x="17430" y="135445"/>
                </a:lnTo>
                <a:lnTo>
                  <a:pt x="37879" y="97780"/>
                </a:lnTo>
                <a:lnTo>
                  <a:pt x="64960" y="64960"/>
                </a:lnTo>
                <a:lnTo>
                  <a:pt x="97780" y="37879"/>
                </a:lnTo>
                <a:lnTo>
                  <a:pt x="135445" y="17430"/>
                </a:lnTo>
                <a:lnTo>
                  <a:pt x="177063" y="4506"/>
                </a:lnTo>
                <a:lnTo>
                  <a:pt x="221742" y="0"/>
                </a:lnTo>
                <a:lnTo>
                  <a:pt x="266420" y="4506"/>
                </a:lnTo>
                <a:lnTo>
                  <a:pt x="308038" y="17430"/>
                </a:lnTo>
                <a:lnTo>
                  <a:pt x="345703" y="37879"/>
                </a:lnTo>
                <a:lnTo>
                  <a:pt x="378523" y="64960"/>
                </a:lnTo>
                <a:lnTo>
                  <a:pt x="405604" y="97780"/>
                </a:lnTo>
                <a:lnTo>
                  <a:pt x="426053" y="135445"/>
                </a:lnTo>
                <a:lnTo>
                  <a:pt x="438977" y="177063"/>
                </a:lnTo>
                <a:lnTo>
                  <a:pt x="443484" y="221741"/>
                </a:lnTo>
                <a:lnTo>
                  <a:pt x="438977" y="266420"/>
                </a:lnTo>
                <a:lnTo>
                  <a:pt x="426053" y="308038"/>
                </a:lnTo>
                <a:lnTo>
                  <a:pt x="405604" y="345703"/>
                </a:lnTo>
                <a:lnTo>
                  <a:pt x="378523" y="378523"/>
                </a:lnTo>
                <a:lnTo>
                  <a:pt x="345703" y="405604"/>
                </a:lnTo>
                <a:lnTo>
                  <a:pt x="308038" y="426053"/>
                </a:lnTo>
                <a:lnTo>
                  <a:pt x="266420" y="438977"/>
                </a:lnTo>
                <a:lnTo>
                  <a:pt x="221742" y="443483"/>
                </a:lnTo>
                <a:lnTo>
                  <a:pt x="177063" y="438977"/>
                </a:lnTo>
                <a:lnTo>
                  <a:pt x="135445" y="426053"/>
                </a:lnTo>
                <a:lnTo>
                  <a:pt x="97780" y="405604"/>
                </a:lnTo>
                <a:lnTo>
                  <a:pt x="64960" y="378523"/>
                </a:lnTo>
                <a:lnTo>
                  <a:pt x="37879" y="345703"/>
                </a:lnTo>
                <a:lnTo>
                  <a:pt x="17430" y="308038"/>
                </a:lnTo>
                <a:lnTo>
                  <a:pt x="4506" y="266420"/>
                </a:lnTo>
                <a:lnTo>
                  <a:pt x="0" y="221741"/>
                </a:lnTo>
                <a:close/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9657968" y="2626867"/>
            <a:ext cx="2057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0" dirty="0">
                <a:latin typeface="Calibri"/>
                <a:cs typeface="Calibri"/>
              </a:rPr>
              <a:t>0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8827007" y="3415284"/>
            <a:ext cx="443865" cy="443865"/>
          </a:xfrm>
          <a:custGeom>
            <a:avLst/>
            <a:gdLst/>
            <a:ahLst/>
            <a:cxnLst/>
            <a:rect l="l" t="t" r="r" b="b"/>
            <a:pathLst>
              <a:path w="443865" h="443864">
                <a:moveTo>
                  <a:pt x="0" y="221741"/>
                </a:moveTo>
                <a:lnTo>
                  <a:pt x="4506" y="177063"/>
                </a:lnTo>
                <a:lnTo>
                  <a:pt x="17430" y="135445"/>
                </a:lnTo>
                <a:lnTo>
                  <a:pt x="37879" y="97780"/>
                </a:lnTo>
                <a:lnTo>
                  <a:pt x="64960" y="64960"/>
                </a:lnTo>
                <a:lnTo>
                  <a:pt x="97780" y="37879"/>
                </a:lnTo>
                <a:lnTo>
                  <a:pt x="135445" y="17430"/>
                </a:lnTo>
                <a:lnTo>
                  <a:pt x="177063" y="4506"/>
                </a:lnTo>
                <a:lnTo>
                  <a:pt x="221742" y="0"/>
                </a:lnTo>
                <a:lnTo>
                  <a:pt x="266420" y="4506"/>
                </a:lnTo>
                <a:lnTo>
                  <a:pt x="308038" y="17430"/>
                </a:lnTo>
                <a:lnTo>
                  <a:pt x="345703" y="37879"/>
                </a:lnTo>
                <a:lnTo>
                  <a:pt x="378523" y="64960"/>
                </a:lnTo>
                <a:lnTo>
                  <a:pt x="405604" y="97780"/>
                </a:lnTo>
                <a:lnTo>
                  <a:pt x="426053" y="135445"/>
                </a:lnTo>
                <a:lnTo>
                  <a:pt x="438977" y="177063"/>
                </a:lnTo>
                <a:lnTo>
                  <a:pt x="443484" y="221741"/>
                </a:lnTo>
                <a:lnTo>
                  <a:pt x="438977" y="266420"/>
                </a:lnTo>
                <a:lnTo>
                  <a:pt x="426053" y="308038"/>
                </a:lnTo>
                <a:lnTo>
                  <a:pt x="405604" y="345703"/>
                </a:lnTo>
                <a:lnTo>
                  <a:pt x="378523" y="378523"/>
                </a:lnTo>
                <a:lnTo>
                  <a:pt x="345703" y="405604"/>
                </a:lnTo>
                <a:lnTo>
                  <a:pt x="308038" y="426053"/>
                </a:lnTo>
                <a:lnTo>
                  <a:pt x="266420" y="438977"/>
                </a:lnTo>
                <a:lnTo>
                  <a:pt x="221742" y="443483"/>
                </a:lnTo>
                <a:lnTo>
                  <a:pt x="177063" y="438977"/>
                </a:lnTo>
                <a:lnTo>
                  <a:pt x="135445" y="426053"/>
                </a:lnTo>
                <a:lnTo>
                  <a:pt x="97780" y="405604"/>
                </a:lnTo>
                <a:lnTo>
                  <a:pt x="64960" y="378523"/>
                </a:lnTo>
                <a:lnTo>
                  <a:pt x="37879" y="345703"/>
                </a:lnTo>
                <a:lnTo>
                  <a:pt x="17430" y="308038"/>
                </a:lnTo>
                <a:lnTo>
                  <a:pt x="4506" y="266420"/>
                </a:lnTo>
                <a:lnTo>
                  <a:pt x="0" y="221741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8972168" y="3388867"/>
            <a:ext cx="2057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0" dirty="0">
                <a:latin typeface="Calibri"/>
                <a:cs typeface="Calibri"/>
              </a:rPr>
              <a:t>1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10198607" y="3415284"/>
            <a:ext cx="443865" cy="443865"/>
          </a:xfrm>
          <a:custGeom>
            <a:avLst/>
            <a:gdLst/>
            <a:ahLst/>
            <a:cxnLst/>
            <a:rect l="l" t="t" r="r" b="b"/>
            <a:pathLst>
              <a:path w="443865" h="443864">
                <a:moveTo>
                  <a:pt x="0" y="221741"/>
                </a:moveTo>
                <a:lnTo>
                  <a:pt x="4506" y="177063"/>
                </a:lnTo>
                <a:lnTo>
                  <a:pt x="17430" y="135445"/>
                </a:lnTo>
                <a:lnTo>
                  <a:pt x="37879" y="97780"/>
                </a:lnTo>
                <a:lnTo>
                  <a:pt x="64960" y="64960"/>
                </a:lnTo>
                <a:lnTo>
                  <a:pt x="97780" y="37879"/>
                </a:lnTo>
                <a:lnTo>
                  <a:pt x="135445" y="17430"/>
                </a:lnTo>
                <a:lnTo>
                  <a:pt x="177063" y="4506"/>
                </a:lnTo>
                <a:lnTo>
                  <a:pt x="221742" y="0"/>
                </a:lnTo>
                <a:lnTo>
                  <a:pt x="266420" y="4506"/>
                </a:lnTo>
                <a:lnTo>
                  <a:pt x="308038" y="17430"/>
                </a:lnTo>
                <a:lnTo>
                  <a:pt x="345703" y="37879"/>
                </a:lnTo>
                <a:lnTo>
                  <a:pt x="378523" y="64960"/>
                </a:lnTo>
                <a:lnTo>
                  <a:pt x="405604" y="97780"/>
                </a:lnTo>
                <a:lnTo>
                  <a:pt x="426053" y="135445"/>
                </a:lnTo>
                <a:lnTo>
                  <a:pt x="438977" y="177063"/>
                </a:lnTo>
                <a:lnTo>
                  <a:pt x="443484" y="221741"/>
                </a:lnTo>
                <a:lnTo>
                  <a:pt x="438977" y="266420"/>
                </a:lnTo>
                <a:lnTo>
                  <a:pt x="426053" y="308038"/>
                </a:lnTo>
                <a:lnTo>
                  <a:pt x="405604" y="345703"/>
                </a:lnTo>
                <a:lnTo>
                  <a:pt x="378523" y="378523"/>
                </a:lnTo>
                <a:lnTo>
                  <a:pt x="345703" y="405604"/>
                </a:lnTo>
                <a:lnTo>
                  <a:pt x="308038" y="426053"/>
                </a:lnTo>
                <a:lnTo>
                  <a:pt x="266420" y="438977"/>
                </a:lnTo>
                <a:lnTo>
                  <a:pt x="221742" y="443483"/>
                </a:lnTo>
                <a:lnTo>
                  <a:pt x="177063" y="438977"/>
                </a:lnTo>
                <a:lnTo>
                  <a:pt x="135445" y="426053"/>
                </a:lnTo>
                <a:lnTo>
                  <a:pt x="97780" y="405604"/>
                </a:lnTo>
                <a:lnTo>
                  <a:pt x="64960" y="378523"/>
                </a:lnTo>
                <a:lnTo>
                  <a:pt x="37879" y="345703"/>
                </a:lnTo>
                <a:lnTo>
                  <a:pt x="17430" y="308038"/>
                </a:lnTo>
                <a:lnTo>
                  <a:pt x="4506" y="266420"/>
                </a:lnTo>
                <a:lnTo>
                  <a:pt x="0" y="221741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10343768" y="3388867"/>
            <a:ext cx="2057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0" dirty="0">
                <a:latin typeface="Calibri"/>
                <a:cs typeface="Calibri"/>
              </a:rPr>
              <a:t>2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9512807" y="4024884"/>
            <a:ext cx="443865" cy="443865"/>
          </a:xfrm>
          <a:custGeom>
            <a:avLst/>
            <a:gdLst/>
            <a:ahLst/>
            <a:cxnLst/>
            <a:rect l="l" t="t" r="r" b="b"/>
            <a:pathLst>
              <a:path w="443865" h="443864">
                <a:moveTo>
                  <a:pt x="0" y="221742"/>
                </a:moveTo>
                <a:lnTo>
                  <a:pt x="4506" y="177063"/>
                </a:lnTo>
                <a:lnTo>
                  <a:pt x="17430" y="135445"/>
                </a:lnTo>
                <a:lnTo>
                  <a:pt x="37879" y="97780"/>
                </a:lnTo>
                <a:lnTo>
                  <a:pt x="64960" y="64960"/>
                </a:lnTo>
                <a:lnTo>
                  <a:pt x="97780" y="37879"/>
                </a:lnTo>
                <a:lnTo>
                  <a:pt x="135445" y="17430"/>
                </a:lnTo>
                <a:lnTo>
                  <a:pt x="177063" y="4506"/>
                </a:lnTo>
                <a:lnTo>
                  <a:pt x="221742" y="0"/>
                </a:lnTo>
                <a:lnTo>
                  <a:pt x="266420" y="4506"/>
                </a:lnTo>
                <a:lnTo>
                  <a:pt x="308038" y="17430"/>
                </a:lnTo>
                <a:lnTo>
                  <a:pt x="345703" y="37879"/>
                </a:lnTo>
                <a:lnTo>
                  <a:pt x="378523" y="64960"/>
                </a:lnTo>
                <a:lnTo>
                  <a:pt x="405604" y="97780"/>
                </a:lnTo>
                <a:lnTo>
                  <a:pt x="426053" y="135445"/>
                </a:lnTo>
                <a:lnTo>
                  <a:pt x="438977" y="177063"/>
                </a:lnTo>
                <a:lnTo>
                  <a:pt x="443484" y="221742"/>
                </a:lnTo>
                <a:lnTo>
                  <a:pt x="438977" y="266420"/>
                </a:lnTo>
                <a:lnTo>
                  <a:pt x="426053" y="308038"/>
                </a:lnTo>
                <a:lnTo>
                  <a:pt x="405604" y="345703"/>
                </a:lnTo>
                <a:lnTo>
                  <a:pt x="378523" y="378523"/>
                </a:lnTo>
                <a:lnTo>
                  <a:pt x="345703" y="405604"/>
                </a:lnTo>
                <a:lnTo>
                  <a:pt x="308038" y="426053"/>
                </a:lnTo>
                <a:lnTo>
                  <a:pt x="266420" y="438977"/>
                </a:lnTo>
                <a:lnTo>
                  <a:pt x="221742" y="443484"/>
                </a:lnTo>
                <a:lnTo>
                  <a:pt x="177063" y="438977"/>
                </a:lnTo>
                <a:lnTo>
                  <a:pt x="135445" y="426053"/>
                </a:lnTo>
                <a:lnTo>
                  <a:pt x="97780" y="405604"/>
                </a:lnTo>
                <a:lnTo>
                  <a:pt x="64960" y="378523"/>
                </a:lnTo>
                <a:lnTo>
                  <a:pt x="37879" y="345703"/>
                </a:lnTo>
                <a:lnTo>
                  <a:pt x="17430" y="308038"/>
                </a:lnTo>
                <a:lnTo>
                  <a:pt x="4506" y="266420"/>
                </a:lnTo>
                <a:lnTo>
                  <a:pt x="0" y="221742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9657968" y="3998722"/>
            <a:ext cx="2057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0" dirty="0">
                <a:latin typeface="Calibri"/>
                <a:cs typeface="Calibri"/>
              </a:rPr>
              <a:t>3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9166859" y="3026664"/>
            <a:ext cx="1143000" cy="1129665"/>
          </a:xfrm>
          <a:custGeom>
            <a:avLst/>
            <a:gdLst/>
            <a:ahLst/>
            <a:cxnLst/>
            <a:rect l="l" t="t" r="r" b="b"/>
            <a:pathLst>
              <a:path w="1143000" h="1129664">
                <a:moveTo>
                  <a:pt x="406908" y="0"/>
                </a:moveTo>
                <a:lnTo>
                  <a:pt x="0" y="435863"/>
                </a:lnTo>
              </a:path>
              <a:path w="1143000" h="1129664">
                <a:moveTo>
                  <a:pt x="720851" y="0"/>
                </a:moveTo>
                <a:lnTo>
                  <a:pt x="1143000" y="435863"/>
                </a:lnTo>
              </a:path>
              <a:path w="1143000" h="1129664">
                <a:moveTo>
                  <a:pt x="1101852" y="789432"/>
                </a:moveTo>
                <a:lnTo>
                  <a:pt x="774192" y="1129284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3110229" y="4762576"/>
            <a:ext cx="3657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5" dirty="0">
                <a:latin typeface="Calibri"/>
                <a:cs typeface="Calibri"/>
              </a:rPr>
              <a:t>G</a:t>
            </a:r>
            <a:r>
              <a:rPr sz="1800" spc="-25" dirty="0"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5738876" y="6465214"/>
            <a:ext cx="71374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CHAPTER</a:t>
            </a:r>
            <a:r>
              <a:rPr sz="1200" spc="-4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spc="-50" dirty="0">
                <a:solidFill>
                  <a:srgbClr val="888888"/>
                </a:solidFill>
                <a:latin typeface="Calibri"/>
                <a:cs typeface="Calibri"/>
              </a:rPr>
              <a:t>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8" name="object 3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29</a:t>
            </a:fld>
            <a:endParaRPr spc="-25" dirty="0"/>
          </a:p>
        </p:txBody>
      </p:sp>
      <p:sp>
        <p:nvSpPr>
          <p:cNvPr id="36" name="object 36"/>
          <p:cNvSpPr txBox="1"/>
          <p:nvPr/>
        </p:nvSpPr>
        <p:spPr>
          <a:xfrm>
            <a:off x="5764784" y="4694377"/>
            <a:ext cx="339979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Calibri"/>
                <a:cs typeface="Calibri"/>
              </a:rPr>
              <a:t>Possible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spanning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trees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69358" y="776681"/>
            <a:ext cx="3488054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0" i="0" dirty="0">
                <a:solidFill>
                  <a:srgbClr val="44536A"/>
                </a:solidFill>
                <a:latin typeface="Times New Roman"/>
                <a:cs typeface="Times New Roman"/>
              </a:rPr>
              <a:t>Spanning</a:t>
            </a:r>
            <a:r>
              <a:rPr b="0" i="0" spc="-114" dirty="0">
                <a:solidFill>
                  <a:srgbClr val="44536A"/>
                </a:solidFill>
                <a:latin typeface="Times New Roman"/>
                <a:cs typeface="Times New Roman"/>
              </a:rPr>
              <a:t> </a:t>
            </a:r>
            <a:r>
              <a:rPr b="0" i="0" spc="-20" dirty="0">
                <a:solidFill>
                  <a:srgbClr val="44536A"/>
                </a:solidFill>
                <a:latin typeface="Times New Roman"/>
                <a:cs typeface="Times New Roman"/>
              </a:rPr>
              <a:t>Trees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51480" y="2078101"/>
            <a:ext cx="368807" cy="37947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51480" y="5028895"/>
            <a:ext cx="368807" cy="37978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781680" y="1964817"/>
            <a:ext cx="7694930" cy="39528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127508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latin typeface="Times New Roman"/>
                <a:cs typeface="Times New Roman"/>
              </a:rPr>
              <a:t>Either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dfs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or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bfs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can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be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used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to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create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spc="-50" dirty="0">
                <a:latin typeface="Times New Roman"/>
                <a:cs typeface="Times New Roman"/>
              </a:rPr>
              <a:t>a </a:t>
            </a:r>
            <a:r>
              <a:rPr sz="3200" dirty="0">
                <a:latin typeface="Times New Roman"/>
                <a:cs typeface="Times New Roman"/>
              </a:rPr>
              <a:t>spanning</a:t>
            </a:r>
            <a:r>
              <a:rPr sz="3200" spc="-80" dirty="0">
                <a:latin typeface="Times New Roman"/>
                <a:cs typeface="Times New Roman"/>
              </a:rPr>
              <a:t> </a:t>
            </a:r>
            <a:r>
              <a:rPr sz="3200" spc="-20" dirty="0">
                <a:latin typeface="Times New Roman"/>
                <a:cs typeface="Times New Roman"/>
              </a:rPr>
              <a:t>tree</a:t>
            </a:r>
            <a:endParaRPr sz="3200">
              <a:latin typeface="Times New Roman"/>
              <a:cs typeface="Times New Roman"/>
            </a:endParaRPr>
          </a:p>
          <a:p>
            <a:pPr marL="412115" marR="577850" indent="-285750">
              <a:lnSpc>
                <a:spcPct val="100000"/>
              </a:lnSpc>
              <a:spcBef>
                <a:spcPts val="675"/>
              </a:spcBef>
              <a:buChar char="–"/>
              <a:tabLst>
                <a:tab pos="413384" algn="l"/>
              </a:tabLst>
            </a:pPr>
            <a:r>
              <a:rPr sz="2800" dirty="0">
                <a:latin typeface="Times New Roman"/>
                <a:cs typeface="Times New Roman"/>
              </a:rPr>
              <a:t>When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dfs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used,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resulting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spanning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tree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is 	</a:t>
            </a:r>
            <a:r>
              <a:rPr sz="2800" dirty="0">
                <a:latin typeface="Times New Roman"/>
                <a:cs typeface="Times New Roman"/>
              </a:rPr>
              <a:t>known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as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CC3300"/>
                </a:solidFill>
                <a:latin typeface="Times New Roman"/>
                <a:cs typeface="Times New Roman"/>
              </a:rPr>
              <a:t>depth</a:t>
            </a:r>
            <a:r>
              <a:rPr sz="2800" spc="-45" dirty="0">
                <a:solidFill>
                  <a:srgbClr val="CC33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CC3300"/>
                </a:solidFill>
                <a:latin typeface="Times New Roman"/>
                <a:cs typeface="Times New Roman"/>
              </a:rPr>
              <a:t>first</a:t>
            </a:r>
            <a:r>
              <a:rPr sz="2800" spc="-35" dirty="0">
                <a:solidFill>
                  <a:srgbClr val="CC33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CC3300"/>
                </a:solidFill>
                <a:latin typeface="Times New Roman"/>
                <a:cs typeface="Times New Roman"/>
              </a:rPr>
              <a:t>spanning</a:t>
            </a:r>
            <a:r>
              <a:rPr sz="2800" spc="-55" dirty="0">
                <a:solidFill>
                  <a:srgbClr val="CC3300"/>
                </a:solidFill>
                <a:latin typeface="Times New Roman"/>
                <a:cs typeface="Times New Roman"/>
              </a:rPr>
              <a:t> </a:t>
            </a:r>
            <a:r>
              <a:rPr sz="2800" spc="-20" dirty="0">
                <a:solidFill>
                  <a:srgbClr val="CC3300"/>
                </a:solidFill>
                <a:latin typeface="Times New Roman"/>
                <a:cs typeface="Times New Roman"/>
              </a:rPr>
              <a:t>tree</a:t>
            </a:r>
            <a:endParaRPr sz="2800">
              <a:latin typeface="Times New Roman"/>
              <a:cs typeface="Times New Roman"/>
            </a:endParaRPr>
          </a:p>
          <a:p>
            <a:pPr marL="412115" marR="577850" indent="-285750">
              <a:lnSpc>
                <a:spcPct val="100000"/>
              </a:lnSpc>
              <a:spcBef>
                <a:spcPts val="675"/>
              </a:spcBef>
              <a:buChar char="–"/>
              <a:tabLst>
                <a:tab pos="413384" algn="l"/>
              </a:tabLst>
            </a:pPr>
            <a:r>
              <a:rPr sz="2800" dirty="0">
                <a:latin typeface="Times New Roman"/>
                <a:cs typeface="Times New Roman"/>
              </a:rPr>
              <a:t>When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bfs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used,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resulting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spanning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tree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is 	</a:t>
            </a:r>
            <a:r>
              <a:rPr sz="2800" dirty="0">
                <a:latin typeface="Times New Roman"/>
                <a:cs typeface="Times New Roman"/>
              </a:rPr>
              <a:t>known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as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CC3300"/>
                </a:solidFill>
                <a:latin typeface="Times New Roman"/>
                <a:cs typeface="Times New Roman"/>
              </a:rPr>
              <a:t>breadth</a:t>
            </a:r>
            <a:r>
              <a:rPr sz="2800" spc="-40" dirty="0">
                <a:solidFill>
                  <a:srgbClr val="CC33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CC3300"/>
                </a:solidFill>
                <a:latin typeface="Times New Roman"/>
                <a:cs typeface="Times New Roman"/>
              </a:rPr>
              <a:t>first</a:t>
            </a:r>
            <a:r>
              <a:rPr sz="2800" spc="-55" dirty="0">
                <a:solidFill>
                  <a:srgbClr val="CC33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CC3300"/>
                </a:solidFill>
                <a:latin typeface="Times New Roman"/>
                <a:cs typeface="Times New Roman"/>
              </a:rPr>
              <a:t>spanning</a:t>
            </a:r>
            <a:r>
              <a:rPr sz="2800" spc="-60" dirty="0">
                <a:solidFill>
                  <a:srgbClr val="CC3300"/>
                </a:solidFill>
                <a:latin typeface="Times New Roman"/>
                <a:cs typeface="Times New Roman"/>
              </a:rPr>
              <a:t> </a:t>
            </a:r>
            <a:r>
              <a:rPr sz="2800" spc="-20" dirty="0">
                <a:solidFill>
                  <a:srgbClr val="CC3300"/>
                </a:solidFill>
                <a:latin typeface="Times New Roman"/>
                <a:cs typeface="Times New Roman"/>
              </a:rPr>
              <a:t>tree</a:t>
            </a:r>
            <a:endParaRPr sz="28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  <a:spcBef>
                <a:spcPts val="765"/>
              </a:spcBef>
            </a:pPr>
            <a:r>
              <a:rPr sz="3200" dirty="0">
                <a:latin typeface="Times New Roman"/>
                <a:cs typeface="Times New Roman"/>
              </a:rPr>
              <a:t>While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adding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 nontree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edge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into any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spanning </a:t>
            </a:r>
            <a:r>
              <a:rPr sz="3200" dirty="0">
                <a:latin typeface="Times New Roman"/>
                <a:cs typeface="Times New Roman"/>
              </a:rPr>
              <a:t>tree,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this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will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create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cycle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738876" y="6465214"/>
            <a:ext cx="71374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CHAPTER</a:t>
            </a:r>
            <a:r>
              <a:rPr sz="1200" spc="-4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spc="-50" dirty="0">
                <a:solidFill>
                  <a:srgbClr val="888888"/>
                </a:solidFill>
                <a:latin typeface="Calibri"/>
                <a:cs typeface="Calibri"/>
              </a:rPr>
              <a:t>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30</a:t>
            </a:fld>
            <a:endParaRPr spc="-25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2485" rIns="0" bIns="0" rtlCol="0">
            <a:spAutoFit/>
          </a:bodyPr>
          <a:lstStyle/>
          <a:p>
            <a:pPr marL="2470785">
              <a:lnSpc>
                <a:spcPct val="100000"/>
              </a:lnSpc>
              <a:spcBef>
                <a:spcPts val="105"/>
              </a:spcBef>
            </a:pPr>
            <a:r>
              <a:rPr b="0" i="0" dirty="0">
                <a:solidFill>
                  <a:srgbClr val="44536A"/>
                </a:solidFill>
                <a:latin typeface="Times New Roman"/>
                <a:cs typeface="Times New Roman"/>
              </a:rPr>
              <a:t>DFS</a:t>
            </a:r>
            <a:r>
              <a:rPr b="0" i="0" spc="-90" dirty="0">
                <a:solidFill>
                  <a:srgbClr val="44536A"/>
                </a:solidFill>
                <a:latin typeface="Times New Roman"/>
                <a:cs typeface="Times New Roman"/>
              </a:rPr>
              <a:t> </a:t>
            </a:r>
            <a:r>
              <a:rPr b="0" i="0" dirty="0">
                <a:solidFill>
                  <a:srgbClr val="44536A"/>
                </a:solidFill>
                <a:latin typeface="Times New Roman"/>
                <a:cs typeface="Times New Roman"/>
              </a:rPr>
              <a:t>VS</a:t>
            </a:r>
            <a:r>
              <a:rPr b="0" i="0" spc="-15" dirty="0">
                <a:solidFill>
                  <a:srgbClr val="44536A"/>
                </a:solidFill>
                <a:latin typeface="Times New Roman"/>
                <a:cs typeface="Times New Roman"/>
              </a:rPr>
              <a:t> </a:t>
            </a:r>
            <a:r>
              <a:rPr b="0" i="0" dirty="0">
                <a:solidFill>
                  <a:srgbClr val="44536A"/>
                </a:solidFill>
                <a:latin typeface="Times New Roman"/>
                <a:cs typeface="Times New Roman"/>
              </a:rPr>
              <a:t>BFS</a:t>
            </a:r>
            <a:r>
              <a:rPr b="0" i="0" spc="-15" dirty="0">
                <a:solidFill>
                  <a:srgbClr val="44536A"/>
                </a:solidFill>
                <a:latin typeface="Times New Roman"/>
                <a:cs typeface="Times New Roman"/>
              </a:rPr>
              <a:t> </a:t>
            </a:r>
            <a:r>
              <a:rPr b="0" i="0" dirty="0">
                <a:solidFill>
                  <a:srgbClr val="44536A"/>
                </a:solidFill>
                <a:latin typeface="Times New Roman"/>
                <a:cs typeface="Times New Roman"/>
              </a:rPr>
              <a:t>Spanning</a:t>
            </a:r>
            <a:r>
              <a:rPr b="0" i="0" spc="-114" dirty="0">
                <a:solidFill>
                  <a:srgbClr val="44536A"/>
                </a:solidFill>
                <a:latin typeface="Times New Roman"/>
                <a:cs typeface="Times New Roman"/>
              </a:rPr>
              <a:t> </a:t>
            </a:r>
            <a:r>
              <a:rPr b="0" i="0" spc="-20" dirty="0">
                <a:solidFill>
                  <a:srgbClr val="44536A"/>
                </a:solidFill>
                <a:latin typeface="Times New Roman"/>
                <a:cs typeface="Times New Roman"/>
              </a:rPr>
              <a:t>Tree</a:t>
            </a:r>
          </a:p>
        </p:txBody>
      </p:sp>
      <p:sp>
        <p:nvSpPr>
          <p:cNvPr id="3" name="object 3"/>
          <p:cNvSpPr/>
          <p:nvPr/>
        </p:nvSpPr>
        <p:spPr>
          <a:xfrm>
            <a:off x="6123432" y="2097023"/>
            <a:ext cx="443865" cy="445134"/>
          </a:xfrm>
          <a:custGeom>
            <a:avLst/>
            <a:gdLst/>
            <a:ahLst/>
            <a:cxnLst/>
            <a:rect l="l" t="t" r="r" b="b"/>
            <a:pathLst>
              <a:path w="443865" h="445135">
                <a:moveTo>
                  <a:pt x="0" y="222503"/>
                </a:moveTo>
                <a:lnTo>
                  <a:pt x="4506" y="177647"/>
                </a:lnTo>
                <a:lnTo>
                  <a:pt x="17430" y="135874"/>
                </a:lnTo>
                <a:lnTo>
                  <a:pt x="37879" y="98077"/>
                </a:lnTo>
                <a:lnTo>
                  <a:pt x="64960" y="65150"/>
                </a:lnTo>
                <a:lnTo>
                  <a:pt x="97780" y="37986"/>
                </a:lnTo>
                <a:lnTo>
                  <a:pt x="135445" y="17478"/>
                </a:lnTo>
                <a:lnTo>
                  <a:pt x="177063" y="4518"/>
                </a:lnTo>
                <a:lnTo>
                  <a:pt x="221741" y="0"/>
                </a:lnTo>
                <a:lnTo>
                  <a:pt x="266420" y="4518"/>
                </a:lnTo>
                <a:lnTo>
                  <a:pt x="308038" y="17478"/>
                </a:lnTo>
                <a:lnTo>
                  <a:pt x="345703" y="37986"/>
                </a:lnTo>
                <a:lnTo>
                  <a:pt x="378523" y="65150"/>
                </a:lnTo>
                <a:lnTo>
                  <a:pt x="405604" y="98077"/>
                </a:lnTo>
                <a:lnTo>
                  <a:pt x="426053" y="135874"/>
                </a:lnTo>
                <a:lnTo>
                  <a:pt x="438977" y="177647"/>
                </a:lnTo>
                <a:lnTo>
                  <a:pt x="443484" y="222503"/>
                </a:lnTo>
                <a:lnTo>
                  <a:pt x="438977" y="267360"/>
                </a:lnTo>
                <a:lnTo>
                  <a:pt x="426053" y="309133"/>
                </a:lnTo>
                <a:lnTo>
                  <a:pt x="405604" y="346930"/>
                </a:lnTo>
                <a:lnTo>
                  <a:pt x="378523" y="379857"/>
                </a:lnTo>
                <a:lnTo>
                  <a:pt x="345703" y="407021"/>
                </a:lnTo>
                <a:lnTo>
                  <a:pt x="308038" y="427529"/>
                </a:lnTo>
                <a:lnTo>
                  <a:pt x="266420" y="440489"/>
                </a:lnTo>
                <a:lnTo>
                  <a:pt x="221741" y="445008"/>
                </a:lnTo>
                <a:lnTo>
                  <a:pt x="177063" y="440489"/>
                </a:lnTo>
                <a:lnTo>
                  <a:pt x="135445" y="427529"/>
                </a:lnTo>
                <a:lnTo>
                  <a:pt x="97780" y="407021"/>
                </a:lnTo>
                <a:lnTo>
                  <a:pt x="64960" y="379857"/>
                </a:lnTo>
                <a:lnTo>
                  <a:pt x="37879" y="346930"/>
                </a:lnTo>
                <a:lnTo>
                  <a:pt x="17430" y="309133"/>
                </a:lnTo>
                <a:lnTo>
                  <a:pt x="4506" y="267360"/>
                </a:lnTo>
                <a:lnTo>
                  <a:pt x="0" y="222503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268339" y="2070861"/>
            <a:ext cx="2057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0" dirty="0">
                <a:latin typeface="Calibri"/>
                <a:cs typeface="Calibri"/>
              </a:rPr>
              <a:t>0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437632" y="2859023"/>
            <a:ext cx="443865" cy="445134"/>
          </a:xfrm>
          <a:custGeom>
            <a:avLst/>
            <a:gdLst/>
            <a:ahLst/>
            <a:cxnLst/>
            <a:rect l="l" t="t" r="r" b="b"/>
            <a:pathLst>
              <a:path w="443864" h="445135">
                <a:moveTo>
                  <a:pt x="0" y="222503"/>
                </a:moveTo>
                <a:lnTo>
                  <a:pt x="4506" y="177647"/>
                </a:lnTo>
                <a:lnTo>
                  <a:pt x="17430" y="135874"/>
                </a:lnTo>
                <a:lnTo>
                  <a:pt x="37879" y="98077"/>
                </a:lnTo>
                <a:lnTo>
                  <a:pt x="64960" y="65150"/>
                </a:lnTo>
                <a:lnTo>
                  <a:pt x="97780" y="37986"/>
                </a:lnTo>
                <a:lnTo>
                  <a:pt x="135445" y="17478"/>
                </a:lnTo>
                <a:lnTo>
                  <a:pt x="177063" y="4518"/>
                </a:lnTo>
                <a:lnTo>
                  <a:pt x="221741" y="0"/>
                </a:lnTo>
                <a:lnTo>
                  <a:pt x="266420" y="4518"/>
                </a:lnTo>
                <a:lnTo>
                  <a:pt x="308038" y="17478"/>
                </a:lnTo>
                <a:lnTo>
                  <a:pt x="345703" y="37986"/>
                </a:lnTo>
                <a:lnTo>
                  <a:pt x="378523" y="65150"/>
                </a:lnTo>
                <a:lnTo>
                  <a:pt x="405604" y="98077"/>
                </a:lnTo>
                <a:lnTo>
                  <a:pt x="426053" y="135874"/>
                </a:lnTo>
                <a:lnTo>
                  <a:pt x="438977" y="177647"/>
                </a:lnTo>
                <a:lnTo>
                  <a:pt x="443483" y="222503"/>
                </a:lnTo>
                <a:lnTo>
                  <a:pt x="438977" y="267360"/>
                </a:lnTo>
                <a:lnTo>
                  <a:pt x="426053" y="309133"/>
                </a:lnTo>
                <a:lnTo>
                  <a:pt x="405604" y="346930"/>
                </a:lnTo>
                <a:lnTo>
                  <a:pt x="378523" y="379857"/>
                </a:lnTo>
                <a:lnTo>
                  <a:pt x="345703" y="407021"/>
                </a:lnTo>
                <a:lnTo>
                  <a:pt x="308038" y="427529"/>
                </a:lnTo>
                <a:lnTo>
                  <a:pt x="266420" y="440489"/>
                </a:lnTo>
                <a:lnTo>
                  <a:pt x="221741" y="445008"/>
                </a:lnTo>
                <a:lnTo>
                  <a:pt x="177063" y="440489"/>
                </a:lnTo>
                <a:lnTo>
                  <a:pt x="135445" y="427529"/>
                </a:lnTo>
                <a:lnTo>
                  <a:pt x="97780" y="407021"/>
                </a:lnTo>
                <a:lnTo>
                  <a:pt x="64960" y="379857"/>
                </a:lnTo>
                <a:lnTo>
                  <a:pt x="37879" y="346930"/>
                </a:lnTo>
                <a:lnTo>
                  <a:pt x="17430" y="309133"/>
                </a:lnTo>
                <a:lnTo>
                  <a:pt x="4506" y="267360"/>
                </a:lnTo>
                <a:lnTo>
                  <a:pt x="0" y="222503"/>
                </a:lnTo>
                <a:close/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582158" y="2833242"/>
            <a:ext cx="2057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0" dirty="0">
                <a:latin typeface="Calibri"/>
                <a:cs typeface="Calibri"/>
              </a:rPr>
              <a:t>1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809231" y="2859023"/>
            <a:ext cx="443865" cy="445134"/>
          </a:xfrm>
          <a:custGeom>
            <a:avLst/>
            <a:gdLst/>
            <a:ahLst/>
            <a:cxnLst/>
            <a:rect l="l" t="t" r="r" b="b"/>
            <a:pathLst>
              <a:path w="443865" h="445135">
                <a:moveTo>
                  <a:pt x="0" y="222503"/>
                </a:moveTo>
                <a:lnTo>
                  <a:pt x="4506" y="177647"/>
                </a:lnTo>
                <a:lnTo>
                  <a:pt x="17430" y="135874"/>
                </a:lnTo>
                <a:lnTo>
                  <a:pt x="37879" y="98077"/>
                </a:lnTo>
                <a:lnTo>
                  <a:pt x="64960" y="65150"/>
                </a:lnTo>
                <a:lnTo>
                  <a:pt x="97780" y="37986"/>
                </a:lnTo>
                <a:lnTo>
                  <a:pt x="135445" y="17478"/>
                </a:lnTo>
                <a:lnTo>
                  <a:pt x="177063" y="4518"/>
                </a:lnTo>
                <a:lnTo>
                  <a:pt x="221742" y="0"/>
                </a:lnTo>
                <a:lnTo>
                  <a:pt x="266420" y="4518"/>
                </a:lnTo>
                <a:lnTo>
                  <a:pt x="308038" y="17478"/>
                </a:lnTo>
                <a:lnTo>
                  <a:pt x="345703" y="37986"/>
                </a:lnTo>
                <a:lnTo>
                  <a:pt x="378523" y="65150"/>
                </a:lnTo>
                <a:lnTo>
                  <a:pt x="405604" y="98077"/>
                </a:lnTo>
                <a:lnTo>
                  <a:pt x="426053" y="135874"/>
                </a:lnTo>
                <a:lnTo>
                  <a:pt x="438977" y="177647"/>
                </a:lnTo>
                <a:lnTo>
                  <a:pt x="443484" y="222503"/>
                </a:lnTo>
                <a:lnTo>
                  <a:pt x="438977" y="267360"/>
                </a:lnTo>
                <a:lnTo>
                  <a:pt x="426053" y="309133"/>
                </a:lnTo>
                <a:lnTo>
                  <a:pt x="405604" y="346930"/>
                </a:lnTo>
                <a:lnTo>
                  <a:pt x="378523" y="379857"/>
                </a:lnTo>
                <a:lnTo>
                  <a:pt x="345703" y="407021"/>
                </a:lnTo>
                <a:lnTo>
                  <a:pt x="308038" y="427529"/>
                </a:lnTo>
                <a:lnTo>
                  <a:pt x="266420" y="440489"/>
                </a:lnTo>
                <a:lnTo>
                  <a:pt x="221742" y="445008"/>
                </a:lnTo>
                <a:lnTo>
                  <a:pt x="177063" y="440489"/>
                </a:lnTo>
                <a:lnTo>
                  <a:pt x="135445" y="427529"/>
                </a:lnTo>
                <a:lnTo>
                  <a:pt x="97780" y="407021"/>
                </a:lnTo>
                <a:lnTo>
                  <a:pt x="64960" y="379857"/>
                </a:lnTo>
                <a:lnTo>
                  <a:pt x="37879" y="346930"/>
                </a:lnTo>
                <a:lnTo>
                  <a:pt x="17430" y="309133"/>
                </a:lnTo>
                <a:lnTo>
                  <a:pt x="4506" y="267360"/>
                </a:lnTo>
                <a:lnTo>
                  <a:pt x="0" y="222503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954139" y="2833242"/>
            <a:ext cx="2057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0" dirty="0">
                <a:latin typeface="Calibri"/>
                <a:cs typeface="Calibri"/>
              </a:rPr>
              <a:t>2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055108" y="2471927"/>
            <a:ext cx="1129665" cy="1728470"/>
          </a:xfrm>
          <a:custGeom>
            <a:avLst/>
            <a:gdLst/>
            <a:ahLst/>
            <a:cxnLst/>
            <a:rect l="l" t="t" r="r" b="b"/>
            <a:pathLst>
              <a:path w="1129664" h="1728470">
                <a:moveTo>
                  <a:pt x="1129283" y="0"/>
                </a:moveTo>
                <a:lnTo>
                  <a:pt x="722376" y="434339"/>
                </a:lnTo>
              </a:path>
              <a:path w="1129664" h="1728470">
                <a:moveTo>
                  <a:pt x="0" y="1506474"/>
                </a:moveTo>
                <a:lnTo>
                  <a:pt x="4506" y="1461795"/>
                </a:lnTo>
                <a:lnTo>
                  <a:pt x="17430" y="1420177"/>
                </a:lnTo>
                <a:lnTo>
                  <a:pt x="37879" y="1382512"/>
                </a:lnTo>
                <a:lnTo>
                  <a:pt x="64960" y="1349692"/>
                </a:lnTo>
                <a:lnTo>
                  <a:pt x="97780" y="1322611"/>
                </a:lnTo>
                <a:lnTo>
                  <a:pt x="135445" y="1302162"/>
                </a:lnTo>
                <a:lnTo>
                  <a:pt x="177063" y="1289238"/>
                </a:lnTo>
                <a:lnTo>
                  <a:pt x="221741" y="1284732"/>
                </a:lnTo>
                <a:lnTo>
                  <a:pt x="266420" y="1289238"/>
                </a:lnTo>
                <a:lnTo>
                  <a:pt x="308038" y="1302162"/>
                </a:lnTo>
                <a:lnTo>
                  <a:pt x="345703" y="1322611"/>
                </a:lnTo>
                <a:lnTo>
                  <a:pt x="378523" y="1349692"/>
                </a:lnTo>
                <a:lnTo>
                  <a:pt x="405604" y="1382512"/>
                </a:lnTo>
                <a:lnTo>
                  <a:pt x="426053" y="1420177"/>
                </a:lnTo>
                <a:lnTo>
                  <a:pt x="438977" y="1461795"/>
                </a:lnTo>
                <a:lnTo>
                  <a:pt x="443483" y="1506474"/>
                </a:lnTo>
                <a:lnTo>
                  <a:pt x="438977" y="1551152"/>
                </a:lnTo>
                <a:lnTo>
                  <a:pt x="426053" y="1592770"/>
                </a:lnTo>
                <a:lnTo>
                  <a:pt x="405604" y="1630435"/>
                </a:lnTo>
                <a:lnTo>
                  <a:pt x="378523" y="1663255"/>
                </a:lnTo>
                <a:lnTo>
                  <a:pt x="345703" y="1690336"/>
                </a:lnTo>
                <a:lnTo>
                  <a:pt x="308038" y="1710785"/>
                </a:lnTo>
                <a:lnTo>
                  <a:pt x="266420" y="1723709"/>
                </a:lnTo>
                <a:lnTo>
                  <a:pt x="221741" y="1728216"/>
                </a:lnTo>
                <a:lnTo>
                  <a:pt x="177063" y="1723709"/>
                </a:lnTo>
                <a:lnTo>
                  <a:pt x="135445" y="1710785"/>
                </a:lnTo>
                <a:lnTo>
                  <a:pt x="97780" y="1690336"/>
                </a:lnTo>
                <a:lnTo>
                  <a:pt x="64960" y="1663255"/>
                </a:lnTo>
                <a:lnTo>
                  <a:pt x="37879" y="1630435"/>
                </a:lnTo>
                <a:lnTo>
                  <a:pt x="17430" y="1592770"/>
                </a:lnTo>
                <a:lnTo>
                  <a:pt x="4506" y="1551152"/>
                </a:lnTo>
                <a:lnTo>
                  <a:pt x="0" y="1506474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5199634" y="3730244"/>
            <a:ext cx="2057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0" dirty="0">
                <a:latin typeface="Calibri"/>
                <a:cs typeface="Calibri"/>
              </a:rPr>
              <a:t>3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815584" y="3768852"/>
            <a:ext cx="443865" cy="445134"/>
          </a:xfrm>
          <a:custGeom>
            <a:avLst/>
            <a:gdLst/>
            <a:ahLst/>
            <a:cxnLst/>
            <a:rect l="l" t="t" r="r" b="b"/>
            <a:pathLst>
              <a:path w="443864" h="445135">
                <a:moveTo>
                  <a:pt x="0" y="222504"/>
                </a:moveTo>
                <a:lnTo>
                  <a:pt x="4506" y="177647"/>
                </a:lnTo>
                <a:lnTo>
                  <a:pt x="17430" y="135874"/>
                </a:lnTo>
                <a:lnTo>
                  <a:pt x="37879" y="98077"/>
                </a:lnTo>
                <a:lnTo>
                  <a:pt x="64960" y="65151"/>
                </a:lnTo>
                <a:lnTo>
                  <a:pt x="97780" y="37986"/>
                </a:lnTo>
                <a:lnTo>
                  <a:pt x="135445" y="17478"/>
                </a:lnTo>
                <a:lnTo>
                  <a:pt x="177063" y="4518"/>
                </a:lnTo>
                <a:lnTo>
                  <a:pt x="221741" y="0"/>
                </a:lnTo>
                <a:lnTo>
                  <a:pt x="266420" y="4518"/>
                </a:lnTo>
                <a:lnTo>
                  <a:pt x="308038" y="17478"/>
                </a:lnTo>
                <a:lnTo>
                  <a:pt x="345703" y="37986"/>
                </a:lnTo>
                <a:lnTo>
                  <a:pt x="378523" y="65150"/>
                </a:lnTo>
                <a:lnTo>
                  <a:pt x="405604" y="98077"/>
                </a:lnTo>
                <a:lnTo>
                  <a:pt x="426053" y="135874"/>
                </a:lnTo>
                <a:lnTo>
                  <a:pt x="438977" y="177647"/>
                </a:lnTo>
                <a:lnTo>
                  <a:pt x="443483" y="222504"/>
                </a:lnTo>
                <a:lnTo>
                  <a:pt x="438977" y="267360"/>
                </a:lnTo>
                <a:lnTo>
                  <a:pt x="426053" y="309133"/>
                </a:lnTo>
                <a:lnTo>
                  <a:pt x="405604" y="346930"/>
                </a:lnTo>
                <a:lnTo>
                  <a:pt x="378523" y="379856"/>
                </a:lnTo>
                <a:lnTo>
                  <a:pt x="345703" y="407021"/>
                </a:lnTo>
                <a:lnTo>
                  <a:pt x="308038" y="427529"/>
                </a:lnTo>
                <a:lnTo>
                  <a:pt x="266420" y="440489"/>
                </a:lnTo>
                <a:lnTo>
                  <a:pt x="221741" y="445008"/>
                </a:lnTo>
                <a:lnTo>
                  <a:pt x="177063" y="440489"/>
                </a:lnTo>
                <a:lnTo>
                  <a:pt x="135445" y="427529"/>
                </a:lnTo>
                <a:lnTo>
                  <a:pt x="97780" y="407021"/>
                </a:lnTo>
                <a:lnTo>
                  <a:pt x="64960" y="379857"/>
                </a:lnTo>
                <a:lnTo>
                  <a:pt x="37879" y="346930"/>
                </a:lnTo>
                <a:lnTo>
                  <a:pt x="17430" y="309133"/>
                </a:lnTo>
                <a:lnTo>
                  <a:pt x="4506" y="267360"/>
                </a:lnTo>
                <a:lnTo>
                  <a:pt x="0" y="222504"/>
                </a:lnTo>
                <a:close/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5960109" y="3743071"/>
            <a:ext cx="2057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0" dirty="0">
                <a:latin typeface="Calibri"/>
                <a:cs typeface="Calibri"/>
              </a:rPr>
              <a:t>4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282184" y="3284220"/>
            <a:ext cx="2367280" cy="1767839"/>
          </a:xfrm>
          <a:custGeom>
            <a:avLst/>
            <a:gdLst/>
            <a:ahLst/>
            <a:cxnLst/>
            <a:rect l="l" t="t" r="r" b="b"/>
            <a:pathLst>
              <a:path w="2367279" h="1767839">
                <a:moveTo>
                  <a:pt x="263651" y="16763"/>
                </a:moveTo>
                <a:lnTo>
                  <a:pt x="0" y="477011"/>
                </a:lnTo>
              </a:path>
              <a:path w="2367279" h="1767839">
                <a:moveTo>
                  <a:pt x="1178052" y="695705"/>
                </a:moveTo>
                <a:lnTo>
                  <a:pt x="1182558" y="651027"/>
                </a:lnTo>
                <a:lnTo>
                  <a:pt x="1195482" y="609409"/>
                </a:lnTo>
                <a:lnTo>
                  <a:pt x="1215931" y="571744"/>
                </a:lnTo>
                <a:lnTo>
                  <a:pt x="1243012" y="538924"/>
                </a:lnTo>
                <a:lnTo>
                  <a:pt x="1275832" y="511843"/>
                </a:lnTo>
                <a:lnTo>
                  <a:pt x="1313497" y="491394"/>
                </a:lnTo>
                <a:lnTo>
                  <a:pt x="1355115" y="478470"/>
                </a:lnTo>
                <a:lnTo>
                  <a:pt x="1399793" y="473963"/>
                </a:lnTo>
                <a:lnTo>
                  <a:pt x="1444472" y="478470"/>
                </a:lnTo>
                <a:lnTo>
                  <a:pt x="1486090" y="491394"/>
                </a:lnTo>
                <a:lnTo>
                  <a:pt x="1523755" y="511843"/>
                </a:lnTo>
                <a:lnTo>
                  <a:pt x="1556575" y="538924"/>
                </a:lnTo>
                <a:lnTo>
                  <a:pt x="1583656" y="571744"/>
                </a:lnTo>
                <a:lnTo>
                  <a:pt x="1604105" y="609409"/>
                </a:lnTo>
                <a:lnTo>
                  <a:pt x="1617029" y="651027"/>
                </a:lnTo>
                <a:lnTo>
                  <a:pt x="1621536" y="695705"/>
                </a:lnTo>
                <a:lnTo>
                  <a:pt x="1617029" y="740384"/>
                </a:lnTo>
                <a:lnTo>
                  <a:pt x="1604105" y="782002"/>
                </a:lnTo>
                <a:lnTo>
                  <a:pt x="1583656" y="819667"/>
                </a:lnTo>
                <a:lnTo>
                  <a:pt x="1556575" y="852487"/>
                </a:lnTo>
                <a:lnTo>
                  <a:pt x="1523755" y="879568"/>
                </a:lnTo>
                <a:lnTo>
                  <a:pt x="1486090" y="900017"/>
                </a:lnTo>
                <a:lnTo>
                  <a:pt x="1444472" y="912941"/>
                </a:lnTo>
                <a:lnTo>
                  <a:pt x="1399793" y="917447"/>
                </a:lnTo>
                <a:lnTo>
                  <a:pt x="1355115" y="912941"/>
                </a:lnTo>
                <a:lnTo>
                  <a:pt x="1313497" y="900017"/>
                </a:lnTo>
                <a:lnTo>
                  <a:pt x="1275832" y="879568"/>
                </a:lnTo>
                <a:lnTo>
                  <a:pt x="1243012" y="852487"/>
                </a:lnTo>
                <a:lnTo>
                  <a:pt x="1215931" y="819667"/>
                </a:lnTo>
                <a:lnTo>
                  <a:pt x="1195482" y="782002"/>
                </a:lnTo>
                <a:lnTo>
                  <a:pt x="1182558" y="740384"/>
                </a:lnTo>
                <a:lnTo>
                  <a:pt x="1178052" y="695705"/>
                </a:lnTo>
                <a:close/>
              </a:path>
              <a:path w="2367279" h="1767839">
                <a:moveTo>
                  <a:pt x="1921764" y="694181"/>
                </a:moveTo>
                <a:lnTo>
                  <a:pt x="1926282" y="649503"/>
                </a:lnTo>
                <a:lnTo>
                  <a:pt x="1939242" y="607885"/>
                </a:lnTo>
                <a:lnTo>
                  <a:pt x="1959750" y="570220"/>
                </a:lnTo>
                <a:lnTo>
                  <a:pt x="1986914" y="537400"/>
                </a:lnTo>
                <a:lnTo>
                  <a:pt x="2019841" y="510319"/>
                </a:lnTo>
                <a:lnTo>
                  <a:pt x="2057638" y="489870"/>
                </a:lnTo>
                <a:lnTo>
                  <a:pt x="2099411" y="476946"/>
                </a:lnTo>
                <a:lnTo>
                  <a:pt x="2144267" y="472439"/>
                </a:lnTo>
                <a:lnTo>
                  <a:pt x="2189124" y="476946"/>
                </a:lnTo>
                <a:lnTo>
                  <a:pt x="2230897" y="489870"/>
                </a:lnTo>
                <a:lnTo>
                  <a:pt x="2268694" y="510319"/>
                </a:lnTo>
                <a:lnTo>
                  <a:pt x="2301621" y="537400"/>
                </a:lnTo>
                <a:lnTo>
                  <a:pt x="2328785" y="570220"/>
                </a:lnTo>
                <a:lnTo>
                  <a:pt x="2349293" y="607885"/>
                </a:lnTo>
                <a:lnTo>
                  <a:pt x="2362253" y="649503"/>
                </a:lnTo>
                <a:lnTo>
                  <a:pt x="2366771" y="694181"/>
                </a:lnTo>
                <a:lnTo>
                  <a:pt x="2362253" y="738860"/>
                </a:lnTo>
                <a:lnTo>
                  <a:pt x="2349293" y="780478"/>
                </a:lnTo>
                <a:lnTo>
                  <a:pt x="2328785" y="818143"/>
                </a:lnTo>
                <a:lnTo>
                  <a:pt x="2301621" y="850963"/>
                </a:lnTo>
                <a:lnTo>
                  <a:pt x="2268694" y="878044"/>
                </a:lnTo>
                <a:lnTo>
                  <a:pt x="2230897" y="898493"/>
                </a:lnTo>
                <a:lnTo>
                  <a:pt x="2189124" y="911417"/>
                </a:lnTo>
                <a:lnTo>
                  <a:pt x="2144267" y="915923"/>
                </a:lnTo>
                <a:lnTo>
                  <a:pt x="2099411" y="911417"/>
                </a:lnTo>
                <a:lnTo>
                  <a:pt x="2057638" y="898493"/>
                </a:lnTo>
                <a:lnTo>
                  <a:pt x="2019841" y="878044"/>
                </a:lnTo>
                <a:lnTo>
                  <a:pt x="1986914" y="850963"/>
                </a:lnTo>
                <a:lnTo>
                  <a:pt x="1959750" y="818143"/>
                </a:lnTo>
                <a:lnTo>
                  <a:pt x="1939242" y="780478"/>
                </a:lnTo>
                <a:lnTo>
                  <a:pt x="1926282" y="738860"/>
                </a:lnTo>
                <a:lnTo>
                  <a:pt x="1921764" y="694181"/>
                </a:lnTo>
                <a:close/>
              </a:path>
              <a:path w="2367279" h="1767839">
                <a:moveTo>
                  <a:pt x="1647443" y="0"/>
                </a:moveTo>
                <a:lnTo>
                  <a:pt x="1374647" y="461771"/>
                </a:lnTo>
              </a:path>
              <a:path w="2367279" h="1767839">
                <a:moveTo>
                  <a:pt x="1850136" y="13715"/>
                </a:moveTo>
                <a:lnTo>
                  <a:pt x="2122932" y="461771"/>
                </a:lnTo>
              </a:path>
              <a:path w="2367279" h="1767839">
                <a:moveTo>
                  <a:pt x="121919" y="1545335"/>
                </a:moveTo>
                <a:lnTo>
                  <a:pt x="126438" y="1500479"/>
                </a:lnTo>
                <a:lnTo>
                  <a:pt x="139398" y="1458706"/>
                </a:lnTo>
                <a:lnTo>
                  <a:pt x="159906" y="1420909"/>
                </a:lnTo>
                <a:lnTo>
                  <a:pt x="187070" y="1387983"/>
                </a:lnTo>
                <a:lnTo>
                  <a:pt x="219997" y="1360818"/>
                </a:lnTo>
                <a:lnTo>
                  <a:pt x="257794" y="1340310"/>
                </a:lnTo>
                <a:lnTo>
                  <a:pt x="299567" y="1327350"/>
                </a:lnTo>
                <a:lnTo>
                  <a:pt x="344424" y="1322831"/>
                </a:lnTo>
                <a:lnTo>
                  <a:pt x="389280" y="1327350"/>
                </a:lnTo>
                <a:lnTo>
                  <a:pt x="431053" y="1340310"/>
                </a:lnTo>
                <a:lnTo>
                  <a:pt x="468850" y="1360818"/>
                </a:lnTo>
                <a:lnTo>
                  <a:pt x="501776" y="1387982"/>
                </a:lnTo>
                <a:lnTo>
                  <a:pt x="528941" y="1420909"/>
                </a:lnTo>
                <a:lnTo>
                  <a:pt x="549449" y="1458706"/>
                </a:lnTo>
                <a:lnTo>
                  <a:pt x="562409" y="1500479"/>
                </a:lnTo>
                <a:lnTo>
                  <a:pt x="566927" y="1545335"/>
                </a:lnTo>
                <a:lnTo>
                  <a:pt x="562409" y="1590192"/>
                </a:lnTo>
                <a:lnTo>
                  <a:pt x="549449" y="1631965"/>
                </a:lnTo>
                <a:lnTo>
                  <a:pt x="528941" y="1669762"/>
                </a:lnTo>
                <a:lnTo>
                  <a:pt x="501776" y="1702688"/>
                </a:lnTo>
                <a:lnTo>
                  <a:pt x="468850" y="1729853"/>
                </a:lnTo>
                <a:lnTo>
                  <a:pt x="431053" y="1750361"/>
                </a:lnTo>
                <a:lnTo>
                  <a:pt x="389280" y="1763321"/>
                </a:lnTo>
                <a:lnTo>
                  <a:pt x="344424" y="1767839"/>
                </a:lnTo>
                <a:lnTo>
                  <a:pt x="299567" y="1763321"/>
                </a:lnTo>
                <a:lnTo>
                  <a:pt x="257794" y="1750361"/>
                </a:lnTo>
                <a:lnTo>
                  <a:pt x="219997" y="1729853"/>
                </a:lnTo>
                <a:lnTo>
                  <a:pt x="187070" y="1702689"/>
                </a:lnTo>
                <a:lnTo>
                  <a:pt x="159906" y="1669762"/>
                </a:lnTo>
                <a:lnTo>
                  <a:pt x="139398" y="1631965"/>
                </a:lnTo>
                <a:lnTo>
                  <a:pt x="126438" y="1590192"/>
                </a:lnTo>
                <a:lnTo>
                  <a:pt x="121919" y="1545335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5549010" y="4580966"/>
            <a:ext cx="2057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0" dirty="0">
                <a:latin typeface="Calibri"/>
                <a:cs typeface="Calibri"/>
              </a:rPr>
              <a:t>7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266944" y="2100072"/>
            <a:ext cx="3945890" cy="2498090"/>
          </a:xfrm>
          <a:custGeom>
            <a:avLst/>
            <a:gdLst/>
            <a:ahLst/>
            <a:cxnLst/>
            <a:rect l="l" t="t" r="r" b="b"/>
            <a:pathLst>
              <a:path w="3945890" h="2498090">
                <a:moveTo>
                  <a:pt x="0" y="2104644"/>
                </a:moveTo>
                <a:lnTo>
                  <a:pt x="374903" y="2497835"/>
                </a:lnTo>
              </a:path>
              <a:path w="3945890" h="2498090">
                <a:moveTo>
                  <a:pt x="3500628" y="222503"/>
                </a:moveTo>
                <a:lnTo>
                  <a:pt x="3505146" y="177647"/>
                </a:lnTo>
                <a:lnTo>
                  <a:pt x="3518106" y="135874"/>
                </a:lnTo>
                <a:lnTo>
                  <a:pt x="3538614" y="98077"/>
                </a:lnTo>
                <a:lnTo>
                  <a:pt x="3565778" y="65150"/>
                </a:lnTo>
                <a:lnTo>
                  <a:pt x="3598705" y="37986"/>
                </a:lnTo>
                <a:lnTo>
                  <a:pt x="3636502" y="17478"/>
                </a:lnTo>
                <a:lnTo>
                  <a:pt x="3678275" y="4518"/>
                </a:lnTo>
                <a:lnTo>
                  <a:pt x="3723131" y="0"/>
                </a:lnTo>
                <a:lnTo>
                  <a:pt x="3767988" y="4518"/>
                </a:lnTo>
                <a:lnTo>
                  <a:pt x="3809761" y="17478"/>
                </a:lnTo>
                <a:lnTo>
                  <a:pt x="3847558" y="37986"/>
                </a:lnTo>
                <a:lnTo>
                  <a:pt x="3880484" y="65150"/>
                </a:lnTo>
                <a:lnTo>
                  <a:pt x="3907649" y="98077"/>
                </a:lnTo>
                <a:lnTo>
                  <a:pt x="3928157" y="135874"/>
                </a:lnTo>
                <a:lnTo>
                  <a:pt x="3941117" y="177647"/>
                </a:lnTo>
                <a:lnTo>
                  <a:pt x="3945635" y="222503"/>
                </a:lnTo>
                <a:lnTo>
                  <a:pt x="3941117" y="267360"/>
                </a:lnTo>
                <a:lnTo>
                  <a:pt x="3928157" y="309133"/>
                </a:lnTo>
                <a:lnTo>
                  <a:pt x="3907649" y="346930"/>
                </a:lnTo>
                <a:lnTo>
                  <a:pt x="3880485" y="379856"/>
                </a:lnTo>
                <a:lnTo>
                  <a:pt x="3847558" y="407021"/>
                </a:lnTo>
                <a:lnTo>
                  <a:pt x="3809761" y="427529"/>
                </a:lnTo>
                <a:lnTo>
                  <a:pt x="3767988" y="440489"/>
                </a:lnTo>
                <a:lnTo>
                  <a:pt x="3723131" y="445007"/>
                </a:lnTo>
                <a:lnTo>
                  <a:pt x="3678275" y="440489"/>
                </a:lnTo>
                <a:lnTo>
                  <a:pt x="3636502" y="427529"/>
                </a:lnTo>
                <a:lnTo>
                  <a:pt x="3598705" y="407021"/>
                </a:lnTo>
                <a:lnTo>
                  <a:pt x="3565779" y="379856"/>
                </a:lnTo>
                <a:lnTo>
                  <a:pt x="3538614" y="346930"/>
                </a:lnTo>
                <a:lnTo>
                  <a:pt x="3518106" y="309133"/>
                </a:lnTo>
                <a:lnTo>
                  <a:pt x="3505146" y="267360"/>
                </a:lnTo>
                <a:lnTo>
                  <a:pt x="3500628" y="222503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8913368" y="2074291"/>
            <a:ext cx="2057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0" dirty="0">
                <a:latin typeface="Calibri"/>
                <a:cs typeface="Calibri"/>
              </a:rPr>
              <a:t>0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081771" y="2862072"/>
            <a:ext cx="445134" cy="445134"/>
          </a:xfrm>
          <a:custGeom>
            <a:avLst/>
            <a:gdLst/>
            <a:ahLst/>
            <a:cxnLst/>
            <a:rect l="l" t="t" r="r" b="b"/>
            <a:pathLst>
              <a:path w="445134" h="445135">
                <a:moveTo>
                  <a:pt x="0" y="222503"/>
                </a:moveTo>
                <a:lnTo>
                  <a:pt x="4518" y="177647"/>
                </a:lnTo>
                <a:lnTo>
                  <a:pt x="17478" y="135874"/>
                </a:lnTo>
                <a:lnTo>
                  <a:pt x="37986" y="98077"/>
                </a:lnTo>
                <a:lnTo>
                  <a:pt x="65150" y="65150"/>
                </a:lnTo>
                <a:lnTo>
                  <a:pt x="98077" y="37986"/>
                </a:lnTo>
                <a:lnTo>
                  <a:pt x="135874" y="17478"/>
                </a:lnTo>
                <a:lnTo>
                  <a:pt x="177647" y="4518"/>
                </a:lnTo>
                <a:lnTo>
                  <a:pt x="222503" y="0"/>
                </a:lnTo>
                <a:lnTo>
                  <a:pt x="267360" y="4518"/>
                </a:lnTo>
                <a:lnTo>
                  <a:pt x="309133" y="17478"/>
                </a:lnTo>
                <a:lnTo>
                  <a:pt x="346930" y="37986"/>
                </a:lnTo>
                <a:lnTo>
                  <a:pt x="379856" y="65150"/>
                </a:lnTo>
                <a:lnTo>
                  <a:pt x="407021" y="98077"/>
                </a:lnTo>
                <a:lnTo>
                  <a:pt x="427529" y="135874"/>
                </a:lnTo>
                <a:lnTo>
                  <a:pt x="440489" y="177647"/>
                </a:lnTo>
                <a:lnTo>
                  <a:pt x="445007" y="222503"/>
                </a:lnTo>
                <a:lnTo>
                  <a:pt x="440489" y="267360"/>
                </a:lnTo>
                <a:lnTo>
                  <a:pt x="427529" y="309133"/>
                </a:lnTo>
                <a:lnTo>
                  <a:pt x="407021" y="346930"/>
                </a:lnTo>
                <a:lnTo>
                  <a:pt x="379857" y="379856"/>
                </a:lnTo>
                <a:lnTo>
                  <a:pt x="346930" y="407021"/>
                </a:lnTo>
                <a:lnTo>
                  <a:pt x="309133" y="427529"/>
                </a:lnTo>
                <a:lnTo>
                  <a:pt x="267360" y="440489"/>
                </a:lnTo>
                <a:lnTo>
                  <a:pt x="222503" y="445007"/>
                </a:lnTo>
                <a:lnTo>
                  <a:pt x="177647" y="440489"/>
                </a:lnTo>
                <a:lnTo>
                  <a:pt x="135874" y="427529"/>
                </a:lnTo>
                <a:lnTo>
                  <a:pt x="98077" y="407021"/>
                </a:lnTo>
                <a:lnTo>
                  <a:pt x="65150" y="379856"/>
                </a:lnTo>
                <a:lnTo>
                  <a:pt x="37986" y="346930"/>
                </a:lnTo>
                <a:lnTo>
                  <a:pt x="17478" y="309133"/>
                </a:lnTo>
                <a:lnTo>
                  <a:pt x="4518" y="267360"/>
                </a:lnTo>
                <a:lnTo>
                  <a:pt x="0" y="222503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8227568" y="2836291"/>
            <a:ext cx="2057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0" dirty="0">
                <a:latin typeface="Calibri"/>
                <a:cs typeface="Calibri"/>
              </a:rPr>
              <a:t>1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9453371" y="2862072"/>
            <a:ext cx="445134" cy="445134"/>
          </a:xfrm>
          <a:custGeom>
            <a:avLst/>
            <a:gdLst/>
            <a:ahLst/>
            <a:cxnLst/>
            <a:rect l="l" t="t" r="r" b="b"/>
            <a:pathLst>
              <a:path w="445134" h="445135">
                <a:moveTo>
                  <a:pt x="0" y="222503"/>
                </a:moveTo>
                <a:lnTo>
                  <a:pt x="4518" y="177647"/>
                </a:lnTo>
                <a:lnTo>
                  <a:pt x="17478" y="135874"/>
                </a:lnTo>
                <a:lnTo>
                  <a:pt x="37986" y="98077"/>
                </a:lnTo>
                <a:lnTo>
                  <a:pt x="65150" y="65150"/>
                </a:lnTo>
                <a:lnTo>
                  <a:pt x="98077" y="37986"/>
                </a:lnTo>
                <a:lnTo>
                  <a:pt x="135874" y="17478"/>
                </a:lnTo>
                <a:lnTo>
                  <a:pt x="177647" y="4518"/>
                </a:lnTo>
                <a:lnTo>
                  <a:pt x="222503" y="0"/>
                </a:lnTo>
                <a:lnTo>
                  <a:pt x="267360" y="4518"/>
                </a:lnTo>
                <a:lnTo>
                  <a:pt x="309133" y="17478"/>
                </a:lnTo>
                <a:lnTo>
                  <a:pt x="346930" y="37986"/>
                </a:lnTo>
                <a:lnTo>
                  <a:pt x="379856" y="65150"/>
                </a:lnTo>
                <a:lnTo>
                  <a:pt x="407021" y="98077"/>
                </a:lnTo>
                <a:lnTo>
                  <a:pt x="427529" y="135874"/>
                </a:lnTo>
                <a:lnTo>
                  <a:pt x="440489" y="177647"/>
                </a:lnTo>
                <a:lnTo>
                  <a:pt x="445007" y="222503"/>
                </a:lnTo>
                <a:lnTo>
                  <a:pt x="440489" y="267360"/>
                </a:lnTo>
                <a:lnTo>
                  <a:pt x="427529" y="309133"/>
                </a:lnTo>
                <a:lnTo>
                  <a:pt x="407021" y="346930"/>
                </a:lnTo>
                <a:lnTo>
                  <a:pt x="379857" y="379856"/>
                </a:lnTo>
                <a:lnTo>
                  <a:pt x="346930" y="407021"/>
                </a:lnTo>
                <a:lnTo>
                  <a:pt x="309133" y="427529"/>
                </a:lnTo>
                <a:lnTo>
                  <a:pt x="267360" y="440489"/>
                </a:lnTo>
                <a:lnTo>
                  <a:pt x="222503" y="445007"/>
                </a:lnTo>
                <a:lnTo>
                  <a:pt x="177647" y="440489"/>
                </a:lnTo>
                <a:lnTo>
                  <a:pt x="135874" y="427529"/>
                </a:lnTo>
                <a:lnTo>
                  <a:pt x="98077" y="407021"/>
                </a:lnTo>
                <a:lnTo>
                  <a:pt x="65150" y="379856"/>
                </a:lnTo>
                <a:lnTo>
                  <a:pt x="37986" y="346930"/>
                </a:lnTo>
                <a:lnTo>
                  <a:pt x="17478" y="309133"/>
                </a:lnTo>
                <a:lnTo>
                  <a:pt x="4518" y="267360"/>
                </a:lnTo>
                <a:lnTo>
                  <a:pt x="0" y="222503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9599168" y="2836291"/>
            <a:ext cx="2057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0" dirty="0">
                <a:latin typeface="Calibri"/>
                <a:cs typeface="Calibri"/>
              </a:rPr>
              <a:t>2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7699247" y="2474976"/>
            <a:ext cx="1865630" cy="1742439"/>
          </a:xfrm>
          <a:custGeom>
            <a:avLst/>
            <a:gdLst/>
            <a:ahLst/>
            <a:cxnLst/>
            <a:rect l="l" t="t" r="r" b="b"/>
            <a:pathLst>
              <a:path w="1865629" h="1742439">
                <a:moveTo>
                  <a:pt x="1130807" y="0"/>
                </a:moveTo>
                <a:lnTo>
                  <a:pt x="722376" y="434339"/>
                </a:lnTo>
              </a:path>
              <a:path w="1865629" h="1742439">
                <a:moveTo>
                  <a:pt x="1443227" y="0"/>
                </a:moveTo>
                <a:lnTo>
                  <a:pt x="1865376" y="434339"/>
                </a:lnTo>
              </a:path>
              <a:path w="1865629" h="1742439">
                <a:moveTo>
                  <a:pt x="0" y="1506474"/>
                </a:moveTo>
                <a:lnTo>
                  <a:pt x="4518" y="1461795"/>
                </a:lnTo>
                <a:lnTo>
                  <a:pt x="17478" y="1420177"/>
                </a:lnTo>
                <a:lnTo>
                  <a:pt x="37986" y="1382512"/>
                </a:lnTo>
                <a:lnTo>
                  <a:pt x="65150" y="1349692"/>
                </a:lnTo>
                <a:lnTo>
                  <a:pt x="98077" y="1322611"/>
                </a:lnTo>
                <a:lnTo>
                  <a:pt x="135874" y="1302162"/>
                </a:lnTo>
                <a:lnTo>
                  <a:pt x="177647" y="1289238"/>
                </a:lnTo>
                <a:lnTo>
                  <a:pt x="222503" y="1284732"/>
                </a:lnTo>
                <a:lnTo>
                  <a:pt x="267360" y="1289238"/>
                </a:lnTo>
                <a:lnTo>
                  <a:pt x="309133" y="1302162"/>
                </a:lnTo>
                <a:lnTo>
                  <a:pt x="346930" y="1322611"/>
                </a:lnTo>
                <a:lnTo>
                  <a:pt x="379857" y="1349692"/>
                </a:lnTo>
                <a:lnTo>
                  <a:pt x="407021" y="1382512"/>
                </a:lnTo>
                <a:lnTo>
                  <a:pt x="427529" y="1420177"/>
                </a:lnTo>
                <a:lnTo>
                  <a:pt x="440489" y="1461795"/>
                </a:lnTo>
                <a:lnTo>
                  <a:pt x="445007" y="1506474"/>
                </a:lnTo>
                <a:lnTo>
                  <a:pt x="440489" y="1551152"/>
                </a:lnTo>
                <a:lnTo>
                  <a:pt x="427529" y="1592770"/>
                </a:lnTo>
                <a:lnTo>
                  <a:pt x="407021" y="1630435"/>
                </a:lnTo>
                <a:lnTo>
                  <a:pt x="379857" y="1663255"/>
                </a:lnTo>
                <a:lnTo>
                  <a:pt x="346930" y="1690336"/>
                </a:lnTo>
                <a:lnTo>
                  <a:pt x="309133" y="1710785"/>
                </a:lnTo>
                <a:lnTo>
                  <a:pt x="267360" y="1723709"/>
                </a:lnTo>
                <a:lnTo>
                  <a:pt x="222503" y="1728216"/>
                </a:lnTo>
                <a:lnTo>
                  <a:pt x="177647" y="1723709"/>
                </a:lnTo>
                <a:lnTo>
                  <a:pt x="135874" y="1710785"/>
                </a:lnTo>
                <a:lnTo>
                  <a:pt x="98077" y="1690336"/>
                </a:lnTo>
                <a:lnTo>
                  <a:pt x="65150" y="1663255"/>
                </a:lnTo>
                <a:lnTo>
                  <a:pt x="37986" y="1630435"/>
                </a:lnTo>
                <a:lnTo>
                  <a:pt x="17478" y="1592770"/>
                </a:lnTo>
                <a:lnTo>
                  <a:pt x="4518" y="1551152"/>
                </a:lnTo>
                <a:lnTo>
                  <a:pt x="0" y="1506474"/>
                </a:lnTo>
                <a:close/>
              </a:path>
              <a:path w="1865629" h="1742439">
                <a:moveTo>
                  <a:pt x="760476" y="1519428"/>
                </a:moveTo>
                <a:lnTo>
                  <a:pt x="764994" y="1474571"/>
                </a:lnTo>
                <a:lnTo>
                  <a:pt x="777954" y="1432798"/>
                </a:lnTo>
                <a:lnTo>
                  <a:pt x="798462" y="1395001"/>
                </a:lnTo>
                <a:lnTo>
                  <a:pt x="825626" y="1362075"/>
                </a:lnTo>
                <a:lnTo>
                  <a:pt x="858553" y="1334910"/>
                </a:lnTo>
                <a:lnTo>
                  <a:pt x="896350" y="1314402"/>
                </a:lnTo>
                <a:lnTo>
                  <a:pt x="938123" y="1301442"/>
                </a:lnTo>
                <a:lnTo>
                  <a:pt x="982979" y="1296924"/>
                </a:lnTo>
                <a:lnTo>
                  <a:pt x="1027836" y="1301442"/>
                </a:lnTo>
                <a:lnTo>
                  <a:pt x="1069609" y="1314402"/>
                </a:lnTo>
                <a:lnTo>
                  <a:pt x="1107406" y="1334910"/>
                </a:lnTo>
                <a:lnTo>
                  <a:pt x="1140333" y="1362075"/>
                </a:lnTo>
                <a:lnTo>
                  <a:pt x="1167497" y="1395001"/>
                </a:lnTo>
                <a:lnTo>
                  <a:pt x="1188005" y="1432798"/>
                </a:lnTo>
                <a:lnTo>
                  <a:pt x="1200965" y="1474571"/>
                </a:lnTo>
                <a:lnTo>
                  <a:pt x="1205483" y="1519428"/>
                </a:lnTo>
                <a:lnTo>
                  <a:pt x="1200965" y="1564284"/>
                </a:lnTo>
                <a:lnTo>
                  <a:pt x="1188005" y="1606057"/>
                </a:lnTo>
                <a:lnTo>
                  <a:pt x="1167497" y="1643854"/>
                </a:lnTo>
                <a:lnTo>
                  <a:pt x="1140333" y="1676781"/>
                </a:lnTo>
                <a:lnTo>
                  <a:pt x="1107406" y="1703945"/>
                </a:lnTo>
                <a:lnTo>
                  <a:pt x="1069609" y="1724453"/>
                </a:lnTo>
                <a:lnTo>
                  <a:pt x="1027836" y="1737413"/>
                </a:lnTo>
                <a:lnTo>
                  <a:pt x="982979" y="1741932"/>
                </a:lnTo>
                <a:lnTo>
                  <a:pt x="938123" y="1737413"/>
                </a:lnTo>
                <a:lnTo>
                  <a:pt x="896350" y="1724453"/>
                </a:lnTo>
                <a:lnTo>
                  <a:pt x="858553" y="1703945"/>
                </a:lnTo>
                <a:lnTo>
                  <a:pt x="825626" y="1676781"/>
                </a:lnTo>
                <a:lnTo>
                  <a:pt x="798462" y="1643854"/>
                </a:lnTo>
                <a:lnTo>
                  <a:pt x="777954" y="1606057"/>
                </a:lnTo>
                <a:lnTo>
                  <a:pt x="764994" y="1564284"/>
                </a:lnTo>
                <a:lnTo>
                  <a:pt x="760476" y="1519428"/>
                </a:lnTo>
                <a:close/>
              </a:path>
              <a:path w="1865629" h="1742439">
                <a:moveTo>
                  <a:pt x="490727" y="829056"/>
                </a:moveTo>
                <a:lnTo>
                  <a:pt x="227075" y="1289304"/>
                </a:lnTo>
              </a:path>
              <a:path w="1865629" h="1742439">
                <a:moveTo>
                  <a:pt x="678179" y="842772"/>
                </a:moveTo>
                <a:lnTo>
                  <a:pt x="976883" y="1301496"/>
                </a:lnTo>
              </a:path>
              <a:path w="1865629" h="1742439">
                <a:moveTo>
                  <a:pt x="1405127" y="1507998"/>
                </a:moveTo>
                <a:lnTo>
                  <a:pt x="1409646" y="1463319"/>
                </a:lnTo>
                <a:lnTo>
                  <a:pt x="1422606" y="1421701"/>
                </a:lnTo>
                <a:lnTo>
                  <a:pt x="1443114" y="1384036"/>
                </a:lnTo>
                <a:lnTo>
                  <a:pt x="1470278" y="1351216"/>
                </a:lnTo>
                <a:lnTo>
                  <a:pt x="1503205" y="1324135"/>
                </a:lnTo>
                <a:lnTo>
                  <a:pt x="1541002" y="1303686"/>
                </a:lnTo>
                <a:lnTo>
                  <a:pt x="1582775" y="1290762"/>
                </a:lnTo>
                <a:lnTo>
                  <a:pt x="1627631" y="1286256"/>
                </a:lnTo>
                <a:lnTo>
                  <a:pt x="1672488" y="1290762"/>
                </a:lnTo>
                <a:lnTo>
                  <a:pt x="1714261" y="1303686"/>
                </a:lnTo>
                <a:lnTo>
                  <a:pt x="1752058" y="1324135"/>
                </a:lnTo>
                <a:lnTo>
                  <a:pt x="1784985" y="1351216"/>
                </a:lnTo>
                <a:lnTo>
                  <a:pt x="1812149" y="1384036"/>
                </a:lnTo>
                <a:lnTo>
                  <a:pt x="1832657" y="1421701"/>
                </a:lnTo>
                <a:lnTo>
                  <a:pt x="1845617" y="1463319"/>
                </a:lnTo>
                <a:lnTo>
                  <a:pt x="1850135" y="1507998"/>
                </a:lnTo>
                <a:lnTo>
                  <a:pt x="1845617" y="1552676"/>
                </a:lnTo>
                <a:lnTo>
                  <a:pt x="1832657" y="1594294"/>
                </a:lnTo>
                <a:lnTo>
                  <a:pt x="1812149" y="1631959"/>
                </a:lnTo>
                <a:lnTo>
                  <a:pt x="1784985" y="1664779"/>
                </a:lnTo>
                <a:lnTo>
                  <a:pt x="1752058" y="1691860"/>
                </a:lnTo>
                <a:lnTo>
                  <a:pt x="1714261" y="1712309"/>
                </a:lnTo>
                <a:lnTo>
                  <a:pt x="1672488" y="1725233"/>
                </a:lnTo>
                <a:lnTo>
                  <a:pt x="1627631" y="1729740"/>
                </a:lnTo>
                <a:lnTo>
                  <a:pt x="1582775" y="1725233"/>
                </a:lnTo>
                <a:lnTo>
                  <a:pt x="1541002" y="1712309"/>
                </a:lnTo>
                <a:lnTo>
                  <a:pt x="1503205" y="1691860"/>
                </a:lnTo>
                <a:lnTo>
                  <a:pt x="1470278" y="1664779"/>
                </a:lnTo>
                <a:lnTo>
                  <a:pt x="1443114" y="1631959"/>
                </a:lnTo>
                <a:lnTo>
                  <a:pt x="1422606" y="1594294"/>
                </a:lnTo>
                <a:lnTo>
                  <a:pt x="1409646" y="1552676"/>
                </a:lnTo>
                <a:lnTo>
                  <a:pt x="1405127" y="1507998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8605266" y="3745813"/>
            <a:ext cx="85026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57225" algn="l"/>
              </a:tabLst>
            </a:pPr>
            <a:r>
              <a:rPr sz="2800" spc="-50" dirty="0">
                <a:latin typeface="Calibri"/>
                <a:cs typeface="Calibri"/>
              </a:rPr>
              <a:t>4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4200" spc="-75" baseline="1984" dirty="0">
                <a:latin typeface="Calibri"/>
                <a:cs typeface="Calibri"/>
              </a:rPr>
              <a:t>5</a:t>
            </a:r>
            <a:endParaRPr sz="4200" baseline="1984">
              <a:latin typeface="Calibri"/>
              <a:cs typeface="Calibri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9849611" y="3759708"/>
            <a:ext cx="443865" cy="443865"/>
          </a:xfrm>
          <a:custGeom>
            <a:avLst/>
            <a:gdLst/>
            <a:ahLst/>
            <a:cxnLst/>
            <a:rect l="l" t="t" r="r" b="b"/>
            <a:pathLst>
              <a:path w="443865" h="443864">
                <a:moveTo>
                  <a:pt x="0" y="221742"/>
                </a:moveTo>
                <a:lnTo>
                  <a:pt x="4506" y="177063"/>
                </a:lnTo>
                <a:lnTo>
                  <a:pt x="17430" y="135445"/>
                </a:lnTo>
                <a:lnTo>
                  <a:pt x="37879" y="97780"/>
                </a:lnTo>
                <a:lnTo>
                  <a:pt x="64960" y="64960"/>
                </a:lnTo>
                <a:lnTo>
                  <a:pt x="97780" y="37879"/>
                </a:lnTo>
                <a:lnTo>
                  <a:pt x="135445" y="17430"/>
                </a:lnTo>
                <a:lnTo>
                  <a:pt x="177063" y="4506"/>
                </a:lnTo>
                <a:lnTo>
                  <a:pt x="221742" y="0"/>
                </a:lnTo>
                <a:lnTo>
                  <a:pt x="266420" y="4506"/>
                </a:lnTo>
                <a:lnTo>
                  <a:pt x="308038" y="17430"/>
                </a:lnTo>
                <a:lnTo>
                  <a:pt x="345703" y="37879"/>
                </a:lnTo>
                <a:lnTo>
                  <a:pt x="378523" y="64960"/>
                </a:lnTo>
                <a:lnTo>
                  <a:pt x="405604" y="97780"/>
                </a:lnTo>
                <a:lnTo>
                  <a:pt x="426053" y="135445"/>
                </a:lnTo>
                <a:lnTo>
                  <a:pt x="438977" y="177063"/>
                </a:lnTo>
                <a:lnTo>
                  <a:pt x="443484" y="221742"/>
                </a:lnTo>
                <a:lnTo>
                  <a:pt x="438977" y="266420"/>
                </a:lnTo>
                <a:lnTo>
                  <a:pt x="426053" y="308038"/>
                </a:lnTo>
                <a:lnTo>
                  <a:pt x="405604" y="345703"/>
                </a:lnTo>
                <a:lnTo>
                  <a:pt x="378523" y="378523"/>
                </a:lnTo>
                <a:lnTo>
                  <a:pt x="345703" y="405604"/>
                </a:lnTo>
                <a:lnTo>
                  <a:pt x="308038" y="426053"/>
                </a:lnTo>
                <a:lnTo>
                  <a:pt x="266420" y="438977"/>
                </a:lnTo>
                <a:lnTo>
                  <a:pt x="221742" y="443484"/>
                </a:lnTo>
                <a:lnTo>
                  <a:pt x="177063" y="438977"/>
                </a:lnTo>
                <a:lnTo>
                  <a:pt x="135445" y="426053"/>
                </a:lnTo>
                <a:lnTo>
                  <a:pt x="97780" y="405604"/>
                </a:lnTo>
                <a:lnTo>
                  <a:pt x="64960" y="378523"/>
                </a:lnTo>
                <a:lnTo>
                  <a:pt x="37879" y="345703"/>
                </a:lnTo>
                <a:lnTo>
                  <a:pt x="17430" y="308038"/>
                </a:lnTo>
                <a:lnTo>
                  <a:pt x="4506" y="266420"/>
                </a:lnTo>
                <a:lnTo>
                  <a:pt x="0" y="221742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9994518" y="3733546"/>
            <a:ext cx="2057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0" dirty="0">
                <a:latin typeface="Calibri"/>
                <a:cs typeface="Calibri"/>
              </a:rPr>
              <a:t>6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8048243" y="3287267"/>
            <a:ext cx="2002789" cy="1767839"/>
          </a:xfrm>
          <a:custGeom>
            <a:avLst/>
            <a:gdLst/>
            <a:ahLst/>
            <a:cxnLst/>
            <a:rect l="l" t="t" r="r" b="b"/>
            <a:pathLst>
              <a:path w="2002790" h="1767839">
                <a:moveTo>
                  <a:pt x="1525524" y="0"/>
                </a:moveTo>
                <a:lnTo>
                  <a:pt x="1252727" y="461772"/>
                </a:lnTo>
              </a:path>
              <a:path w="2002790" h="1767839">
                <a:moveTo>
                  <a:pt x="1729739" y="13716"/>
                </a:moveTo>
                <a:lnTo>
                  <a:pt x="2002535" y="461772"/>
                </a:lnTo>
              </a:path>
              <a:path w="2002790" h="1767839">
                <a:moveTo>
                  <a:pt x="0" y="1545336"/>
                </a:moveTo>
                <a:lnTo>
                  <a:pt x="4518" y="1500479"/>
                </a:lnTo>
                <a:lnTo>
                  <a:pt x="17478" y="1458706"/>
                </a:lnTo>
                <a:lnTo>
                  <a:pt x="37986" y="1420909"/>
                </a:lnTo>
                <a:lnTo>
                  <a:pt x="65150" y="1387983"/>
                </a:lnTo>
                <a:lnTo>
                  <a:pt x="98077" y="1360818"/>
                </a:lnTo>
                <a:lnTo>
                  <a:pt x="135874" y="1340310"/>
                </a:lnTo>
                <a:lnTo>
                  <a:pt x="177647" y="1327350"/>
                </a:lnTo>
                <a:lnTo>
                  <a:pt x="222503" y="1322832"/>
                </a:lnTo>
                <a:lnTo>
                  <a:pt x="267360" y="1327350"/>
                </a:lnTo>
                <a:lnTo>
                  <a:pt x="309133" y="1340310"/>
                </a:lnTo>
                <a:lnTo>
                  <a:pt x="346930" y="1360818"/>
                </a:lnTo>
                <a:lnTo>
                  <a:pt x="379856" y="1387983"/>
                </a:lnTo>
                <a:lnTo>
                  <a:pt x="407021" y="1420909"/>
                </a:lnTo>
                <a:lnTo>
                  <a:pt x="427529" y="1458706"/>
                </a:lnTo>
                <a:lnTo>
                  <a:pt x="440489" y="1500479"/>
                </a:lnTo>
                <a:lnTo>
                  <a:pt x="445007" y="1545336"/>
                </a:lnTo>
                <a:lnTo>
                  <a:pt x="440489" y="1590192"/>
                </a:lnTo>
                <a:lnTo>
                  <a:pt x="427529" y="1631965"/>
                </a:lnTo>
                <a:lnTo>
                  <a:pt x="407021" y="1669762"/>
                </a:lnTo>
                <a:lnTo>
                  <a:pt x="379857" y="1702689"/>
                </a:lnTo>
                <a:lnTo>
                  <a:pt x="346930" y="1729853"/>
                </a:lnTo>
                <a:lnTo>
                  <a:pt x="309133" y="1750361"/>
                </a:lnTo>
                <a:lnTo>
                  <a:pt x="267360" y="1763321"/>
                </a:lnTo>
                <a:lnTo>
                  <a:pt x="222503" y="1767840"/>
                </a:lnTo>
                <a:lnTo>
                  <a:pt x="177647" y="1763321"/>
                </a:lnTo>
                <a:lnTo>
                  <a:pt x="135874" y="1750361"/>
                </a:lnTo>
                <a:lnTo>
                  <a:pt x="98077" y="1729853"/>
                </a:lnTo>
                <a:lnTo>
                  <a:pt x="65150" y="1702689"/>
                </a:lnTo>
                <a:lnTo>
                  <a:pt x="37986" y="1669762"/>
                </a:lnTo>
                <a:lnTo>
                  <a:pt x="17478" y="1631965"/>
                </a:lnTo>
                <a:lnTo>
                  <a:pt x="4518" y="1590192"/>
                </a:lnTo>
                <a:lnTo>
                  <a:pt x="0" y="1545336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8194040" y="4584572"/>
            <a:ext cx="2057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0" dirty="0">
                <a:latin typeface="Calibri"/>
                <a:cs typeface="Calibri"/>
              </a:rPr>
              <a:t>7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5635497" y="4140517"/>
            <a:ext cx="2658745" cy="713740"/>
            <a:chOff x="5635497" y="4140517"/>
            <a:chExt cx="2658745" cy="713740"/>
          </a:xfrm>
        </p:grpSpPr>
        <p:sp>
          <p:nvSpPr>
            <p:cNvPr id="28" name="object 28"/>
            <p:cNvSpPr/>
            <p:nvPr/>
          </p:nvSpPr>
          <p:spPr>
            <a:xfrm>
              <a:off x="5641847" y="4207763"/>
              <a:ext cx="2646045" cy="393700"/>
            </a:xfrm>
            <a:custGeom>
              <a:avLst/>
              <a:gdLst/>
              <a:ahLst/>
              <a:cxnLst/>
              <a:rect l="l" t="t" r="r" b="b"/>
              <a:pathLst>
                <a:path w="2646045" h="393700">
                  <a:moveTo>
                    <a:pt x="2270759" y="0"/>
                  </a:moveTo>
                  <a:lnTo>
                    <a:pt x="2645663" y="393192"/>
                  </a:lnTo>
                </a:path>
                <a:path w="2646045" h="393700">
                  <a:moveTo>
                    <a:pt x="0" y="371856"/>
                  </a:moveTo>
                  <a:lnTo>
                    <a:pt x="373379" y="15240"/>
                  </a:lnTo>
                </a:path>
                <a:path w="2646045" h="393700">
                  <a:moveTo>
                    <a:pt x="16763" y="371856"/>
                  </a:moveTo>
                  <a:lnTo>
                    <a:pt x="1021079" y="1524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827775" y="4145279"/>
              <a:ext cx="1464945" cy="704215"/>
            </a:xfrm>
            <a:custGeom>
              <a:avLst/>
              <a:gdLst/>
              <a:ahLst/>
              <a:cxnLst/>
              <a:rect l="l" t="t" r="r" b="b"/>
              <a:pathLst>
                <a:path w="1464945" h="704214">
                  <a:moveTo>
                    <a:pt x="0" y="704088"/>
                  </a:moveTo>
                  <a:lnTo>
                    <a:pt x="1464564" y="0"/>
                  </a:lnTo>
                </a:path>
              </a:pathLst>
            </a:custGeom>
            <a:ln w="9525">
              <a:solidFill>
                <a:srgbClr val="CC33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6296025" y="3733241"/>
            <a:ext cx="1754505" cy="1513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21310">
              <a:lnSpc>
                <a:spcPct val="100000"/>
              </a:lnSpc>
              <a:spcBef>
                <a:spcPts val="95"/>
              </a:spcBef>
              <a:tabLst>
                <a:tab pos="1065530" algn="l"/>
                <a:tab pos="1560830" algn="l"/>
              </a:tabLst>
            </a:pPr>
            <a:r>
              <a:rPr sz="2800" spc="-50" dirty="0">
                <a:latin typeface="Calibri"/>
                <a:cs typeface="Calibri"/>
              </a:rPr>
              <a:t>5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50" dirty="0">
                <a:latin typeface="Calibri"/>
                <a:cs typeface="Calibri"/>
              </a:rPr>
              <a:t>6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50" dirty="0">
                <a:latin typeface="Calibri"/>
                <a:cs typeface="Calibri"/>
              </a:rPr>
              <a:t>3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20"/>
              </a:spcBef>
            </a:pP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nontree</a:t>
            </a:r>
            <a:r>
              <a:rPr sz="1800" spc="-9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edge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latin typeface="Calibri"/>
                <a:cs typeface="Calibri"/>
              </a:rPr>
              <a:t>cycle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307584" y="5250586"/>
            <a:ext cx="19748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solidFill>
                  <a:srgbClr val="44536A"/>
                </a:solidFill>
                <a:latin typeface="Calibri"/>
                <a:cs typeface="Calibri"/>
              </a:rPr>
              <a:t>DFS</a:t>
            </a:r>
            <a:r>
              <a:rPr sz="2800" spc="-85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44536A"/>
                </a:solidFill>
                <a:latin typeface="Calibri"/>
                <a:cs typeface="Calibri"/>
              </a:rPr>
              <a:t>Spanning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003540" y="5287162"/>
            <a:ext cx="1948814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solidFill>
                  <a:srgbClr val="44536A"/>
                </a:solidFill>
                <a:latin typeface="Calibri"/>
                <a:cs typeface="Calibri"/>
              </a:rPr>
              <a:t>BFS</a:t>
            </a:r>
            <a:r>
              <a:rPr sz="2800" spc="-90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44536A"/>
                </a:solidFill>
                <a:latin typeface="Calibri"/>
                <a:cs typeface="Calibri"/>
              </a:rPr>
              <a:t>Spanning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3470147" y="2058923"/>
            <a:ext cx="445134" cy="445134"/>
          </a:xfrm>
          <a:custGeom>
            <a:avLst/>
            <a:gdLst/>
            <a:ahLst/>
            <a:cxnLst/>
            <a:rect l="l" t="t" r="r" b="b"/>
            <a:pathLst>
              <a:path w="445135" h="445135">
                <a:moveTo>
                  <a:pt x="0" y="222503"/>
                </a:moveTo>
                <a:lnTo>
                  <a:pt x="4518" y="177647"/>
                </a:lnTo>
                <a:lnTo>
                  <a:pt x="17478" y="135874"/>
                </a:lnTo>
                <a:lnTo>
                  <a:pt x="37986" y="98077"/>
                </a:lnTo>
                <a:lnTo>
                  <a:pt x="65150" y="65150"/>
                </a:lnTo>
                <a:lnTo>
                  <a:pt x="98077" y="37986"/>
                </a:lnTo>
                <a:lnTo>
                  <a:pt x="135874" y="17478"/>
                </a:lnTo>
                <a:lnTo>
                  <a:pt x="177647" y="4518"/>
                </a:lnTo>
                <a:lnTo>
                  <a:pt x="222503" y="0"/>
                </a:lnTo>
                <a:lnTo>
                  <a:pt x="267360" y="4518"/>
                </a:lnTo>
                <a:lnTo>
                  <a:pt x="309133" y="17478"/>
                </a:lnTo>
                <a:lnTo>
                  <a:pt x="346930" y="37986"/>
                </a:lnTo>
                <a:lnTo>
                  <a:pt x="379856" y="65150"/>
                </a:lnTo>
                <a:lnTo>
                  <a:pt x="407021" y="98077"/>
                </a:lnTo>
                <a:lnTo>
                  <a:pt x="427529" y="135874"/>
                </a:lnTo>
                <a:lnTo>
                  <a:pt x="440489" y="177647"/>
                </a:lnTo>
                <a:lnTo>
                  <a:pt x="445007" y="222503"/>
                </a:lnTo>
                <a:lnTo>
                  <a:pt x="440489" y="267360"/>
                </a:lnTo>
                <a:lnTo>
                  <a:pt x="427529" y="309133"/>
                </a:lnTo>
                <a:lnTo>
                  <a:pt x="407021" y="346930"/>
                </a:lnTo>
                <a:lnTo>
                  <a:pt x="379856" y="379857"/>
                </a:lnTo>
                <a:lnTo>
                  <a:pt x="346930" y="407021"/>
                </a:lnTo>
                <a:lnTo>
                  <a:pt x="309133" y="427529"/>
                </a:lnTo>
                <a:lnTo>
                  <a:pt x="267360" y="440489"/>
                </a:lnTo>
                <a:lnTo>
                  <a:pt x="222503" y="445008"/>
                </a:lnTo>
                <a:lnTo>
                  <a:pt x="177647" y="440489"/>
                </a:lnTo>
                <a:lnTo>
                  <a:pt x="135874" y="427529"/>
                </a:lnTo>
                <a:lnTo>
                  <a:pt x="98077" y="407021"/>
                </a:lnTo>
                <a:lnTo>
                  <a:pt x="65150" y="379857"/>
                </a:lnTo>
                <a:lnTo>
                  <a:pt x="37986" y="346930"/>
                </a:lnTo>
                <a:lnTo>
                  <a:pt x="17478" y="309133"/>
                </a:lnTo>
                <a:lnTo>
                  <a:pt x="4518" y="267360"/>
                </a:lnTo>
                <a:lnTo>
                  <a:pt x="0" y="222503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3615309" y="2032761"/>
            <a:ext cx="2057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0" dirty="0">
                <a:latin typeface="Calibri"/>
                <a:cs typeface="Calibri"/>
              </a:rPr>
              <a:t>0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2784348" y="2820923"/>
            <a:ext cx="445134" cy="445134"/>
          </a:xfrm>
          <a:custGeom>
            <a:avLst/>
            <a:gdLst/>
            <a:ahLst/>
            <a:cxnLst/>
            <a:rect l="l" t="t" r="r" b="b"/>
            <a:pathLst>
              <a:path w="445135" h="445135">
                <a:moveTo>
                  <a:pt x="0" y="222503"/>
                </a:moveTo>
                <a:lnTo>
                  <a:pt x="4518" y="177647"/>
                </a:lnTo>
                <a:lnTo>
                  <a:pt x="17478" y="135874"/>
                </a:lnTo>
                <a:lnTo>
                  <a:pt x="37986" y="98077"/>
                </a:lnTo>
                <a:lnTo>
                  <a:pt x="65150" y="65150"/>
                </a:lnTo>
                <a:lnTo>
                  <a:pt x="98077" y="37986"/>
                </a:lnTo>
                <a:lnTo>
                  <a:pt x="135874" y="17478"/>
                </a:lnTo>
                <a:lnTo>
                  <a:pt x="177647" y="4518"/>
                </a:lnTo>
                <a:lnTo>
                  <a:pt x="222503" y="0"/>
                </a:lnTo>
                <a:lnTo>
                  <a:pt x="267360" y="4518"/>
                </a:lnTo>
                <a:lnTo>
                  <a:pt x="309133" y="17478"/>
                </a:lnTo>
                <a:lnTo>
                  <a:pt x="346930" y="37986"/>
                </a:lnTo>
                <a:lnTo>
                  <a:pt x="379856" y="65150"/>
                </a:lnTo>
                <a:lnTo>
                  <a:pt x="407021" y="98077"/>
                </a:lnTo>
                <a:lnTo>
                  <a:pt x="427529" y="135874"/>
                </a:lnTo>
                <a:lnTo>
                  <a:pt x="440489" y="177647"/>
                </a:lnTo>
                <a:lnTo>
                  <a:pt x="445007" y="222503"/>
                </a:lnTo>
                <a:lnTo>
                  <a:pt x="440489" y="267360"/>
                </a:lnTo>
                <a:lnTo>
                  <a:pt x="427529" y="309133"/>
                </a:lnTo>
                <a:lnTo>
                  <a:pt x="407021" y="346930"/>
                </a:lnTo>
                <a:lnTo>
                  <a:pt x="379856" y="379857"/>
                </a:lnTo>
                <a:lnTo>
                  <a:pt x="346930" y="407021"/>
                </a:lnTo>
                <a:lnTo>
                  <a:pt x="309133" y="427529"/>
                </a:lnTo>
                <a:lnTo>
                  <a:pt x="267360" y="440489"/>
                </a:lnTo>
                <a:lnTo>
                  <a:pt x="222503" y="445008"/>
                </a:lnTo>
                <a:lnTo>
                  <a:pt x="177647" y="440489"/>
                </a:lnTo>
                <a:lnTo>
                  <a:pt x="135874" y="427529"/>
                </a:lnTo>
                <a:lnTo>
                  <a:pt x="98077" y="407021"/>
                </a:lnTo>
                <a:lnTo>
                  <a:pt x="65150" y="379857"/>
                </a:lnTo>
                <a:lnTo>
                  <a:pt x="37986" y="346930"/>
                </a:lnTo>
                <a:lnTo>
                  <a:pt x="17478" y="309133"/>
                </a:lnTo>
                <a:lnTo>
                  <a:pt x="4518" y="267360"/>
                </a:lnTo>
                <a:lnTo>
                  <a:pt x="0" y="222503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2929254" y="2795142"/>
            <a:ext cx="2057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0" dirty="0">
                <a:latin typeface="Calibri"/>
                <a:cs typeface="Calibri"/>
              </a:rPr>
              <a:t>1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4155947" y="2820923"/>
            <a:ext cx="445134" cy="445134"/>
          </a:xfrm>
          <a:custGeom>
            <a:avLst/>
            <a:gdLst/>
            <a:ahLst/>
            <a:cxnLst/>
            <a:rect l="l" t="t" r="r" b="b"/>
            <a:pathLst>
              <a:path w="445135" h="445135">
                <a:moveTo>
                  <a:pt x="0" y="222503"/>
                </a:moveTo>
                <a:lnTo>
                  <a:pt x="4518" y="177647"/>
                </a:lnTo>
                <a:lnTo>
                  <a:pt x="17478" y="135874"/>
                </a:lnTo>
                <a:lnTo>
                  <a:pt x="37986" y="98077"/>
                </a:lnTo>
                <a:lnTo>
                  <a:pt x="65150" y="65150"/>
                </a:lnTo>
                <a:lnTo>
                  <a:pt x="98077" y="37986"/>
                </a:lnTo>
                <a:lnTo>
                  <a:pt x="135874" y="17478"/>
                </a:lnTo>
                <a:lnTo>
                  <a:pt x="177647" y="4518"/>
                </a:lnTo>
                <a:lnTo>
                  <a:pt x="222503" y="0"/>
                </a:lnTo>
                <a:lnTo>
                  <a:pt x="267360" y="4518"/>
                </a:lnTo>
                <a:lnTo>
                  <a:pt x="309133" y="17478"/>
                </a:lnTo>
                <a:lnTo>
                  <a:pt x="346930" y="37986"/>
                </a:lnTo>
                <a:lnTo>
                  <a:pt x="379856" y="65150"/>
                </a:lnTo>
                <a:lnTo>
                  <a:pt x="407021" y="98077"/>
                </a:lnTo>
                <a:lnTo>
                  <a:pt x="427529" y="135874"/>
                </a:lnTo>
                <a:lnTo>
                  <a:pt x="440489" y="177647"/>
                </a:lnTo>
                <a:lnTo>
                  <a:pt x="445007" y="222503"/>
                </a:lnTo>
                <a:lnTo>
                  <a:pt x="440489" y="267360"/>
                </a:lnTo>
                <a:lnTo>
                  <a:pt x="427529" y="309133"/>
                </a:lnTo>
                <a:lnTo>
                  <a:pt x="407021" y="346930"/>
                </a:lnTo>
                <a:lnTo>
                  <a:pt x="379856" y="379857"/>
                </a:lnTo>
                <a:lnTo>
                  <a:pt x="346930" y="407021"/>
                </a:lnTo>
                <a:lnTo>
                  <a:pt x="309133" y="427529"/>
                </a:lnTo>
                <a:lnTo>
                  <a:pt x="267360" y="440489"/>
                </a:lnTo>
                <a:lnTo>
                  <a:pt x="222503" y="445008"/>
                </a:lnTo>
                <a:lnTo>
                  <a:pt x="177647" y="440489"/>
                </a:lnTo>
                <a:lnTo>
                  <a:pt x="135874" y="427529"/>
                </a:lnTo>
                <a:lnTo>
                  <a:pt x="98077" y="407021"/>
                </a:lnTo>
                <a:lnTo>
                  <a:pt x="65150" y="379857"/>
                </a:lnTo>
                <a:lnTo>
                  <a:pt x="37986" y="346930"/>
                </a:lnTo>
                <a:lnTo>
                  <a:pt x="17478" y="309133"/>
                </a:lnTo>
                <a:lnTo>
                  <a:pt x="4518" y="267360"/>
                </a:lnTo>
                <a:lnTo>
                  <a:pt x="0" y="222503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4301109" y="2795142"/>
            <a:ext cx="2057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0" dirty="0">
                <a:latin typeface="Calibri"/>
                <a:cs typeface="Calibri"/>
              </a:rPr>
              <a:t>2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2401823" y="2433827"/>
            <a:ext cx="1130935" cy="1728470"/>
          </a:xfrm>
          <a:custGeom>
            <a:avLst/>
            <a:gdLst/>
            <a:ahLst/>
            <a:cxnLst/>
            <a:rect l="l" t="t" r="r" b="b"/>
            <a:pathLst>
              <a:path w="1130935" h="1728470">
                <a:moveTo>
                  <a:pt x="1130808" y="0"/>
                </a:moveTo>
                <a:lnTo>
                  <a:pt x="722376" y="434339"/>
                </a:lnTo>
              </a:path>
              <a:path w="1130935" h="1728470">
                <a:moveTo>
                  <a:pt x="0" y="1506474"/>
                </a:moveTo>
                <a:lnTo>
                  <a:pt x="4518" y="1461795"/>
                </a:lnTo>
                <a:lnTo>
                  <a:pt x="17478" y="1420177"/>
                </a:lnTo>
                <a:lnTo>
                  <a:pt x="37986" y="1382512"/>
                </a:lnTo>
                <a:lnTo>
                  <a:pt x="65150" y="1349692"/>
                </a:lnTo>
                <a:lnTo>
                  <a:pt x="98077" y="1322611"/>
                </a:lnTo>
                <a:lnTo>
                  <a:pt x="135874" y="1302162"/>
                </a:lnTo>
                <a:lnTo>
                  <a:pt x="177647" y="1289238"/>
                </a:lnTo>
                <a:lnTo>
                  <a:pt x="222503" y="1284732"/>
                </a:lnTo>
                <a:lnTo>
                  <a:pt x="267360" y="1289238"/>
                </a:lnTo>
                <a:lnTo>
                  <a:pt x="309133" y="1302162"/>
                </a:lnTo>
                <a:lnTo>
                  <a:pt x="346930" y="1322611"/>
                </a:lnTo>
                <a:lnTo>
                  <a:pt x="379856" y="1349692"/>
                </a:lnTo>
                <a:lnTo>
                  <a:pt x="407021" y="1382512"/>
                </a:lnTo>
                <a:lnTo>
                  <a:pt x="427529" y="1420177"/>
                </a:lnTo>
                <a:lnTo>
                  <a:pt x="440489" y="1461795"/>
                </a:lnTo>
                <a:lnTo>
                  <a:pt x="445007" y="1506474"/>
                </a:lnTo>
                <a:lnTo>
                  <a:pt x="440489" y="1551152"/>
                </a:lnTo>
                <a:lnTo>
                  <a:pt x="427529" y="1592770"/>
                </a:lnTo>
                <a:lnTo>
                  <a:pt x="407021" y="1630435"/>
                </a:lnTo>
                <a:lnTo>
                  <a:pt x="379856" y="1663255"/>
                </a:lnTo>
                <a:lnTo>
                  <a:pt x="346930" y="1690336"/>
                </a:lnTo>
                <a:lnTo>
                  <a:pt x="309133" y="1710785"/>
                </a:lnTo>
                <a:lnTo>
                  <a:pt x="267360" y="1723709"/>
                </a:lnTo>
                <a:lnTo>
                  <a:pt x="222503" y="1728216"/>
                </a:lnTo>
                <a:lnTo>
                  <a:pt x="177647" y="1723709"/>
                </a:lnTo>
                <a:lnTo>
                  <a:pt x="135874" y="1710785"/>
                </a:lnTo>
                <a:lnTo>
                  <a:pt x="98077" y="1690336"/>
                </a:lnTo>
                <a:lnTo>
                  <a:pt x="65150" y="1663255"/>
                </a:lnTo>
                <a:lnTo>
                  <a:pt x="37986" y="1630435"/>
                </a:lnTo>
                <a:lnTo>
                  <a:pt x="17478" y="1592770"/>
                </a:lnTo>
                <a:lnTo>
                  <a:pt x="4518" y="1551152"/>
                </a:lnTo>
                <a:lnTo>
                  <a:pt x="0" y="1506474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2546730" y="3692144"/>
            <a:ext cx="2057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0" dirty="0">
                <a:latin typeface="Calibri"/>
                <a:cs typeface="Calibri"/>
              </a:rPr>
              <a:t>3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3162300" y="3730752"/>
            <a:ext cx="445134" cy="445134"/>
          </a:xfrm>
          <a:custGeom>
            <a:avLst/>
            <a:gdLst/>
            <a:ahLst/>
            <a:cxnLst/>
            <a:rect l="l" t="t" r="r" b="b"/>
            <a:pathLst>
              <a:path w="445135" h="445135">
                <a:moveTo>
                  <a:pt x="0" y="222504"/>
                </a:moveTo>
                <a:lnTo>
                  <a:pt x="4518" y="177647"/>
                </a:lnTo>
                <a:lnTo>
                  <a:pt x="17478" y="135874"/>
                </a:lnTo>
                <a:lnTo>
                  <a:pt x="37986" y="98077"/>
                </a:lnTo>
                <a:lnTo>
                  <a:pt x="65150" y="65151"/>
                </a:lnTo>
                <a:lnTo>
                  <a:pt x="98077" y="37986"/>
                </a:lnTo>
                <a:lnTo>
                  <a:pt x="135874" y="17478"/>
                </a:lnTo>
                <a:lnTo>
                  <a:pt x="177647" y="4518"/>
                </a:lnTo>
                <a:lnTo>
                  <a:pt x="222503" y="0"/>
                </a:lnTo>
                <a:lnTo>
                  <a:pt x="267360" y="4518"/>
                </a:lnTo>
                <a:lnTo>
                  <a:pt x="309133" y="17478"/>
                </a:lnTo>
                <a:lnTo>
                  <a:pt x="346930" y="37986"/>
                </a:lnTo>
                <a:lnTo>
                  <a:pt x="379857" y="65150"/>
                </a:lnTo>
                <a:lnTo>
                  <a:pt x="407021" y="98077"/>
                </a:lnTo>
                <a:lnTo>
                  <a:pt x="427529" y="135874"/>
                </a:lnTo>
                <a:lnTo>
                  <a:pt x="440489" y="177647"/>
                </a:lnTo>
                <a:lnTo>
                  <a:pt x="445008" y="222504"/>
                </a:lnTo>
                <a:lnTo>
                  <a:pt x="440489" y="267360"/>
                </a:lnTo>
                <a:lnTo>
                  <a:pt x="427529" y="309133"/>
                </a:lnTo>
                <a:lnTo>
                  <a:pt x="407021" y="346930"/>
                </a:lnTo>
                <a:lnTo>
                  <a:pt x="379857" y="379856"/>
                </a:lnTo>
                <a:lnTo>
                  <a:pt x="346930" y="407021"/>
                </a:lnTo>
                <a:lnTo>
                  <a:pt x="309133" y="427529"/>
                </a:lnTo>
                <a:lnTo>
                  <a:pt x="267360" y="440489"/>
                </a:lnTo>
                <a:lnTo>
                  <a:pt x="222503" y="445008"/>
                </a:lnTo>
                <a:lnTo>
                  <a:pt x="177647" y="440489"/>
                </a:lnTo>
                <a:lnTo>
                  <a:pt x="135874" y="427529"/>
                </a:lnTo>
                <a:lnTo>
                  <a:pt x="98077" y="407021"/>
                </a:lnTo>
                <a:lnTo>
                  <a:pt x="65150" y="379857"/>
                </a:lnTo>
                <a:lnTo>
                  <a:pt x="37986" y="346930"/>
                </a:lnTo>
                <a:lnTo>
                  <a:pt x="17478" y="309133"/>
                </a:lnTo>
                <a:lnTo>
                  <a:pt x="4518" y="267360"/>
                </a:lnTo>
                <a:lnTo>
                  <a:pt x="0" y="222504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3307207" y="3704971"/>
            <a:ext cx="2057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0" dirty="0">
                <a:latin typeface="Calibri"/>
                <a:cs typeface="Calibri"/>
              </a:rPr>
              <a:t>4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2628900" y="3262884"/>
            <a:ext cx="2367280" cy="901065"/>
          </a:xfrm>
          <a:custGeom>
            <a:avLst/>
            <a:gdLst/>
            <a:ahLst/>
            <a:cxnLst/>
            <a:rect l="l" t="t" r="r" b="b"/>
            <a:pathLst>
              <a:path w="2367279" h="901064">
                <a:moveTo>
                  <a:pt x="263651" y="0"/>
                </a:moveTo>
                <a:lnTo>
                  <a:pt x="0" y="460247"/>
                </a:lnTo>
              </a:path>
              <a:path w="2367279" h="901064">
                <a:moveTo>
                  <a:pt x="1178052" y="678941"/>
                </a:moveTo>
                <a:lnTo>
                  <a:pt x="1182570" y="634263"/>
                </a:lnTo>
                <a:lnTo>
                  <a:pt x="1195530" y="592645"/>
                </a:lnTo>
                <a:lnTo>
                  <a:pt x="1216038" y="554980"/>
                </a:lnTo>
                <a:lnTo>
                  <a:pt x="1243202" y="522160"/>
                </a:lnTo>
                <a:lnTo>
                  <a:pt x="1276129" y="495079"/>
                </a:lnTo>
                <a:lnTo>
                  <a:pt x="1313926" y="474630"/>
                </a:lnTo>
                <a:lnTo>
                  <a:pt x="1355699" y="461706"/>
                </a:lnTo>
                <a:lnTo>
                  <a:pt x="1400555" y="457199"/>
                </a:lnTo>
                <a:lnTo>
                  <a:pt x="1445412" y="461706"/>
                </a:lnTo>
                <a:lnTo>
                  <a:pt x="1487185" y="474630"/>
                </a:lnTo>
                <a:lnTo>
                  <a:pt x="1524982" y="495079"/>
                </a:lnTo>
                <a:lnTo>
                  <a:pt x="1557909" y="522160"/>
                </a:lnTo>
                <a:lnTo>
                  <a:pt x="1585073" y="554980"/>
                </a:lnTo>
                <a:lnTo>
                  <a:pt x="1605581" y="592645"/>
                </a:lnTo>
                <a:lnTo>
                  <a:pt x="1618541" y="634263"/>
                </a:lnTo>
                <a:lnTo>
                  <a:pt x="1623060" y="678941"/>
                </a:lnTo>
                <a:lnTo>
                  <a:pt x="1618541" y="723620"/>
                </a:lnTo>
                <a:lnTo>
                  <a:pt x="1605581" y="765238"/>
                </a:lnTo>
                <a:lnTo>
                  <a:pt x="1585073" y="802903"/>
                </a:lnTo>
                <a:lnTo>
                  <a:pt x="1557909" y="835723"/>
                </a:lnTo>
                <a:lnTo>
                  <a:pt x="1524982" y="862804"/>
                </a:lnTo>
                <a:lnTo>
                  <a:pt x="1487185" y="883253"/>
                </a:lnTo>
                <a:lnTo>
                  <a:pt x="1445412" y="896177"/>
                </a:lnTo>
                <a:lnTo>
                  <a:pt x="1400555" y="900683"/>
                </a:lnTo>
                <a:lnTo>
                  <a:pt x="1355699" y="896177"/>
                </a:lnTo>
                <a:lnTo>
                  <a:pt x="1313926" y="883253"/>
                </a:lnTo>
                <a:lnTo>
                  <a:pt x="1276129" y="862804"/>
                </a:lnTo>
                <a:lnTo>
                  <a:pt x="1243202" y="835723"/>
                </a:lnTo>
                <a:lnTo>
                  <a:pt x="1216038" y="802903"/>
                </a:lnTo>
                <a:lnTo>
                  <a:pt x="1195530" y="765238"/>
                </a:lnTo>
                <a:lnTo>
                  <a:pt x="1182570" y="723620"/>
                </a:lnTo>
                <a:lnTo>
                  <a:pt x="1178052" y="678941"/>
                </a:lnTo>
                <a:close/>
              </a:path>
              <a:path w="2367279" h="901064">
                <a:moveTo>
                  <a:pt x="1921764" y="677417"/>
                </a:moveTo>
                <a:lnTo>
                  <a:pt x="1926282" y="632739"/>
                </a:lnTo>
                <a:lnTo>
                  <a:pt x="1939242" y="591121"/>
                </a:lnTo>
                <a:lnTo>
                  <a:pt x="1959750" y="553456"/>
                </a:lnTo>
                <a:lnTo>
                  <a:pt x="1986914" y="520636"/>
                </a:lnTo>
                <a:lnTo>
                  <a:pt x="2019841" y="493555"/>
                </a:lnTo>
                <a:lnTo>
                  <a:pt x="2057638" y="473106"/>
                </a:lnTo>
                <a:lnTo>
                  <a:pt x="2099411" y="460182"/>
                </a:lnTo>
                <a:lnTo>
                  <a:pt x="2144267" y="455675"/>
                </a:lnTo>
                <a:lnTo>
                  <a:pt x="2189124" y="460182"/>
                </a:lnTo>
                <a:lnTo>
                  <a:pt x="2230897" y="473106"/>
                </a:lnTo>
                <a:lnTo>
                  <a:pt x="2268694" y="493555"/>
                </a:lnTo>
                <a:lnTo>
                  <a:pt x="2301621" y="520636"/>
                </a:lnTo>
                <a:lnTo>
                  <a:pt x="2328785" y="553456"/>
                </a:lnTo>
                <a:lnTo>
                  <a:pt x="2349293" y="591121"/>
                </a:lnTo>
                <a:lnTo>
                  <a:pt x="2362253" y="632739"/>
                </a:lnTo>
                <a:lnTo>
                  <a:pt x="2366772" y="677417"/>
                </a:lnTo>
                <a:lnTo>
                  <a:pt x="2362253" y="722096"/>
                </a:lnTo>
                <a:lnTo>
                  <a:pt x="2349293" y="763714"/>
                </a:lnTo>
                <a:lnTo>
                  <a:pt x="2328785" y="801379"/>
                </a:lnTo>
                <a:lnTo>
                  <a:pt x="2301621" y="834199"/>
                </a:lnTo>
                <a:lnTo>
                  <a:pt x="2268694" y="861280"/>
                </a:lnTo>
                <a:lnTo>
                  <a:pt x="2230897" y="881729"/>
                </a:lnTo>
                <a:lnTo>
                  <a:pt x="2189124" y="894653"/>
                </a:lnTo>
                <a:lnTo>
                  <a:pt x="2144267" y="899159"/>
                </a:lnTo>
                <a:lnTo>
                  <a:pt x="2099411" y="894653"/>
                </a:lnTo>
                <a:lnTo>
                  <a:pt x="2057638" y="881729"/>
                </a:lnTo>
                <a:lnTo>
                  <a:pt x="2019841" y="861280"/>
                </a:lnTo>
                <a:lnTo>
                  <a:pt x="1986914" y="834199"/>
                </a:lnTo>
                <a:lnTo>
                  <a:pt x="1959750" y="801379"/>
                </a:lnTo>
                <a:lnTo>
                  <a:pt x="1939242" y="763714"/>
                </a:lnTo>
                <a:lnTo>
                  <a:pt x="1926282" y="722096"/>
                </a:lnTo>
                <a:lnTo>
                  <a:pt x="1921764" y="677417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 txBox="1"/>
          <p:nvPr/>
        </p:nvSpPr>
        <p:spPr>
          <a:xfrm>
            <a:off x="3951859" y="3693363"/>
            <a:ext cx="950594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56920" algn="l"/>
              </a:tabLst>
            </a:pPr>
            <a:r>
              <a:rPr sz="2800" spc="-50" dirty="0">
                <a:latin typeface="Calibri"/>
                <a:cs typeface="Calibri"/>
              </a:rPr>
              <a:t>5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50" dirty="0">
                <a:latin typeface="Calibri"/>
                <a:cs typeface="Calibri"/>
              </a:rPr>
              <a:t>6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2750820" y="3246120"/>
            <a:ext cx="2002789" cy="1767839"/>
          </a:xfrm>
          <a:custGeom>
            <a:avLst/>
            <a:gdLst/>
            <a:ahLst/>
            <a:cxnLst/>
            <a:rect l="l" t="t" r="r" b="b"/>
            <a:pathLst>
              <a:path w="2002789" h="1767839">
                <a:moveTo>
                  <a:pt x="1525524" y="0"/>
                </a:moveTo>
                <a:lnTo>
                  <a:pt x="1252728" y="461771"/>
                </a:lnTo>
              </a:path>
              <a:path w="2002789" h="1767839">
                <a:moveTo>
                  <a:pt x="1729740" y="13715"/>
                </a:moveTo>
                <a:lnTo>
                  <a:pt x="2002535" y="461771"/>
                </a:lnTo>
              </a:path>
              <a:path w="2002789" h="1767839">
                <a:moveTo>
                  <a:pt x="0" y="1545335"/>
                </a:moveTo>
                <a:lnTo>
                  <a:pt x="4518" y="1500479"/>
                </a:lnTo>
                <a:lnTo>
                  <a:pt x="17478" y="1458706"/>
                </a:lnTo>
                <a:lnTo>
                  <a:pt x="37986" y="1420909"/>
                </a:lnTo>
                <a:lnTo>
                  <a:pt x="65150" y="1387983"/>
                </a:lnTo>
                <a:lnTo>
                  <a:pt x="98077" y="1360818"/>
                </a:lnTo>
                <a:lnTo>
                  <a:pt x="135874" y="1340310"/>
                </a:lnTo>
                <a:lnTo>
                  <a:pt x="177647" y="1327350"/>
                </a:lnTo>
                <a:lnTo>
                  <a:pt x="222504" y="1322831"/>
                </a:lnTo>
                <a:lnTo>
                  <a:pt x="267360" y="1327350"/>
                </a:lnTo>
                <a:lnTo>
                  <a:pt x="309133" y="1340310"/>
                </a:lnTo>
                <a:lnTo>
                  <a:pt x="346930" y="1360818"/>
                </a:lnTo>
                <a:lnTo>
                  <a:pt x="379856" y="1387982"/>
                </a:lnTo>
                <a:lnTo>
                  <a:pt x="407021" y="1420909"/>
                </a:lnTo>
                <a:lnTo>
                  <a:pt x="427529" y="1458706"/>
                </a:lnTo>
                <a:lnTo>
                  <a:pt x="440489" y="1500479"/>
                </a:lnTo>
                <a:lnTo>
                  <a:pt x="445007" y="1545335"/>
                </a:lnTo>
                <a:lnTo>
                  <a:pt x="440489" y="1590192"/>
                </a:lnTo>
                <a:lnTo>
                  <a:pt x="427529" y="1631965"/>
                </a:lnTo>
                <a:lnTo>
                  <a:pt x="407021" y="1669762"/>
                </a:lnTo>
                <a:lnTo>
                  <a:pt x="379856" y="1702688"/>
                </a:lnTo>
                <a:lnTo>
                  <a:pt x="346930" y="1729853"/>
                </a:lnTo>
                <a:lnTo>
                  <a:pt x="309133" y="1750361"/>
                </a:lnTo>
                <a:lnTo>
                  <a:pt x="267360" y="1763321"/>
                </a:lnTo>
                <a:lnTo>
                  <a:pt x="222504" y="1767839"/>
                </a:lnTo>
                <a:lnTo>
                  <a:pt x="177647" y="1763321"/>
                </a:lnTo>
                <a:lnTo>
                  <a:pt x="135874" y="1750361"/>
                </a:lnTo>
                <a:lnTo>
                  <a:pt x="98077" y="1729853"/>
                </a:lnTo>
                <a:lnTo>
                  <a:pt x="65151" y="1702689"/>
                </a:lnTo>
                <a:lnTo>
                  <a:pt x="37986" y="1669762"/>
                </a:lnTo>
                <a:lnTo>
                  <a:pt x="17478" y="1631965"/>
                </a:lnTo>
                <a:lnTo>
                  <a:pt x="4518" y="1590192"/>
                </a:lnTo>
                <a:lnTo>
                  <a:pt x="0" y="1545335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 txBox="1"/>
          <p:nvPr/>
        </p:nvSpPr>
        <p:spPr>
          <a:xfrm>
            <a:off x="2895980" y="4542866"/>
            <a:ext cx="2057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0" dirty="0">
                <a:latin typeface="Calibri"/>
                <a:cs typeface="Calibri"/>
              </a:rPr>
              <a:t>7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2608833" y="2464117"/>
            <a:ext cx="1971039" cy="2102485"/>
            <a:chOff x="2608833" y="2464117"/>
            <a:chExt cx="1971039" cy="2102485"/>
          </a:xfrm>
        </p:grpSpPr>
        <p:sp>
          <p:nvSpPr>
            <p:cNvPr id="48" name="object 48"/>
            <p:cNvSpPr/>
            <p:nvPr/>
          </p:nvSpPr>
          <p:spPr>
            <a:xfrm>
              <a:off x="2615183" y="4166615"/>
              <a:ext cx="1394460" cy="393700"/>
            </a:xfrm>
            <a:custGeom>
              <a:avLst/>
              <a:gdLst/>
              <a:ahLst/>
              <a:cxnLst/>
              <a:rect l="l" t="t" r="r" b="b"/>
              <a:pathLst>
                <a:path w="1394460" h="393700">
                  <a:moveTo>
                    <a:pt x="0" y="0"/>
                  </a:moveTo>
                  <a:lnTo>
                    <a:pt x="373380" y="393191"/>
                  </a:lnTo>
                </a:path>
                <a:path w="1394460" h="393700">
                  <a:moveTo>
                    <a:pt x="373380" y="374903"/>
                  </a:moveTo>
                  <a:lnTo>
                    <a:pt x="746760" y="18287"/>
                  </a:lnTo>
                </a:path>
                <a:path w="1394460" h="393700">
                  <a:moveTo>
                    <a:pt x="390144" y="374903"/>
                  </a:moveTo>
                  <a:lnTo>
                    <a:pt x="1394460" y="18287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058667" y="2468879"/>
              <a:ext cx="1516380" cy="2082164"/>
            </a:xfrm>
            <a:custGeom>
              <a:avLst/>
              <a:gdLst/>
              <a:ahLst/>
              <a:cxnLst/>
              <a:rect l="l" t="t" r="r" b="b"/>
              <a:pathLst>
                <a:path w="1516379" h="2082164">
                  <a:moveTo>
                    <a:pt x="794004" y="0"/>
                  </a:moveTo>
                  <a:lnTo>
                    <a:pt x="1181099" y="371856"/>
                  </a:lnTo>
                </a:path>
                <a:path w="1516379" h="2082164">
                  <a:moveTo>
                    <a:pt x="70104" y="775716"/>
                  </a:moveTo>
                  <a:lnTo>
                    <a:pt x="318516" y="1306068"/>
                  </a:lnTo>
                </a:path>
                <a:path w="1516379" h="2082164">
                  <a:moveTo>
                    <a:pt x="0" y="2081784"/>
                  </a:moveTo>
                  <a:lnTo>
                    <a:pt x="1516380" y="1641348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5738876" y="6465214"/>
            <a:ext cx="71374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CHAPTER</a:t>
            </a:r>
            <a:r>
              <a:rPr sz="1200" spc="-4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spc="-50" dirty="0">
                <a:solidFill>
                  <a:srgbClr val="888888"/>
                </a:solidFill>
                <a:latin typeface="Calibri"/>
                <a:cs typeface="Calibri"/>
              </a:rPr>
              <a:t>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1" name="object 5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31</a:t>
            </a:fld>
            <a:endParaRPr spc="-25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5738876" y="6465214"/>
            <a:ext cx="71374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CHAPTER</a:t>
            </a:r>
            <a:r>
              <a:rPr sz="1200" spc="-4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spc="-50" dirty="0">
                <a:solidFill>
                  <a:srgbClr val="888888"/>
                </a:solidFill>
                <a:latin typeface="Calibri"/>
                <a:cs typeface="Calibri"/>
              </a:rPr>
              <a:t>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61717" y="1171702"/>
            <a:ext cx="6734809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800" b="0" i="0" dirty="0">
                <a:solidFill>
                  <a:srgbClr val="000000"/>
                </a:solidFill>
                <a:latin typeface="Calibri"/>
                <a:cs typeface="Calibri"/>
              </a:rPr>
              <a:t>A</a:t>
            </a:r>
            <a:r>
              <a:rPr sz="2800" b="0" i="0" spc="-5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b="0" i="0" dirty="0">
                <a:solidFill>
                  <a:srgbClr val="000000"/>
                </a:solidFill>
                <a:latin typeface="Calibri"/>
                <a:cs typeface="Calibri"/>
              </a:rPr>
              <a:t>spanning</a:t>
            </a:r>
            <a:r>
              <a:rPr sz="2800" b="0" i="0" spc="-2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b="0" i="0" dirty="0">
                <a:solidFill>
                  <a:srgbClr val="000000"/>
                </a:solidFill>
                <a:latin typeface="Calibri"/>
                <a:cs typeface="Calibri"/>
              </a:rPr>
              <a:t>tree</a:t>
            </a:r>
            <a:r>
              <a:rPr sz="2800" b="0" i="0" spc="-5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b="0" i="0" dirty="0">
                <a:solidFill>
                  <a:srgbClr val="000000"/>
                </a:solidFill>
                <a:latin typeface="Calibri"/>
                <a:cs typeface="Calibri"/>
              </a:rPr>
              <a:t>is</a:t>
            </a:r>
            <a:r>
              <a:rPr sz="2800" b="0" i="0" spc="-5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b="0" i="0" dirty="0">
                <a:solidFill>
                  <a:srgbClr val="000000"/>
                </a:solidFill>
                <a:latin typeface="Calibri"/>
                <a:cs typeface="Calibri"/>
              </a:rPr>
              <a:t>a</a:t>
            </a:r>
            <a:r>
              <a:rPr sz="2800" b="0" i="0" spc="-6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b="0" i="0" dirty="0">
                <a:solidFill>
                  <a:srgbClr val="000000"/>
                </a:solidFill>
                <a:latin typeface="Calibri"/>
                <a:cs typeface="Calibri"/>
              </a:rPr>
              <a:t>minimal</a:t>
            </a:r>
            <a:r>
              <a:rPr sz="2800" b="0" i="0" spc="-4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b="0" i="0" dirty="0">
                <a:solidFill>
                  <a:srgbClr val="000000"/>
                </a:solidFill>
                <a:latin typeface="Calibri"/>
                <a:cs typeface="Calibri"/>
              </a:rPr>
              <a:t>subgraph,</a:t>
            </a:r>
            <a:r>
              <a:rPr sz="2800" b="0" i="0" spc="-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b="0" i="0" spc="-70" dirty="0">
                <a:solidFill>
                  <a:srgbClr val="000000"/>
                </a:solidFill>
                <a:latin typeface="Calibri"/>
                <a:cs typeface="Calibri"/>
              </a:rPr>
              <a:t>G’,</a:t>
            </a:r>
            <a:r>
              <a:rPr sz="2800" b="0" i="0" spc="-4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b="0" i="0" dirty="0">
                <a:solidFill>
                  <a:srgbClr val="000000"/>
                </a:solidFill>
                <a:latin typeface="Calibri"/>
                <a:cs typeface="Calibri"/>
              </a:rPr>
              <a:t>of</a:t>
            </a:r>
            <a:r>
              <a:rPr sz="2800" b="0" i="0" spc="-6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b="0" i="0" spc="-50" dirty="0">
                <a:solidFill>
                  <a:srgbClr val="000000"/>
                </a:solidFill>
                <a:latin typeface="Calibri"/>
                <a:cs typeface="Calibri"/>
              </a:rPr>
              <a:t>G </a:t>
            </a:r>
            <a:r>
              <a:rPr sz="2800" b="0" i="0" dirty="0">
                <a:solidFill>
                  <a:srgbClr val="000000"/>
                </a:solidFill>
                <a:latin typeface="Calibri"/>
                <a:cs typeface="Calibri"/>
              </a:rPr>
              <a:t>such</a:t>
            </a:r>
            <a:r>
              <a:rPr sz="2800" b="0" i="0" spc="-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b="0" i="0" dirty="0">
                <a:solidFill>
                  <a:srgbClr val="000000"/>
                </a:solidFill>
                <a:latin typeface="Calibri"/>
                <a:cs typeface="Calibri"/>
              </a:rPr>
              <a:t>that</a:t>
            </a:r>
            <a:r>
              <a:rPr sz="2800" b="0" i="0" spc="-7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b="0" i="0" dirty="0">
                <a:solidFill>
                  <a:srgbClr val="000000"/>
                </a:solidFill>
                <a:latin typeface="Calibri"/>
                <a:cs typeface="Calibri"/>
              </a:rPr>
              <a:t>V(G’)=V(G)</a:t>
            </a:r>
            <a:r>
              <a:rPr sz="2800" b="0" i="0" spc="-5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b="0" i="0" dirty="0">
                <a:solidFill>
                  <a:srgbClr val="000000"/>
                </a:solidFill>
                <a:latin typeface="Calibri"/>
                <a:cs typeface="Calibri"/>
              </a:rPr>
              <a:t>and</a:t>
            </a:r>
            <a:r>
              <a:rPr sz="2800" b="0" i="0" spc="-6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b="0" i="0" dirty="0">
                <a:solidFill>
                  <a:srgbClr val="000000"/>
                </a:solidFill>
                <a:latin typeface="Calibri"/>
                <a:cs typeface="Calibri"/>
              </a:rPr>
              <a:t>G’</a:t>
            </a:r>
            <a:r>
              <a:rPr sz="2800" b="0" i="0" spc="-6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b="0" i="0" dirty="0">
                <a:solidFill>
                  <a:srgbClr val="000000"/>
                </a:solidFill>
                <a:latin typeface="Calibri"/>
                <a:cs typeface="Calibri"/>
              </a:rPr>
              <a:t>is</a:t>
            </a:r>
            <a:r>
              <a:rPr sz="2800" b="0" i="0" spc="-7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b="0" i="0" spc="-10" dirty="0">
                <a:solidFill>
                  <a:srgbClr val="000000"/>
                </a:solidFill>
                <a:latin typeface="Calibri"/>
                <a:cs typeface="Calibri"/>
              </a:rPr>
              <a:t>connected.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061717" y="2452242"/>
            <a:ext cx="6842125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Calibri"/>
                <a:cs typeface="Calibri"/>
              </a:rPr>
              <a:t>Any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connected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graph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with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vertices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must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have </a:t>
            </a:r>
            <a:r>
              <a:rPr sz="2800" dirty="0">
                <a:latin typeface="Calibri"/>
                <a:cs typeface="Calibri"/>
              </a:rPr>
              <a:t>at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least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n-</a:t>
            </a:r>
            <a:r>
              <a:rPr sz="2800" dirty="0">
                <a:latin typeface="Calibri"/>
                <a:cs typeface="Calibri"/>
              </a:rPr>
              <a:t>1 </a:t>
            </a:r>
            <a:r>
              <a:rPr sz="2800" spc="-10" dirty="0">
                <a:latin typeface="Calibri"/>
                <a:cs typeface="Calibri"/>
              </a:rPr>
              <a:t>edges.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26440"/>
            <a:ext cx="7928609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444444"/>
                </a:solidFill>
              </a:rPr>
              <a:t>Applications</a:t>
            </a:r>
            <a:r>
              <a:rPr spc="-30" dirty="0">
                <a:solidFill>
                  <a:srgbClr val="444444"/>
                </a:solidFill>
              </a:rPr>
              <a:t> </a:t>
            </a:r>
            <a:r>
              <a:rPr dirty="0">
                <a:solidFill>
                  <a:srgbClr val="444444"/>
                </a:solidFill>
              </a:rPr>
              <a:t>of</a:t>
            </a:r>
            <a:r>
              <a:rPr spc="-20" dirty="0">
                <a:solidFill>
                  <a:srgbClr val="444444"/>
                </a:solidFill>
              </a:rPr>
              <a:t> </a:t>
            </a:r>
            <a:r>
              <a:rPr dirty="0">
                <a:solidFill>
                  <a:srgbClr val="444444"/>
                </a:solidFill>
              </a:rPr>
              <a:t>the</a:t>
            </a:r>
            <a:r>
              <a:rPr spc="10" dirty="0">
                <a:solidFill>
                  <a:srgbClr val="444444"/>
                </a:solidFill>
              </a:rPr>
              <a:t> </a:t>
            </a:r>
            <a:r>
              <a:rPr dirty="0">
                <a:solidFill>
                  <a:srgbClr val="444444"/>
                </a:solidFill>
              </a:rPr>
              <a:t>Spanning</a:t>
            </a:r>
            <a:r>
              <a:rPr spc="-10" dirty="0">
                <a:solidFill>
                  <a:srgbClr val="444444"/>
                </a:solidFill>
              </a:rPr>
              <a:t> </a:t>
            </a:r>
            <a:r>
              <a:rPr spc="-20" dirty="0">
                <a:solidFill>
                  <a:srgbClr val="444444"/>
                </a:solidFill>
              </a:rPr>
              <a:t>Tree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804161"/>
            <a:ext cx="10285095" cy="224345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0029" marR="346710" indent="-227329">
              <a:lnSpc>
                <a:spcPct val="90000"/>
              </a:lnSpc>
              <a:spcBef>
                <a:spcPts val="43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solidFill>
                  <a:srgbClr val="444444"/>
                </a:solidFill>
                <a:latin typeface="Times New Roman"/>
                <a:cs typeface="Times New Roman"/>
              </a:rPr>
              <a:t>A</a:t>
            </a:r>
            <a:r>
              <a:rPr sz="2800" spc="-17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444444"/>
                </a:solidFill>
                <a:latin typeface="Times New Roman"/>
                <a:cs typeface="Times New Roman"/>
              </a:rPr>
              <a:t>spanning</a:t>
            </a:r>
            <a:r>
              <a:rPr sz="2800" spc="-5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444444"/>
                </a:solidFill>
                <a:latin typeface="Times New Roman"/>
                <a:cs typeface="Times New Roman"/>
              </a:rPr>
              <a:t>tree</a:t>
            </a:r>
            <a:r>
              <a:rPr sz="2800" spc="-3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444444"/>
                </a:solidFill>
                <a:latin typeface="Times New Roman"/>
                <a:cs typeface="Times New Roman"/>
              </a:rPr>
              <a:t>is</a:t>
            </a:r>
            <a:r>
              <a:rPr sz="2800" spc="-3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444444"/>
                </a:solidFill>
                <a:latin typeface="Times New Roman"/>
                <a:cs typeface="Times New Roman"/>
              </a:rPr>
              <a:t>preferred</a:t>
            </a:r>
            <a:r>
              <a:rPr sz="2800" spc="-1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444444"/>
                </a:solidFill>
                <a:latin typeface="Times New Roman"/>
                <a:cs typeface="Times New Roman"/>
              </a:rPr>
              <a:t>to</a:t>
            </a:r>
            <a:r>
              <a:rPr sz="2800" spc="-3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444444"/>
                </a:solidFill>
                <a:latin typeface="Times New Roman"/>
                <a:cs typeface="Times New Roman"/>
              </a:rPr>
              <a:t>discover</a:t>
            </a:r>
            <a:r>
              <a:rPr sz="2800" spc="-3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444444"/>
                </a:solidFill>
                <a:latin typeface="Times New Roman"/>
                <a:cs typeface="Times New Roman"/>
              </a:rPr>
              <a:t>the</a:t>
            </a:r>
            <a:r>
              <a:rPr sz="2800" spc="-3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444444"/>
                </a:solidFill>
                <a:latin typeface="Times New Roman"/>
                <a:cs typeface="Times New Roman"/>
              </a:rPr>
              <a:t>shortest</a:t>
            </a:r>
            <a:r>
              <a:rPr sz="2800" spc="-5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444444"/>
                </a:solidFill>
                <a:latin typeface="Times New Roman"/>
                <a:cs typeface="Times New Roman"/>
              </a:rPr>
              <a:t>path</a:t>
            </a:r>
            <a:r>
              <a:rPr sz="2800" spc="-2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444444"/>
                </a:solidFill>
                <a:latin typeface="Times New Roman"/>
                <a:cs typeface="Times New Roman"/>
              </a:rPr>
              <a:t>to</a:t>
            </a:r>
            <a:r>
              <a:rPr sz="2800" spc="-3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444444"/>
                </a:solidFill>
                <a:latin typeface="Times New Roman"/>
                <a:cs typeface="Times New Roman"/>
              </a:rPr>
              <a:t>link</a:t>
            </a:r>
            <a:r>
              <a:rPr sz="2800" spc="-4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sz="2800" spc="-25" dirty="0">
                <a:solidFill>
                  <a:srgbClr val="444444"/>
                </a:solidFill>
                <a:latin typeface="Times New Roman"/>
                <a:cs typeface="Times New Roman"/>
              </a:rPr>
              <a:t>all 	</a:t>
            </a:r>
            <a:r>
              <a:rPr sz="2800" dirty="0">
                <a:solidFill>
                  <a:srgbClr val="444444"/>
                </a:solidFill>
                <a:latin typeface="Times New Roman"/>
                <a:cs typeface="Times New Roman"/>
              </a:rPr>
              <a:t>nodes</a:t>
            </a:r>
            <a:r>
              <a:rPr sz="2800" spc="-3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444444"/>
                </a:solidFill>
                <a:latin typeface="Times New Roman"/>
                <a:cs typeface="Times New Roman"/>
              </a:rPr>
              <a:t>of</a:t>
            </a:r>
            <a:r>
              <a:rPr sz="2800" spc="-2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444444"/>
                </a:solidFill>
                <a:latin typeface="Times New Roman"/>
                <a:cs typeface="Times New Roman"/>
              </a:rPr>
              <a:t>the</a:t>
            </a:r>
            <a:r>
              <a:rPr sz="2800" spc="-2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444444"/>
                </a:solidFill>
                <a:latin typeface="Times New Roman"/>
                <a:cs typeface="Times New Roman"/>
              </a:rPr>
              <a:t>graph.</a:t>
            </a:r>
            <a:r>
              <a:rPr sz="2800" spc="-2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444444"/>
                </a:solidFill>
                <a:latin typeface="Times New Roman"/>
                <a:cs typeface="Times New Roman"/>
              </a:rPr>
              <a:t>In</a:t>
            </a:r>
            <a:r>
              <a:rPr sz="2800" spc="-1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444444"/>
                </a:solidFill>
                <a:latin typeface="Times New Roman"/>
                <a:cs typeface="Times New Roman"/>
              </a:rPr>
              <a:t>this</a:t>
            </a:r>
            <a:r>
              <a:rPr sz="2800" spc="-3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444444"/>
                </a:solidFill>
                <a:latin typeface="Times New Roman"/>
                <a:cs typeface="Times New Roman"/>
              </a:rPr>
              <a:t>section,</a:t>
            </a:r>
            <a:r>
              <a:rPr sz="2800" spc="-3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444444"/>
                </a:solidFill>
                <a:latin typeface="Times New Roman"/>
                <a:cs typeface="Times New Roman"/>
              </a:rPr>
              <a:t>we</a:t>
            </a:r>
            <a:r>
              <a:rPr sz="2800" spc="-2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444444"/>
                </a:solidFill>
                <a:latin typeface="Times New Roman"/>
                <a:cs typeface="Times New Roman"/>
              </a:rPr>
              <a:t>will</a:t>
            </a:r>
            <a:r>
              <a:rPr sz="2800" spc="-1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444444"/>
                </a:solidFill>
                <a:latin typeface="Times New Roman"/>
                <a:cs typeface="Times New Roman"/>
              </a:rPr>
              <a:t>discuss</a:t>
            </a:r>
            <a:r>
              <a:rPr sz="2800" spc="-3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444444"/>
                </a:solidFill>
                <a:latin typeface="Times New Roman"/>
                <a:cs typeface="Times New Roman"/>
              </a:rPr>
              <a:t>some</a:t>
            </a:r>
            <a:r>
              <a:rPr sz="2800" spc="-2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444444"/>
                </a:solidFill>
                <a:latin typeface="Times New Roman"/>
                <a:cs typeface="Times New Roman"/>
              </a:rPr>
              <a:t>of</a:t>
            </a:r>
            <a:r>
              <a:rPr sz="2800" spc="-2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444444"/>
                </a:solidFill>
                <a:latin typeface="Times New Roman"/>
                <a:cs typeface="Times New Roman"/>
              </a:rPr>
              <a:t>the</a:t>
            </a:r>
            <a:r>
              <a:rPr sz="2800" spc="-2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sz="2800" spc="-20" dirty="0">
                <a:solidFill>
                  <a:srgbClr val="444444"/>
                </a:solidFill>
                <a:latin typeface="Times New Roman"/>
                <a:cs typeface="Times New Roman"/>
              </a:rPr>
              <a:t>most 	</a:t>
            </a:r>
            <a:r>
              <a:rPr sz="2800" dirty="0">
                <a:solidFill>
                  <a:srgbClr val="444444"/>
                </a:solidFill>
                <a:latin typeface="Times New Roman"/>
                <a:cs typeface="Times New Roman"/>
              </a:rPr>
              <a:t>famous</a:t>
            </a:r>
            <a:r>
              <a:rPr sz="2800" spc="-3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444444"/>
                </a:solidFill>
                <a:latin typeface="Times New Roman"/>
                <a:cs typeface="Times New Roman"/>
              </a:rPr>
              <a:t>and</a:t>
            </a:r>
            <a:r>
              <a:rPr sz="2800" spc="-3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444444"/>
                </a:solidFill>
                <a:latin typeface="Times New Roman"/>
                <a:cs typeface="Times New Roman"/>
              </a:rPr>
              <a:t>common</a:t>
            </a:r>
            <a:r>
              <a:rPr sz="2800" spc="-2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444444"/>
                </a:solidFill>
                <a:latin typeface="Times New Roman"/>
                <a:cs typeface="Times New Roman"/>
              </a:rPr>
              <a:t>applications</a:t>
            </a:r>
            <a:r>
              <a:rPr sz="2800" spc="-7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444444"/>
                </a:solidFill>
                <a:latin typeface="Times New Roman"/>
                <a:cs typeface="Times New Roman"/>
              </a:rPr>
              <a:t>of</a:t>
            </a:r>
            <a:r>
              <a:rPr sz="2800" spc="-4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444444"/>
                </a:solidFill>
                <a:latin typeface="Times New Roman"/>
                <a:cs typeface="Times New Roman"/>
              </a:rPr>
              <a:t>the</a:t>
            </a:r>
            <a:r>
              <a:rPr sz="2800" spc="-4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444444"/>
                </a:solidFill>
                <a:latin typeface="Times New Roman"/>
                <a:cs typeface="Times New Roman"/>
              </a:rPr>
              <a:t>spanning</a:t>
            </a:r>
            <a:r>
              <a:rPr sz="2800" spc="-6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444444"/>
                </a:solidFill>
                <a:latin typeface="Times New Roman"/>
                <a:cs typeface="Times New Roman"/>
              </a:rPr>
              <a:t>tree:</a:t>
            </a:r>
            <a:endParaRPr sz="280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solidFill>
                  <a:srgbClr val="444444"/>
                </a:solidFill>
                <a:latin typeface="Times New Roman"/>
                <a:cs typeface="Times New Roman"/>
              </a:rPr>
              <a:t>A</a:t>
            </a:r>
            <a:r>
              <a:rPr sz="2800" spc="-17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444444"/>
                </a:solidFill>
                <a:latin typeface="Times New Roman"/>
                <a:cs typeface="Times New Roman"/>
              </a:rPr>
              <a:t>spanning</a:t>
            </a:r>
            <a:r>
              <a:rPr sz="2800" spc="-5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444444"/>
                </a:solidFill>
                <a:latin typeface="Times New Roman"/>
                <a:cs typeface="Times New Roman"/>
              </a:rPr>
              <a:t>tree</a:t>
            </a:r>
            <a:r>
              <a:rPr sz="2800" spc="-3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444444"/>
                </a:solidFill>
                <a:latin typeface="Times New Roman"/>
                <a:cs typeface="Times New Roman"/>
              </a:rPr>
              <a:t>is</a:t>
            </a:r>
            <a:r>
              <a:rPr sz="2800" spc="-3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444444"/>
                </a:solidFill>
                <a:latin typeface="Times New Roman"/>
                <a:cs typeface="Times New Roman"/>
              </a:rPr>
              <a:t>very</a:t>
            </a:r>
            <a:r>
              <a:rPr sz="2800" spc="-1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444444"/>
                </a:solidFill>
                <a:latin typeface="Times New Roman"/>
                <a:cs typeface="Times New Roman"/>
              </a:rPr>
              <a:t>helpful</a:t>
            </a:r>
            <a:r>
              <a:rPr sz="2800" spc="-3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444444"/>
                </a:solidFill>
                <a:latin typeface="Times New Roman"/>
                <a:cs typeface="Times New Roman"/>
              </a:rPr>
              <a:t>in</a:t>
            </a:r>
            <a:r>
              <a:rPr sz="2800" spc="-3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444444"/>
                </a:solidFill>
                <a:latin typeface="Times New Roman"/>
                <a:cs typeface="Times New Roman"/>
              </a:rPr>
              <a:t>the</a:t>
            </a:r>
            <a:r>
              <a:rPr sz="2800" spc="-3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444444"/>
                </a:solidFill>
                <a:latin typeface="Times New Roman"/>
                <a:cs typeface="Times New Roman"/>
              </a:rPr>
              <a:t>civil</a:t>
            </a:r>
            <a:r>
              <a:rPr sz="2800" spc="-3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444444"/>
                </a:solidFill>
                <a:latin typeface="Times New Roman"/>
                <a:cs typeface="Times New Roman"/>
              </a:rPr>
              <a:t>network</a:t>
            </a:r>
            <a:r>
              <a:rPr sz="2800" spc="-2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444444"/>
                </a:solidFill>
                <a:latin typeface="Times New Roman"/>
                <a:cs typeface="Times New Roman"/>
              </a:rPr>
              <a:t>zone</a:t>
            </a:r>
            <a:r>
              <a:rPr sz="2800" spc="-3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444444"/>
                </a:solidFill>
                <a:latin typeface="Times New Roman"/>
                <a:cs typeface="Times New Roman"/>
              </a:rPr>
              <a:t>and</a:t>
            </a:r>
            <a:r>
              <a:rPr sz="2800" spc="-2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444444"/>
                </a:solidFill>
                <a:latin typeface="Times New Roman"/>
                <a:cs typeface="Times New Roman"/>
              </a:rPr>
              <a:t>planning.</a:t>
            </a:r>
            <a:endParaRPr sz="280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solidFill>
                  <a:srgbClr val="444444"/>
                </a:solidFill>
                <a:latin typeface="Times New Roman"/>
                <a:cs typeface="Times New Roman"/>
              </a:rPr>
              <a:t>It</a:t>
            </a:r>
            <a:r>
              <a:rPr sz="2800" spc="-2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444444"/>
                </a:solidFill>
                <a:latin typeface="Times New Roman"/>
                <a:cs typeface="Times New Roman"/>
              </a:rPr>
              <a:t>is</a:t>
            </a:r>
            <a:r>
              <a:rPr sz="2800" spc="-2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444444"/>
                </a:solidFill>
                <a:latin typeface="Times New Roman"/>
                <a:cs typeface="Times New Roman"/>
              </a:rPr>
              <a:t>used</a:t>
            </a:r>
            <a:r>
              <a:rPr sz="2800" spc="-2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444444"/>
                </a:solidFill>
                <a:latin typeface="Times New Roman"/>
                <a:cs typeface="Times New Roman"/>
              </a:rPr>
              <a:t>in</a:t>
            </a:r>
            <a:r>
              <a:rPr sz="2800" spc="-3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444444"/>
                </a:solidFill>
                <a:latin typeface="Times New Roman"/>
                <a:cs typeface="Times New Roman"/>
              </a:rPr>
              <a:t>network</a:t>
            </a:r>
            <a:r>
              <a:rPr sz="2800" spc="-20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444444"/>
                </a:solidFill>
                <a:latin typeface="Times New Roman"/>
                <a:cs typeface="Times New Roman"/>
              </a:rPr>
              <a:t>routing</a:t>
            </a:r>
            <a:r>
              <a:rPr sz="2800" spc="-45" dirty="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444444"/>
                </a:solidFill>
                <a:latin typeface="Times New Roman"/>
                <a:cs typeface="Times New Roman"/>
              </a:rPr>
              <a:t>protocol.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000000"/>
                </a:solidFill>
              </a:rPr>
              <a:t>Biconnected</a:t>
            </a:r>
            <a:r>
              <a:rPr spc="-20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Components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804161"/>
            <a:ext cx="10216515" cy="122047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 marR="5080">
              <a:lnSpc>
                <a:spcPct val="90000"/>
              </a:lnSpc>
              <a:spcBef>
                <a:spcPts val="430"/>
              </a:spcBef>
            </a:pPr>
            <a:r>
              <a:rPr sz="2800" dirty="0">
                <a:solidFill>
                  <a:srgbClr val="1F2021"/>
                </a:solidFill>
                <a:latin typeface="Times New Roman"/>
                <a:cs typeface="Times New Roman"/>
              </a:rPr>
              <a:t>A</a:t>
            </a:r>
            <a:r>
              <a:rPr sz="2800" spc="-175" dirty="0">
                <a:solidFill>
                  <a:srgbClr val="1F2021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1F2021"/>
                </a:solidFill>
                <a:latin typeface="Times New Roman"/>
                <a:cs typeface="Times New Roman"/>
              </a:rPr>
              <a:t>biconnected</a:t>
            </a:r>
            <a:r>
              <a:rPr sz="2800" b="1" spc="-30" dirty="0">
                <a:solidFill>
                  <a:srgbClr val="1F2021"/>
                </a:solidFill>
                <a:latin typeface="Times New Roman"/>
                <a:cs typeface="Times New Roman"/>
              </a:rPr>
              <a:t> </a:t>
            </a:r>
            <a:r>
              <a:rPr sz="2800" u="sng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imes New Roman"/>
                <a:cs typeface="Times New Roman"/>
                <a:hlinkClick r:id="rId2"/>
              </a:rPr>
              <a:t>undirected</a:t>
            </a:r>
            <a:r>
              <a:rPr sz="2800" u="sng" spc="-5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imes New Roman"/>
                <a:cs typeface="Times New Roman"/>
                <a:hlinkClick r:id="rId2"/>
              </a:rPr>
              <a:t> </a:t>
            </a:r>
            <a:r>
              <a:rPr sz="2800" u="sng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imes New Roman"/>
                <a:cs typeface="Times New Roman"/>
                <a:hlinkClick r:id="rId2"/>
              </a:rPr>
              <a:t>graph</a:t>
            </a:r>
            <a:r>
              <a:rPr sz="2800" spc="-25" dirty="0">
                <a:solidFill>
                  <a:srgbClr val="0462C1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1F2021"/>
                </a:solidFill>
                <a:latin typeface="Times New Roman"/>
                <a:cs typeface="Times New Roman"/>
              </a:rPr>
              <a:t>is</a:t>
            </a:r>
            <a:r>
              <a:rPr sz="2800" spc="-45" dirty="0">
                <a:solidFill>
                  <a:srgbClr val="1F2021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1F2021"/>
                </a:solidFill>
                <a:latin typeface="Times New Roman"/>
                <a:cs typeface="Times New Roman"/>
              </a:rPr>
              <a:t>a</a:t>
            </a:r>
            <a:r>
              <a:rPr sz="2800" spc="-45" dirty="0">
                <a:solidFill>
                  <a:srgbClr val="1F2021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1F2021"/>
                </a:solidFill>
                <a:latin typeface="Times New Roman"/>
                <a:cs typeface="Times New Roman"/>
              </a:rPr>
              <a:t>connected</a:t>
            </a:r>
            <a:r>
              <a:rPr sz="2800" spc="-55" dirty="0">
                <a:solidFill>
                  <a:srgbClr val="1F2021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1F2021"/>
                </a:solidFill>
                <a:latin typeface="Times New Roman"/>
                <a:cs typeface="Times New Roman"/>
              </a:rPr>
              <a:t>graph</a:t>
            </a:r>
            <a:r>
              <a:rPr sz="2800" spc="-45" dirty="0">
                <a:solidFill>
                  <a:srgbClr val="1F2021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1F2021"/>
                </a:solidFill>
                <a:latin typeface="Times New Roman"/>
                <a:cs typeface="Times New Roman"/>
              </a:rPr>
              <a:t>that</a:t>
            </a:r>
            <a:r>
              <a:rPr sz="2800" spc="-60" dirty="0">
                <a:solidFill>
                  <a:srgbClr val="1F2021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1F2021"/>
                </a:solidFill>
                <a:latin typeface="Times New Roman"/>
                <a:cs typeface="Times New Roman"/>
              </a:rPr>
              <a:t>is</a:t>
            </a:r>
            <a:r>
              <a:rPr sz="2800" spc="-40" dirty="0">
                <a:solidFill>
                  <a:srgbClr val="1F2021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1F2021"/>
                </a:solidFill>
                <a:latin typeface="Times New Roman"/>
                <a:cs typeface="Times New Roman"/>
              </a:rPr>
              <a:t>not</a:t>
            </a:r>
            <a:r>
              <a:rPr sz="2800" spc="-60" dirty="0">
                <a:solidFill>
                  <a:srgbClr val="1F2021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1F2021"/>
                </a:solidFill>
                <a:latin typeface="Times New Roman"/>
                <a:cs typeface="Times New Roman"/>
              </a:rPr>
              <a:t>broken </a:t>
            </a:r>
            <a:r>
              <a:rPr sz="2800" dirty="0">
                <a:solidFill>
                  <a:srgbClr val="1F2021"/>
                </a:solidFill>
                <a:latin typeface="Times New Roman"/>
                <a:cs typeface="Times New Roman"/>
              </a:rPr>
              <a:t>into</a:t>
            </a:r>
            <a:r>
              <a:rPr sz="2800" spc="-55" dirty="0">
                <a:solidFill>
                  <a:srgbClr val="1F2021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1F2021"/>
                </a:solidFill>
                <a:latin typeface="Times New Roman"/>
                <a:cs typeface="Times New Roman"/>
              </a:rPr>
              <a:t>disconnected</a:t>
            </a:r>
            <a:r>
              <a:rPr sz="2800" spc="-60" dirty="0">
                <a:solidFill>
                  <a:srgbClr val="1F2021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1F2021"/>
                </a:solidFill>
                <a:latin typeface="Times New Roman"/>
                <a:cs typeface="Times New Roman"/>
              </a:rPr>
              <a:t>pieces</a:t>
            </a:r>
            <a:r>
              <a:rPr sz="2800" spc="-50" dirty="0">
                <a:solidFill>
                  <a:srgbClr val="1F2021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1F2021"/>
                </a:solidFill>
                <a:latin typeface="Times New Roman"/>
                <a:cs typeface="Times New Roman"/>
              </a:rPr>
              <a:t>by</a:t>
            </a:r>
            <a:r>
              <a:rPr sz="2800" spc="-30" dirty="0">
                <a:solidFill>
                  <a:srgbClr val="1F2021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1F2021"/>
                </a:solidFill>
                <a:latin typeface="Times New Roman"/>
                <a:cs typeface="Times New Roman"/>
              </a:rPr>
              <a:t>deleting</a:t>
            </a:r>
            <a:r>
              <a:rPr sz="2800" spc="-55" dirty="0">
                <a:solidFill>
                  <a:srgbClr val="1F2021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1F2021"/>
                </a:solidFill>
                <a:latin typeface="Times New Roman"/>
                <a:cs typeface="Times New Roman"/>
              </a:rPr>
              <a:t>any</a:t>
            </a:r>
            <a:r>
              <a:rPr sz="2800" spc="-35" dirty="0">
                <a:solidFill>
                  <a:srgbClr val="1F2021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1F2021"/>
                </a:solidFill>
                <a:latin typeface="Times New Roman"/>
                <a:cs typeface="Times New Roman"/>
              </a:rPr>
              <a:t>single</a:t>
            </a:r>
            <a:r>
              <a:rPr sz="2800" spc="-50" dirty="0">
                <a:solidFill>
                  <a:srgbClr val="1F2021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1F2021"/>
                </a:solidFill>
                <a:latin typeface="Times New Roman"/>
                <a:cs typeface="Times New Roman"/>
              </a:rPr>
              <a:t>vertex</a:t>
            </a:r>
            <a:r>
              <a:rPr sz="2800" spc="-45" dirty="0">
                <a:solidFill>
                  <a:srgbClr val="1F2021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1F2021"/>
                </a:solidFill>
                <a:latin typeface="Times New Roman"/>
                <a:cs typeface="Times New Roman"/>
              </a:rPr>
              <a:t>(and</a:t>
            </a:r>
            <a:r>
              <a:rPr sz="2800" spc="-25" dirty="0">
                <a:solidFill>
                  <a:srgbClr val="1F2021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1F2021"/>
                </a:solidFill>
                <a:latin typeface="Times New Roman"/>
                <a:cs typeface="Times New Roman"/>
              </a:rPr>
              <a:t>its</a:t>
            </a:r>
            <a:r>
              <a:rPr sz="2800" spc="-35" dirty="0">
                <a:solidFill>
                  <a:srgbClr val="1F2021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1F2021"/>
                </a:solidFill>
                <a:latin typeface="Times New Roman"/>
                <a:cs typeface="Times New Roman"/>
              </a:rPr>
              <a:t>incident edges).</a:t>
            </a:r>
            <a:endParaRPr sz="28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83398" y="2746430"/>
            <a:ext cx="8685971" cy="3555089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5"/>
              </a:spcBef>
            </a:pPr>
            <a:r>
              <a:rPr dirty="0"/>
              <a:t>Articulation</a:t>
            </a:r>
            <a:r>
              <a:rPr spc="-55" dirty="0"/>
              <a:t> </a:t>
            </a:r>
            <a:r>
              <a:rPr dirty="0"/>
              <a:t>Points</a:t>
            </a:r>
            <a:r>
              <a:rPr spc="-25" dirty="0"/>
              <a:t> </a:t>
            </a:r>
            <a:r>
              <a:rPr dirty="0"/>
              <a:t>(or</a:t>
            </a:r>
            <a:r>
              <a:rPr spc="-30" dirty="0"/>
              <a:t> </a:t>
            </a:r>
            <a:r>
              <a:rPr dirty="0"/>
              <a:t>Cut</a:t>
            </a:r>
            <a:r>
              <a:rPr spc="-40" dirty="0"/>
              <a:t> </a:t>
            </a:r>
            <a:r>
              <a:rPr spc="-35" dirty="0"/>
              <a:t>Vertices)</a:t>
            </a:r>
            <a:r>
              <a:rPr spc="-50" dirty="0"/>
              <a:t> </a:t>
            </a:r>
            <a:r>
              <a:rPr dirty="0"/>
              <a:t>in</a:t>
            </a:r>
            <a:r>
              <a:rPr spc="-25" dirty="0"/>
              <a:t> </a:t>
            </a:r>
            <a:r>
              <a:rPr spc="-50" dirty="0"/>
              <a:t>a </a:t>
            </a:r>
            <a:r>
              <a:rPr spc="-10" dirty="0"/>
              <a:t>Graph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804161"/>
            <a:ext cx="10098405" cy="250063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0029" marR="490855" indent="-227329">
              <a:lnSpc>
                <a:spcPct val="90000"/>
              </a:lnSpc>
              <a:spcBef>
                <a:spcPts val="43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sz="2800" spc="-17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73139"/>
                </a:solidFill>
                <a:latin typeface="Times New Roman"/>
                <a:cs typeface="Times New Roman"/>
              </a:rPr>
              <a:t>vertex</a:t>
            </a:r>
            <a:r>
              <a:rPr sz="2800" spc="-5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273139"/>
                </a:solidFill>
                <a:latin typeface="Times New Roman"/>
                <a:cs typeface="Times New Roman"/>
              </a:rPr>
              <a:t>v</a:t>
            </a:r>
            <a:r>
              <a:rPr sz="2800" b="1" spc="-4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73139"/>
                </a:solidFill>
                <a:latin typeface="Times New Roman"/>
                <a:cs typeface="Times New Roman"/>
              </a:rPr>
              <a:t>is</a:t>
            </a:r>
            <a:r>
              <a:rPr sz="2800" spc="-4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73139"/>
                </a:solidFill>
                <a:latin typeface="Times New Roman"/>
                <a:cs typeface="Times New Roman"/>
              </a:rPr>
              <a:t>an</a:t>
            </a:r>
            <a:r>
              <a:rPr sz="2800" spc="-2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273139"/>
                </a:solidFill>
                <a:latin typeface="Times New Roman"/>
                <a:cs typeface="Times New Roman"/>
              </a:rPr>
              <a:t>articulation</a:t>
            </a:r>
            <a:r>
              <a:rPr sz="2800" b="1" spc="-5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273139"/>
                </a:solidFill>
                <a:latin typeface="Times New Roman"/>
                <a:cs typeface="Times New Roman"/>
              </a:rPr>
              <a:t>point</a:t>
            </a:r>
            <a:r>
              <a:rPr sz="2800" b="1" spc="-1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73139"/>
                </a:solidFill>
                <a:latin typeface="Times New Roman"/>
                <a:cs typeface="Times New Roman"/>
              </a:rPr>
              <a:t>(also</a:t>
            </a:r>
            <a:r>
              <a:rPr sz="2800" spc="-5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73139"/>
                </a:solidFill>
                <a:latin typeface="Times New Roman"/>
                <a:cs typeface="Times New Roman"/>
              </a:rPr>
              <a:t>called</a:t>
            </a:r>
            <a:r>
              <a:rPr sz="2800" spc="-4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73139"/>
                </a:solidFill>
                <a:latin typeface="Times New Roman"/>
                <a:cs typeface="Times New Roman"/>
              </a:rPr>
              <a:t>cut</a:t>
            </a:r>
            <a:r>
              <a:rPr sz="2800" spc="-5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73139"/>
                </a:solidFill>
                <a:latin typeface="Times New Roman"/>
                <a:cs typeface="Times New Roman"/>
              </a:rPr>
              <a:t>vertex)</a:t>
            </a:r>
            <a:r>
              <a:rPr sz="2800" spc="-4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spc="-25" dirty="0">
                <a:solidFill>
                  <a:srgbClr val="273139"/>
                </a:solidFill>
                <a:latin typeface="Times New Roman"/>
                <a:cs typeface="Times New Roman"/>
              </a:rPr>
              <a:t>if 	</a:t>
            </a:r>
            <a:r>
              <a:rPr sz="2800" dirty="0">
                <a:solidFill>
                  <a:srgbClr val="273139"/>
                </a:solidFill>
                <a:latin typeface="Times New Roman"/>
                <a:cs typeface="Times New Roman"/>
              </a:rPr>
              <a:t>removing</a:t>
            </a:r>
            <a:r>
              <a:rPr sz="2800" spc="-4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273139"/>
                </a:solidFill>
                <a:latin typeface="Times New Roman"/>
                <a:cs typeface="Times New Roman"/>
              </a:rPr>
              <a:t>v</a:t>
            </a:r>
            <a:r>
              <a:rPr sz="2800" b="1" spc="-4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73139"/>
                </a:solidFill>
                <a:latin typeface="Times New Roman"/>
                <a:cs typeface="Times New Roman"/>
              </a:rPr>
              <a:t>increases</a:t>
            </a:r>
            <a:r>
              <a:rPr sz="2800" spc="-4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73139"/>
                </a:solidFill>
                <a:latin typeface="Times New Roman"/>
                <a:cs typeface="Times New Roman"/>
              </a:rPr>
              <a:t>the</a:t>
            </a:r>
            <a:r>
              <a:rPr sz="2800" spc="-6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73139"/>
                </a:solidFill>
                <a:latin typeface="Times New Roman"/>
                <a:cs typeface="Times New Roman"/>
              </a:rPr>
              <a:t>number</a:t>
            </a:r>
            <a:r>
              <a:rPr sz="2800" spc="-3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73139"/>
                </a:solidFill>
                <a:latin typeface="Times New Roman"/>
                <a:cs typeface="Times New Roman"/>
              </a:rPr>
              <a:t>of</a:t>
            </a:r>
            <a:r>
              <a:rPr sz="2800" spc="-3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73139"/>
                </a:solidFill>
                <a:latin typeface="Times New Roman"/>
                <a:cs typeface="Times New Roman"/>
              </a:rPr>
              <a:t>connected</a:t>
            </a:r>
            <a:r>
              <a:rPr sz="2800" spc="-5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273139"/>
                </a:solidFill>
                <a:latin typeface="Times New Roman"/>
                <a:cs typeface="Times New Roman"/>
              </a:rPr>
              <a:t>components(graph 	count).</a:t>
            </a:r>
            <a:endParaRPr sz="2800">
              <a:latin typeface="Times New Roman"/>
              <a:cs typeface="Times New Roman"/>
            </a:endParaRPr>
          </a:p>
          <a:p>
            <a:pPr marL="240029" marR="5080" indent="-227329">
              <a:lnSpc>
                <a:spcPct val="9000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Times New Roman"/>
                <a:cs typeface="Times New Roman"/>
              </a:rPr>
              <a:t>Articulation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points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represent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vulnerabilities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connected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network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spc="-50" dirty="0">
                <a:latin typeface="Times New Roman"/>
                <a:cs typeface="Times New Roman"/>
              </a:rPr>
              <a:t>– 	</a:t>
            </a:r>
            <a:r>
              <a:rPr sz="2800" dirty="0">
                <a:latin typeface="Times New Roman"/>
                <a:cs typeface="Times New Roman"/>
              </a:rPr>
              <a:t>single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points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whose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failure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would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split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network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into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2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or</a:t>
            </a:r>
            <a:r>
              <a:rPr sz="2800" spc="-20" dirty="0">
                <a:latin typeface="Times New Roman"/>
                <a:cs typeface="Times New Roman"/>
              </a:rPr>
              <a:t> more 	</a:t>
            </a:r>
            <a:r>
              <a:rPr sz="2800" dirty="0">
                <a:latin typeface="Times New Roman"/>
                <a:cs typeface="Times New Roman"/>
              </a:rPr>
              <a:t>components.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They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are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useful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for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designing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reliable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networks.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28012" y="896143"/>
            <a:ext cx="6295745" cy="3829361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26920" y="0"/>
            <a:ext cx="8138159" cy="6857997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738876" y="6427114"/>
            <a:ext cx="7137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CHAPTER</a:t>
            </a:r>
            <a:r>
              <a:rPr sz="1200" spc="-4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spc="-50" dirty="0">
                <a:solidFill>
                  <a:srgbClr val="888888"/>
                </a:solidFill>
                <a:latin typeface="Calibri"/>
                <a:cs typeface="Calibri"/>
              </a:rPr>
              <a:t>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093957" y="6427114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38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693729" y="95821"/>
            <a:ext cx="2673985" cy="2807970"/>
            <a:chOff x="4693729" y="95821"/>
            <a:chExt cx="2673985" cy="2807970"/>
          </a:xfrm>
        </p:grpSpPr>
        <p:sp>
          <p:nvSpPr>
            <p:cNvPr id="5" name="object 5"/>
            <p:cNvSpPr/>
            <p:nvPr/>
          </p:nvSpPr>
          <p:spPr>
            <a:xfrm>
              <a:off x="4698491" y="175260"/>
              <a:ext cx="2664460" cy="2723515"/>
            </a:xfrm>
            <a:custGeom>
              <a:avLst/>
              <a:gdLst/>
              <a:ahLst/>
              <a:cxnLst/>
              <a:rect l="l" t="t" r="r" b="b"/>
              <a:pathLst>
                <a:path w="2664459" h="2723515">
                  <a:moveTo>
                    <a:pt x="448056" y="173736"/>
                  </a:moveTo>
                  <a:lnTo>
                    <a:pt x="448056" y="1048512"/>
                  </a:lnTo>
                </a:path>
                <a:path w="2664459" h="2723515">
                  <a:moveTo>
                    <a:pt x="448056" y="1048512"/>
                  </a:moveTo>
                  <a:lnTo>
                    <a:pt x="0" y="1798320"/>
                  </a:lnTo>
                </a:path>
                <a:path w="2664459" h="2723515">
                  <a:moveTo>
                    <a:pt x="0" y="1798320"/>
                  </a:moveTo>
                  <a:lnTo>
                    <a:pt x="524256" y="2723388"/>
                  </a:lnTo>
                </a:path>
                <a:path w="2664459" h="2723515">
                  <a:moveTo>
                    <a:pt x="524256" y="2697480"/>
                  </a:moveTo>
                  <a:lnTo>
                    <a:pt x="946404" y="1723644"/>
                  </a:lnTo>
                </a:path>
                <a:path w="2664459" h="2723515">
                  <a:moveTo>
                    <a:pt x="972312" y="1749552"/>
                  </a:moveTo>
                  <a:lnTo>
                    <a:pt x="1519428" y="1749552"/>
                  </a:lnTo>
                </a:path>
                <a:path w="2664459" h="2723515">
                  <a:moveTo>
                    <a:pt x="1495044" y="1749552"/>
                  </a:moveTo>
                  <a:lnTo>
                    <a:pt x="2017776" y="2622804"/>
                  </a:lnTo>
                </a:path>
                <a:path w="2664459" h="2723515">
                  <a:moveTo>
                    <a:pt x="1993391" y="2572512"/>
                  </a:moveTo>
                  <a:lnTo>
                    <a:pt x="1993391" y="0"/>
                  </a:lnTo>
                </a:path>
                <a:path w="2664459" h="2723515">
                  <a:moveTo>
                    <a:pt x="1993391" y="923544"/>
                  </a:moveTo>
                  <a:lnTo>
                    <a:pt x="2663952" y="124968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899659" y="100584"/>
              <a:ext cx="472440" cy="448309"/>
            </a:xfrm>
            <a:custGeom>
              <a:avLst/>
              <a:gdLst/>
              <a:ahLst/>
              <a:cxnLst/>
              <a:rect l="l" t="t" r="r" b="b"/>
              <a:pathLst>
                <a:path w="472439" h="448309">
                  <a:moveTo>
                    <a:pt x="236219" y="0"/>
                  </a:moveTo>
                  <a:lnTo>
                    <a:pt x="188622" y="4552"/>
                  </a:lnTo>
                  <a:lnTo>
                    <a:pt x="144285" y="17609"/>
                  </a:lnTo>
                  <a:lnTo>
                    <a:pt x="104161" y="38268"/>
                  </a:lnTo>
                  <a:lnTo>
                    <a:pt x="69199" y="65627"/>
                  </a:lnTo>
                  <a:lnTo>
                    <a:pt x="40351" y="98784"/>
                  </a:lnTo>
                  <a:lnTo>
                    <a:pt x="18567" y="136838"/>
                  </a:lnTo>
                  <a:lnTo>
                    <a:pt x="4800" y="178886"/>
                  </a:lnTo>
                  <a:lnTo>
                    <a:pt x="0" y="224027"/>
                  </a:lnTo>
                  <a:lnTo>
                    <a:pt x="4800" y="269169"/>
                  </a:lnTo>
                  <a:lnTo>
                    <a:pt x="18567" y="311217"/>
                  </a:lnTo>
                  <a:lnTo>
                    <a:pt x="40351" y="349271"/>
                  </a:lnTo>
                  <a:lnTo>
                    <a:pt x="69199" y="382428"/>
                  </a:lnTo>
                  <a:lnTo>
                    <a:pt x="104161" y="409787"/>
                  </a:lnTo>
                  <a:lnTo>
                    <a:pt x="144285" y="430446"/>
                  </a:lnTo>
                  <a:lnTo>
                    <a:pt x="188622" y="443503"/>
                  </a:lnTo>
                  <a:lnTo>
                    <a:pt x="236219" y="448056"/>
                  </a:lnTo>
                  <a:lnTo>
                    <a:pt x="283817" y="443503"/>
                  </a:lnTo>
                  <a:lnTo>
                    <a:pt x="328154" y="430446"/>
                  </a:lnTo>
                  <a:lnTo>
                    <a:pt x="368278" y="409787"/>
                  </a:lnTo>
                  <a:lnTo>
                    <a:pt x="403240" y="382428"/>
                  </a:lnTo>
                  <a:lnTo>
                    <a:pt x="432088" y="349271"/>
                  </a:lnTo>
                  <a:lnTo>
                    <a:pt x="453872" y="311217"/>
                  </a:lnTo>
                  <a:lnTo>
                    <a:pt x="467639" y="269169"/>
                  </a:lnTo>
                  <a:lnTo>
                    <a:pt x="472439" y="224027"/>
                  </a:lnTo>
                  <a:lnTo>
                    <a:pt x="467639" y="178886"/>
                  </a:lnTo>
                  <a:lnTo>
                    <a:pt x="453872" y="136838"/>
                  </a:lnTo>
                  <a:lnTo>
                    <a:pt x="432088" y="98784"/>
                  </a:lnTo>
                  <a:lnTo>
                    <a:pt x="403240" y="65627"/>
                  </a:lnTo>
                  <a:lnTo>
                    <a:pt x="368278" y="38268"/>
                  </a:lnTo>
                  <a:lnTo>
                    <a:pt x="328154" y="17609"/>
                  </a:lnTo>
                  <a:lnTo>
                    <a:pt x="283817" y="4552"/>
                  </a:lnTo>
                  <a:lnTo>
                    <a:pt x="23621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899659" y="100584"/>
              <a:ext cx="472440" cy="448309"/>
            </a:xfrm>
            <a:custGeom>
              <a:avLst/>
              <a:gdLst/>
              <a:ahLst/>
              <a:cxnLst/>
              <a:rect l="l" t="t" r="r" b="b"/>
              <a:pathLst>
                <a:path w="472439" h="448309">
                  <a:moveTo>
                    <a:pt x="0" y="224027"/>
                  </a:moveTo>
                  <a:lnTo>
                    <a:pt x="4800" y="178886"/>
                  </a:lnTo>
                  <a:lnTo>
                    <a:pt x="18567" y="136838"/>
                  </a:lnTo>
                  <a:lnTo>
                    <a:pt x="40351" y="98784"/>
                  </a:lnTo>
                  <a:lnTo>
                    <a:pt x="69199" y="65627"/>
                  </a:lnTo>
                  <a:lnTo>
                    <a:pt x="104161" y="38268"/>
                  </a:lnTo>
                  <a:lnTo>
                    <a:pt x="144285" y="17609"/>
                  </a:lnTo>
                  <a:lnTo>
                    <a:pt x="188622" y="4552"/>
                  </a:lnTo>
                  <a:lnTo>
                    <a:pt x="236219" y="0"/>
                  </a:lnTo>
                  <a:lnTo>
                    <a:pt x="283817" y="4552"/>
                  </a:lnTo>
                  <a:lnTo>
                    <a:pt x="328154" y="17609"/>
                  </a:lnTo>
                  <a:lnTo>
                    <a:pt x="368278" y="38268"/>
                  </a:lnTo>
                  <a:lnTo>
                    <a:pt x="403240" y="65627"/>
                  </a:lnTo>
                  <a:lnTo>
                    <a:pt x="432088" y="98784"/>
                  </a:lnTo>
                  <a:lnTo>
                    <a:pt x="453872" y="136838"/>
                  </a:lnTo>
                  <a:lnTo>
                    <a:pt x="467639" y="178886"/>
                  </a:lnTo>
                  <a:lnTo>
                    <a:pt x="472439" y="224027"/>
                  </a:lnTo>
                  <a:lnTo>
                    <a:pt x="467639" y="269169"/>
                  </a:lnTo>
                  <a:lnTo>
                    <a:pt x="453872" y="311217"/>
                  </a:lnTo>
                  <a:lnTo>
                    <a:pt x="432088" y="349271"/>
                  </a:lnTo>
                  <a:lnTo>
                    <a:pt x="403240" y="382428"/>
                  </a:lnTo>
                  <a:lnTo>
                    <a:pt x="368278" y="409787"/>
                  </a:lnTo>
                  <a:lnTo>
                    <a:pt x="328154" y="430446"/>
                  </a:lnTo>
                  <a:lnTo>
                    <a:pt x="283817" y="443503"/>
                  </a:lnTo>
                  <a:lnTo>
                    <a:pt x="236219" y="448056"/>
                  </a:lnTo>
                  <a:lnTo>
                    <a:pt x="188622" y="443503"/>
                  </a:lnTo>
                  <a:lnTo>
                    <a:pt x="144285" y="430446"/>
                  </a:lnTo>
                  <a:lnTo>
                    <a:pt x="104161" y="409787"/>
                  </a:lnTo>
                  <a:lnTo>
                    <a:pt x="69199" y="382428"/>
                  </a:lnTo>
                  <a:lnTo>
                    <a:pt x="40351" y="349271"/>
                  </a:lnTo>
                  <a:lnTo>
                    <a:pt x="18567" y="311217"/>
                  </a:lnTo>
                  <a:lnTo>
                    <a:pt x="4800" y="269169"/>
                  </a:lnTo>
                  <a:lnTo>
                    <a:pt x="0" y="224027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942331" y="1024128"/>
              <a:ext cx="454659" cy="451484"/>
            </a:xfrm>
            <a:custGeom>
              <a:avLst/>
              <a:gdLst/>
              <a:ahLst/>
              <a:cxnLst/>
              <a:rect l="l" t="t" r="r" b="b"/>
              <a:pathLst>
                <a:path w="454660" h="451484">
                  <a:moveTo>
                    <a:pt x="227075" y="0"/>
                  </a:moveTo>
                  <a:lnTo>
                    <a:pt x="181329" y="4581"/>
                  </a:lnTo>
                  <a:lnTo>
                    <a:pt x="138713" y="17722"/>
                  </a:lnTo>
                  <a:lnTo>
                    <a:pt x="100142" y="38515"/>
                  </a:lnTo>
                  <a:lnTo>
                    <a:pt x="66532" y="66055"/>
                  </a:lnTo>
                  <a:lnTo>
                    <a:pt x="38797" y="99435"/>
                  </a:lnTo>
                  <a:lnTo>
                    <a:pt x="17853" y="137749"/>
                  </a:lnTo>
                  <a:lnTo>
                    <a:pt x="4615" y="180090"/>
                  </a:lnTo>
                  <a:lnTo>
                    <a:pt x="0" y="225551"/>
                  </a:lnTo>
                  <a:lnTo>
                    <a:pt x="4615" y="271013"/>
                  </a:lnTo>
                  <a:lnTo>
                    <a:pt x="17853" y="313354"/>
                  </a:lnTo>
                  <a:lnTo>
                    <a:pt x="38797" y="351668"/>
                  </a:lnTo>
                  <a:lnTo>
                    <a:pt x="66532" y="385048"/>
                  </a:lnTo>
                  <a:lnTo>
                    <a:pt x="100142" y="412588"/>
                  </a:lnTo>
                  <a:lnTo>
                    <a:pt x="138713" y="433381"/>
                  </a:lnTo>
                  <a:lnTo>
                    <a:pt x="181329" y="446522"/>
                  </a:lnTo>
                  <a:lnTo>
                    <a:pt x="227075" y="451104"/>
                  </a:lnTo>
                  <a:lnTo>
                    <a:pt x="272822" y="446522"/>
                  </a:lnTo>
                  <a:lnTo>
                    <a:pt x="315438" y="433381"/>
                  </a:lnTo>
                  <a:lnTo>
                    <a:pt x="354009" y="412588"/>
                  </a:lnTo>
                  <a:lnTo>
                    <a:pt x="387619" y="385048"/>
                  </a:lnTo>
                  <a:lnTo>
                    <a:pt x="415354" y="351668"/>
                  </a:lnTo>
                  <a:lnTo>
                    <a:pt x="436298" y="313354"/>
                  </a:lnTo>
                  <a:lnTo>
                    <a:pt x="449536" y="271013"/>
                  </a:lnTo>
                  <a:lnTo>
                    <a:pt x="454151" y="225551"/>
                  </a:lnTo>
                  <a:lnTo>
                    <a:pt x="449536" y="180090"/>
                  </a:lnTo>
                  <a:lnTo>
                    <a:pt x="436298" y="137749"/>
                  </a:lnTo>
                  <a:lnTo>
                    <a:pt x="415354" y="99435"/>
                  </a:lnTo>
                  <a:lnTo>
                    <a:pt x="387619" y="66055"/>
                  </a:lnTo>
                  <a:lnTo>
                    <a:pt x="354009" y="38515"/>
                  </a:lnTo>
                  <a:lnTo>
                    <a:pt x="315438" y="17722"/>
                  </a:lnTo>
                  <a:lnTo>
                    <a:pt x="272822" y="4581"/>
                  </a:lnTo>
                  <a:lnTo>
                    <a:pt x="227075" y="0"/>
                  </a:lnTo>
                  <a:close/>
                </a:path>
              </a:pathLst>
            </a:custGeom>
            <a:solidFill>
              <a:srgbClr val="CC3300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942331" y="1024128"/>
              <a:ext cx="454659" cy="451484"/>
            </a:xfrm>
            <a:custGeom>
              <a:avLst/>
              <a:gdLst/>
              <a:ahLst/>
              <a:cxnLst/>
              <a:rect l="l" t="t" r="r" b="b"/>
              <a:pathLst>
                <a:path w="454660" h="451484">
                  <a:moveTo>
                    <a:pt x="0" y="225551"/>
                  </a:moveTo>
                  <a:lnTo>
                    <a:pt x="4615" y="180090"/>
                  </a:lnTo>
                  <a:lnTo>
                    <a:pt x="17853" y="137749"/>
                  </a:lnTo>
                  <a:lnTo>
                    <a:pt x="38797" y="99435"/>
                  </a:lnTo>
                  <a:lnTo>
                    <a:pt x="66532" y="66055"/>
                  </a:lnTo>
                  <a:lnTo>
                    <a:pt x="100142" y="38515"/>
                  </a:lnTo>
                  <a:lnTo>
                    <a:pt x="138713" y="17722"/>
                  </a:lnTo>
                  <a:lnTo>
                    <a:pt x="181329" y="4581"/>
                  </a:lnTo>
                  <a:lnTo>
                    <a:pt x="227075" y="0"/>
                  </a:lnTo>
                  <a:lnTo>
                    <a:pt x="272822" y="4581"/>
                  </a:lnTo>
                  <a:lnTo>
                    <a:pt x="315438" y="17722"/>
                  </a:lnTo>
                  <a:lnTo>
                    <a:pt x="354009" y="38515"/>
                  </a:lnTo>
                  <a:lnTo>
                    <a:pt x="387619" y="66055"/>
                  </a:lnTo>
                  <a:lnTo>
                    <a:pt x="415354" y="99435"/>
                  </a:lnTo>
                  <a:lnTo>
                    <a:pt x="436298" y="137749"/>
                  </a:lnTo>
                  <a:lnTo>
                    <a:pt x="449536" y="180090"/>
                  </a:lnTo>
                  <a:lnTo>
                    <a:pt x="454151" y="225551"/>
                  </a:lnTo>
                  <a:lnTo>
                    <a:pt x="449536" y="271013"/>
                  </a:lnTo>
                  <a:lnTo>
                    <a:pt x="436298" y="313354"/>
                  </a:lnTo>
                  <a:lnTo>
                    <a:pt x="415354" y="351668"/>
                  </a:lnTo>
                  <a:lnTo>
                    <a:pt x="387619" y="385048"/>
                  </a:lnTo>
                  <a:lnTo>
                    <a:pt x="354009" y="412588"/>
                  </a:lnTo>
                  <a:lnTo>
                    <a:pt x="315438" y="433381"/>
                  </a:lnTo>
                  <a:lnTo>
                    <a:pt x="272822" y="446522"/>
                  </a:lnTo>
                  <a:lnTo>
                    <a:pt x="227075" y="451104"/>
                  </a:lnTo>
                  <a:lnTo>
                    <a:pt x="181329" y="446522"/>
                  </a:lnTo>
                  <a:lnTo>
                    <a:pt x="138713" y="433381"/>
                  </a:lnTo>
                  <a:lnTo>
                    <a:pt x="100142" y="412588"/>
                  </a:lnTo>
                  <a:lnTo>
                    <a:pt x="66532" y="385048"/>
                  </a:lnTo>
                  <a:lnTo>
                    <a:pt x="38797" y="351668"/>
                  </a:lnTo>
                  <a:lnTo>
                    <a:pt x="17853" y="313354"/>
                  </a:lnTo>
                  <a:lnTo>
                    <a:pt x="4615" y="271013"/>
                  </a:lnTo>
                  <a:lnTo>
                    <a:pt x="0" y="225551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087873" y="1034288"/>
            <a:ext cx="1803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libri"/>
                <a:cs typeface="Calibri"/>
              </a:rPr>
              <a:t>1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469701" y="1694497"/>
            <a:ext cx="1355725" cy="1396365"/>
            <a:chOff x="4469701" y="1694497"/>
            <a:chExt cx="1355725" cy="1396365"/>
          </a:xfrm>
        </p:grpSpPr>
        <p:sp>
          <p:nvSpPr>
            <p:cNvPr id="12" name="object 12"/>
            <p:cNvSpPr/>
            <p:nvPr/>
          </p:nvSpPr>
          <p:spPr>
            <a:xfrm>
              <a:off x="4474464" y="1749552"/>
              <a:ext cx="474345" cy="449580"/>
            </a:xfrm>
            <a:custGeom>
              <a:avLst/>
              <a:gdLst/>
              <a:ahLst/>
              <a:cxnLst/>
              <a:rect l="l" t="t" r="r" b="b"/>
              <a:pathLst>
                <a:path w="474345" h="449580">
                  <a:moveTo>
                    <a:pt x="236982" y="0"/>
                  </a:moveTo>
                  <a:lnTo>
                    <a:pt x="189205" y="4564"/>
                  </a:lnTo>
                  <a:lnTo>
                    <a:pt x="144714" y="17656"/>
                  </a:lnTo>
                  <a:lnTo>
                    <a:pt x="104458" y="38375"/>
                  </a:lnTo>
                  <a:lnTo>
                    <a:pt x="69389" y="65817"/>
                  </a:lnTo>
                  <a:lnTo>
                    <a:pt x="40458" y="99082"/>
                  </a:lnTo>
                  <a:lnTo>
                    <a:pt x="18615" y="137267"/>
                  </a:lnTo>
                  <a:lnTo>
                    <a:pt x="4812" y="179470"/>
                  </a:lnTo>
                  <a:lnTo>
                    <a:pt x="0" y="224789"/>
                  </a:lnTo>
                  <a:lnTo>
                    <a:pt x="4812" y="270109"/>
                  </a:lnTo>
                  <a:lnTo>
                    <a:pt x="18615" y="312312"/>
                  </a:lnTo>
                  <a:lnTo>
                    <a:pt x="40458" y="350497"/>
                  </a:lnTo>
                  <a:lnTo>
                    <a:pt x="69389" y="383762"/>
                  </a:lnTo>
                  <a:lnTo>
                    <a:pt x="104458" y="411204"/>
                  </a:lnTo>
                  <a:lnTo>
                    <a:pt x="144714" y="431923"/>
                  </a:lnTo>
                  <a:lnTo>
                    <a:pt x="189205" y="445015"/>
                  </a:lnTo>
                  <a:lnTo>
                    <a:pt x="236982" y="449580"/>
                  </a:lnTo>
                  <a:lnTo>
                    <a:pt x="284758" y="445015"/>
                  </a:lnTo>
                  <a:lnTo>
                    <a:pt x="329249" y="431923"/>
                  </a:lnTo>
                  <a:lnTo>
                    <a:pt x="369505" y="411204"/>
                  </a:lnTo>
                  <a:lnTo>
                    <a:pt x="404574" y="383762"/>
                  </a:lnTo>
                  <a:lnTo>
                    <a:pt x="433505" y="350497"/>
                  </a:lnTo>
                  <a:lnTo>
                    <a:pt x="455348" y="312312"/>
                  </a:lnTo>
                  <a:lnTo>
                    <a:pt x="469151" y="270109"/>
                  </a:lnTo>
                  <a:lnTo>
                    <a:pt x="473963" y="224789"/>
                  </a:lnTo>
                  <a:lnTo>
                    <a:pt x="469151" y="179470"/>
                  </a:lnTo>
                  <a:lnTo>
                    <a:pt x="455348" y="137267"/>
                  </a:lnTo>
                  <a:lnTo>
                    <a:pt x="433505" y="99082"/>
                  </a:lnTo>
                  <a:lnTo>
                    <a:pt x="404574" y="65817"/>
                  </a:lnTo>
                  <a:lnTo>
                    <a:pt x="369505" y="38375"/>
                  </a:lnTo>
                  <a:lnTo>
                    <a:pt x="329249" y="17656"/>
                  </a:lnTo>
                  <a:lnTo>
                    <a:pt x="284758" y="4564"/>
                  </a:lnTo>
                  <a:lnTo>
                    <a:pt x="23698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474464" y="1749552"/>
              <a:ext cx="474345" cy="449580"/>
            </a:xfrm>
            <a:custGeom>
              <a:avLst/>
              <a:gdLst/>
              <a:ahLst/>
              <a:cxnLst/>
              <a:rect l="l" t="t" r="r" b="b"/>
              <a:pathLst>
                <a:path w="474345" h="449580">
                  <a:moveTo>
                    <a:pt x="0" y="224789"/>
                  </a:moveTo>
                  <a:lnTo>
                    <a:pt x="4812" y="179470"/>
                  </a:lnTo>
                  <a:lnTo>
                    <a:pt x="18615" y="137267"/>
                  </a:lnTo>
                  <a:lnTo>
                    <a:pt x="40458" y="99082"/>
                  </a:lnTo>
                  <a:lnTo>
                    <a:pt x="69389" y="65817"/>
                  </a:lnTo>
                  <a:lnTo>
                    <a:pt x="104458" y="38375"/>
                  </a:lnTo>
                  <a:lnTo>
                    <a:pt x="144714" y="17656"/>
                  </a:lnTo>
                  <a:lnTo>
                    <a:pt x="189205" y="4564"/>
                  </a:lnTo>
                  <a:lnTo>
                    <a:pt x="236982" y="0"/>
                  </a:lnTo>
                  <a:lnTo>
                    <a:pt x="284758" y="4564"/>
                  </a:lnTo>
                  <a:lnTo>
                    <a:pt x="329249" y="17656"/>
                  </a:lnTo>
                  <a:lnTo>
                    <a:pt x="369505" y="38375"/>
                  </a:lnTo>
                  <a:lnTo>
                    <a:pt x="404574" y="65817"/>
                  </a:lnTo>
                  <a:lnTo>
                    <a:pt x="433505" y="99082"/>
                  </a:lnTo>
                  <a:lnTo>
                    <a:pt x="455348" y="137267"/>
                  </a:lnTo>
                  <a:lnTo>
                    <a:pt x="469151" y="179470"/>
                  </a:lnTo>
                  <a:lnTo>
                    <a:pt x="473963" y="224789"/>
                  </a:lnTo>
                  <a:lnTo>
                    <a:pt x="469151" y="270109"/>
                  </a:lnTo>
                  <a:lnTo>
                    <a:pt x="455348" y="312312"/>
                  </a:lnTo>
                  <a:lnTo>
                    <a:pt x="433505" y="350497"/>
                  </a:lnTo>
                  <a:lnTo>
                    <a:pt x="404574" y="383762"/>
                  </a:lnTo>
                  <a:lnTo>
                    <a:pt x="369505" y="411204"/>
                  </a:lnTo>
                  <a:lnTo>
                    <a:pt x="329249" y="431923"/>
                  </a:lnTo>
                  <a:lnTo>
                    <a:pt x="284758" y="445015"/>
                  </a:lnTo>
                  <a:lnTo>
                    <a:pt x="236982" y="449580"/>
                  </a:lnTo>
                  <a:lnTo>
                    <a:pt x="189205" y="445015"/>
                  </a:lnTo>
                  <a:lnTo>
                    <a:pt x="144714" y="431923"/>
                  </a:lnTo>
                  <a:lnTo>
                    <a:pt x="104458" y="411204"/>
                  </a:lnTo>
                  <a:lnTo>
                    <a:pt x="69389" y="383762"/>
                  </a:lnTo>
                  <a:lnTo>
                    <a:pt x="40458" y="350497"/>
                  </a:lnTo>
                  <a:lnTo>
                    <a:pt x="18615" y="312312"/>
                  </a:lnTo>
                  <a:lnTo>
                    <a:pt x="4812" y="270109"/>
                  </a:lnTo>
                  <a:lnTo>
                    <a:pt x="0" y="224789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948428" y="2618232"/>
              <a:ext cx="454659" cy="467995"/>
            </a:xfrm>
            <a:custGeom>
              <a:avLst/>
              <a:gdLst/>
              <a:ahLst/>
              <a:cxnLst/>
              <a:rect l="l" t="t" r="r" b="b"/>
              <a:pathLst>
                <a:path w="454660" h="467994">
                  <a:moveTo>
                    <a:pt x="227075" y="0"/>
                  </a:moveTo>
                  <a:lnTo>
                    <a:pt x="181329" y="4754"/>
                  </a:lnTo>
                  <a:lnTo>
                    <a:pt x="138713" y="18389"/>
                  </a:lnTo>
                  <a:lnTo>
                    <a:pt x="100142" y="39962"/>
                  </a:lnTo>
                  <a:lnTo>
                    <a:pt x="66532" y="68532"/>
                  </a:lnTo>
                  <a:lnTo>
                    <a:pt x="38797" y="103156"/>
                  </a:lnTo>
                  <a:lnTo>
                    <a:pt x="17853" y="142892"/>
                  </a:lnTo>
                  <a:lnTo>
                    <a:pt x="4615" y="186799"/>
                  </a:lnTo>
                  <a:lnTo>
                    <a:pt x="0" y="233933"/>
                  </a:lnTo>
                  <a:lnTo>
                    <a:pt x="4615" y="281068"/>
                  </a:lnTo>
                  <a:lnTo>
                    <a:pt x="17853" y="324975"/>
                  </a:lnTo>
                  <a:lnTo>
                    <a:pt x="38797" y="364711"/>
                  </a:lnTo>
                  <a:lnTo>
                    <a:pt x="66532" y="399335"/>
                  </a:lnTo>
                  <a:lnTo>
                    <a:pt x="100142" y="427905"/>
                  </a:lnTo>
                  <a:lnTo>
                    <a:pt x="138713" y="449478"/>
                  </a:lnTo>
                  <a:lnTo>
                    <a:pt x="181329" y="463113"/>
                  </a:lnTo>
                  <a:lnTo>
                    <a:pt x="227075" y="467867"/>
                  </a:lnTo>
                  <a:lnTo>
                    <a:pt x="272822" y="463113"/>
                  </a:lnTo>
                  <a:lnTo>
                    <a:pt x="315438" y="449478"/>
                  </a:lnTo>
                  <a:lnTo>
                    <a:pt x="354009" y="427905"/>
                  </a:lnTo>
                  <a:lnTo>
                    <a:pt x="387619" y="399335"/>
                  </a:lnTo>
                  <a:lnTo>
                    <a:pt x="415354" y="364711"/>
                  </a:lnTo>
                  <a:lnTo>
                    <a:pt x="436298" y="324975"/>
                  </a:lnTo>
                  <a:lnTo>
                    <a:pt x="449536" y="281068"/>
                  </a:lnTo>
                  <a:lnTo>
                    <a:pt x="454151" y="233933"/>
                  </a:lnTo>
                  <a:lnTo>
                    <a:pt x="449536" y="186799"/>
                  </a:lnTo>
                  <a:lnTo>
                    <a:pt x="436298" y="142892"/>
                  </a:lnTo>
                  <a:lnTo>
                    <a:pt x="415354" y="103156"/>
                  </a:lnTo>
                  <a:lnTo>
                    <a:pt x="387619" y="68532"/>
                  </a:lnTo>
                  <a:lnTo>
                    <a:pt x="354009" y="39962"/>
                  </a:lnTo>
                  <a:lnTo>
                    <a:pt x="315438" y="18389"/>
                  </a:lnTo>
                  <a:lnTo>
                    <a:pt x="272822" y="4754"/>
                  </a:lnTo>
                  <a:lnTo>
                    <a:pt x="2270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948428" y="2618232"/>
              <a:ext cx="454659" cy="467995"/>
            </a:xfrm>
            <a:custGeom>
              <a:avLst/>
              <a:gdLst/>
              <a:ahLst/>
              <a:cxnLst/>
              <a:rect l="l" t="t" r="r" b="b"/>
              <a:pathLst>
                <a:path w="454660" h="467994">
                  <a:moveTo>
                    <a:pt x="0" y="233933"/>
                  </a:moveTo>
                  <a:lnTo>
                    <a:pt x="4615" y="186799"/>
                  </a:lnTo>
                  <a:lnTo>
                    <a:pt x="17853" y="142892"/>
                  </a:lnTo>
                  <a:lnTo>
                    <a:pt x="38797" y="103156"/>
                  </a:lnTo>
                  <a:lnTo>
                    <a:pt x="66532" y="68532"/>
                  </a:lnTo>
                  <a:lnTo>
                    <a:pt x="100142" y="39962"/>
                  </a:lnTo>
                  <a:lnTo>
                    <a:pt x="138713" y="18389"/>
                  </a:lnTo>
                  <a:lnTo>
                    <a:pt x="181329" y="4754"/>
                  </a:lnTo>
                  <a:lnTo>
                    <a:pt x="227075" y="0"/>
                  </a:lnTo>
                  <a:lnTo>
                    <a:pt x="272822" y="4754"/>
                  </a:lnTo>
                  <a:lnTo>
                    <a:pt x="315438" y="18389"/>
                  </a:lnTo>
                  <a:lnTo>
                    <a:pt x="354009" y="39962"/>
                  </a:lnTo>
                  <a:lnTo>
                    <a:pt x="387619" y="68532"/>
                  </a:lnTo>
                  <a:lnTo>
                    <a:pt x="415354" y="103156"/>
                  </a:lnTo>
                  <a:lnTo>
                    <a:pt x="436298" y="142892"/>
                  </a:lnTo>
                  <a:lnTo>
                    <a:pt x="449536" y="186799"/>
                  </a:lnTo>
                  <a:lnTo>
                    <a:pt x="454151" y="233933"/>
                  </a:lnTo>
                  <a:lnTo>
                    <a:pt x="449536" y="281068"/>
                  </a:lnTo>
                  <a:lnTo>
                    <a:pt x="436298" y="324975"/>
                  </a:lnTo>
                  <a:lnTo>
                    <a:pt x="415354" y="364711"/>
                  </a:lnTo>
                  <a:lnTo>
                    <a:pt x="387619" y="399335"/>
                  </a:lnTo>
                  <a:lnTo>
                    <a:pt x="354009" y="427905"/>
                  </a:lnTo>
                  <a:lnTo>
                    <a:pt x="315438" y="449478"/>
                  </a:lnTo>
                  <a:lnTo>
                    <a:pt x="272822" y="463113"/>
                  </a:lnTo>
                  <a:lnTo>
                    <a:pt x="227075" y="467867"/>
                  </a:lnTo>
                  <a:lnTo>
                    <a:pt x="181329" y="463113"/>
                  </a:lnTo>
                  <a:lnTo>
                    <a:pt x="138713" y="449478"/>
                  </a:lnTo>
                  <a:lnTo>
                    <a:pt x="100142" y="427905"/>
                  </a:lnTo>
                  <a:lnTo>
                    <a:pt x="66532" y="399335"/>
                  </a:lnTo>
                  <a:lnTo>
                    <a:pt x="38797" y="364711"/>
                  </a:lnTo>
                  <a:lnTo>
                    <a:pt x="17853" y="324975"/>
                  </a:lnTo>
                  <a:lnTo>
                    <a:pt x="4615" y="281068"/>
                  </a:lnTo>
                  <a:lnTo>
                    <a:pt x="0" y="233933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346192" y="1699260"/>
              <a:ext cx="474345" cy="448309"/>
            </a:xfrm>
            <a:custGeom>
              <a:avLst/>
              <a:gdLst/>
              <a:ahLst/>
              <a:cxnLst/>
              <a:rect l="l" t="t" r="r" b="b"/>
              <a:pathLst>
                <a:path w="474345" h="448310">
                  <a:moveTo>
                    <a:pt x="236982" y="0"/>
                  </a:moveTo>
                  <a:lnTo>
                    <a:pt x="189205" y="4552"/>
                  </a:lnTo>
                  <a:lnTo>
                    <a:pt x="144714" y="17609"/>
                  </a:lnTo>
                  <a:lnTo>
                    <a:pt x="104458" y="38268"/>
                  </a:lnTo>
                  <a:lnTo>
                    <a:pt x="69389" y="65627"/>
                  </a:lnTo>
                  <a:lnTo>
                    <a:pt x="40458" y="98784"/>
                  </a:lnTo>
                  <a:lnTo>
                    <a:pt x="18615" y="136838"/>
                  </a:lnTo>
                  <a:lnTo>
                    <a:pt x="4812" y="178886"/>
                  </a:lnTo>
                  <a:lnTo>
                    <a:pt x="0" y="224027"/>
                  </a:lnTo>
                  <a:lnTo>
                    <a:pt x="4812" y="269169"/>
                  </a:lnTo>
                  <a:lnTo>
                    <a:pt x="18615" y="311217"/>
                  </a:lnTo>
                  <a:lnTo>
                    <a:pt x="40458" y="349271"/>
                  </a:lnTo>
                  <a:lnTo>
                    <a:pt x="69389" y="382428"/>
                  </a:lnTo>
                  <a:lnTo>
                    <a:pt x="104458" y="409787"/>
                  </a:lnTo>
                  <a:lnTo>
                    <a:pt x="144714" y="430446"/>
                  </a:lnTo>
                  <a:lnTo>
                    <a:pt x="189205" y="443503"/>
                  </a:lnTo>
                  <a:lnTo>
                    <a:pt x="236982" y="448055"/>
                  </a:lnTo>
                  <a:lnTo>
                    <a:pt x="284758" y="443503"/>
                  </a:lnTo>
                  <a:lnTo>
                    <a:pt x="329249" y="430446"/>
                  </a:lnTo>
                  <a:lnTo>
                    <a:pt x="369505" y="409787"/>
                  </a:lnTo>
                  <a:lnTo>
                    <a:pt x="404574" y="382428"/>
                  </a:lnTo>
                  <a:lnTo>
                    <a:pt x="433505" y="349271"/>
                  </a:lnTo>
                  <a:lnTo>
                    <a:pt x="455348" y="311217"/>
                  </a:lnTo>
                  <a:lnTo>
                    <a:pt x="469151" y="269169"/>
                  </a:lnTo>
                  <a:lnTo>
                    <a:pt x="473963" y="224027"/>
                  </a:lnTo>
                  <a:lnTo>
                    <a:pt x="469151" y="178886"/>
                  </a:lnTo>
                  <a:lnTo>
                    <a:pt x="455348" y="136838"/>
                  </a:lnTo>
                  <a:lnTo>
                    <a:pt x="433505" y="98784"/>
                  </a:lnTo>
                  <a:lnTo>
                    <a:pt x="404574" y="65627"/>
                  </a:lnTo>
                  <a:lnTo>
                    <a:pt x="369505" y="38268"/>
                  </a:lnTo>
                  <a:lnTo>
                    <a:pt x="329249" y="17609"/>
                  </a:lnTo>
                  <a:lnTo>
                    <a:pt x="284758" y="4552"/>
                  </a:lnTo>
                  <a:lnTo>
                    <a:pt x="236982" y="0"/>
                  </a:lnTo>
                  <a:close/>
                </a:path>
              </a:pathLst>
            </a:custGeom>
            <a:solidFill>
              <a:srgbClr val="CC3300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346192" y="1699260"/>
              <a:ext cx="474345" cy="448309"/>
            </a:xfrm>
            <a:custGeom>
              <a:avLst/>
              <a:gdLst/>
              <a:ahLst/>
              <a:cxnLst/>
              <a:rect l="l" t="t" r="r" b="b"/>
              <a:pathLst>
                <a:path w="474345" h="448310">
                  <a:moveTo>
                    <a:pt x="0" y="224027"/>
                  </a:moveTo>
                  <a:lnTo>
                    <a:pt x="4812" y="178886"/>
                  </a:lnTo>
                  <a:lnTo>
                    <a:pt x="18615" y="136838"/>
                  </a:lnTo>
                  <a:lnTo>
                    <a:pt x="40458" y="98784"/>
                  </a:lnTo>
                  <a:lnTo>
                    <a:pt x="69389" y="65627"/>
                  </a:lnTo>
                  <a:lnTo>
                    <a:pt x="104458" y="38268"/>
                  </a:lnTo>
                  <a:lnTo>
                    <a:pt x="144714" y="17609"/>
                  </a:lnTo>
                  <a:lnTo>
                    <a:pt x="189205" y="4552"/>
                  </a:lnTo>
                  <a:lnTo>
                    <a:pt x="236982" y="0"/>
                  </a:lnTo>
                  <a:lnTo>
                    <a:pt x="284758" y="4552"/>
                  </a:lnTo>
                  <a:lnTo>
                    <a:pt x="329249" y="17609"/>
                  </a:lnTo>
                  <a:lnTo>
                    <a:pt x="369505" y="38268"/>
                  </a:lnTo>
                  <a:lnTo>
                    <a:pt x="404574" y="65627"/>
                  </a:lnTo>
                  <a:lnTo>
                    <a:pt x="433505" y="98784"/>
                  </a:lnTo>
                  <a:lnTo>
                    <a:pt x="455348" y="136838"/>
                  </a:lnTo>
                  <a:lnTo>
                    <a:pt x="469151" y="178886"/>
                  </a:lnTo>
                  <a:lnTo>
                    <a:pt x="473963" y="224027"/>
                  </a:lnTo>
                  <a:lnTo>
                    <a:pt x="469151" y="269169"/>
                  </a:lnTo>
                  <a:lnTo>
                    <a:pt x="455348" y="311217"/>
                  </a:lnTo>
                  <a:lnTo>
                    <a:pt x="433505" y="349271"/>
                  </a:lnTo>
                  <a:lnTo>
                    <a:pt x="404574" y="382428"/>
                  </a:lnTo>
                  <a:lnTo>
                    <a:pt x="369505" y="409787"/>
                  </a:lnTo>
                  <a:lnTo>
                    <a:pt x="329249" y="430446"/>
                  </a:lnTo>
                  <a:lnTo>
                    <a:pt x="284758" y="443503"/>
                  </a:lnTo>
                  <a:lnTo>
                    <a:pt x="236982" y="448055"/>
                  </a:lnTo>
                  <a:lnTo>
                    <a:pt x="189205" y="443503"/>
                  </a:lnTo>
                  <a:lnTo>
                    <a:pt x="144714" y="430446"/>
                  </a:lnTo>
                  <a:lnTo>
                    <a:pt x="104458" y="409787"/>
                  </a:lnTo>
                  <a:lnTo>
                    <a:pt x="69389" y="382428"/>
                  </a:lnTo>
                  <a:lnTo>
                    <a:pt x="40458" y="349271"/>
                  </a:lnTo>
                  <a:lnTo>
                    <a:pt x="18615" y="311217"/>
                  </a:lnTo>
                  <a:lnTo>
                    <a:pt x="4812" y="269169"/>
                  </a:lnTo>
                  <a:lnTo>
                    <a:pt x="0" y="224027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5495290" y="1707845"/>
            <a:ext cx="18034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libri"/>
                <a:cs typeface="Calibri"/>
              </a:rPr>
              <a:t>3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5964745" y="1668589"/>
            <a:ext cx="481965" cy="461009"/>
            <a:chOff x="5964745" y="1668589"/>
            <a:chExt cx="481965" cy="461009"/>
          </a:xfrm>
        </p:grpSpPr>
        <p:sp>
          <p:nvSpPr>
            <p:cNvPr id="20" name="object 20"/>
            <p:cNvSpPr/>
            <p:nvPr/>
          </p:nvSpPr>
          <p:spPr>
            <a:xfrm>
              <a:off x="5969508" y="1673351"/>
              <a:ext cx="472440" cy="451484"/>
            </a:xfrm>
            <a:custGeom>
              <a:avLst/>
              <a:gdLst/>
              <a:ahLst/>
              <a:cxnLst/>
              <a:rect l="l" t="t" r="r" b="b"/>
              <a:pathLst>
                <a:path w="472439" h="451485">
                  <a:moveTo>
                    <a:pt x="236219" y="0"/>
                  </a:moveTo>
                  <a:lnTo>
                    <a:pt x="188622" y="4581"/>
                  </a:lnTo>
                  <a:lnTo>
                    <a:pt x="144285" y="17722"/>
                  </a:lnTo>
                  <a:lnTo>
                    <a:pt x="104161" y="38515"/>
                  </a:lnTo>
                  <a:lnTo>
                    <a:pt x="69199" y="66055"/>
                  </a:lnTo>
                  <a:lnTo>
                    <a:pt x="40351" y="99435"/>
                  </a:lnTo>
                  <a:lnTo>
                    <a:pt x="18567" y="137749"/>
                  </a:lnTo>
                  <a:lnTo>
                    <a:pt x="4800" y="180090"/>
                  </a:lnTo>
                  <a:lnTo>
                    <a:pt x="0" y="225551"/>
                  </a:lnTo>
                  <a:lnTo>
                    <a:pt x="4800" y="271013"/>
                  </a:lnTo>
                  <a:lnTo>
                    <a:pt x="18567" y="313354"/>
                  </a:lnTo>
                  <a:lnTo>
                    <a:pt x="40351" y="351668"/>
                  </a:lnTo>
                  <a:lnTo>
                    <a:pt x="69199" y="385048"/>
                  </a:lnTo>
                  <a:lnTo>
                    <a:pt x="104161" y="412588"/>
                  </a:lnTo>
                  <a:lnTo>
                    <a:pt x="144285" y="433381"/>
                  </a:lnTo>
                  <a:lnTo>
                    <a:pt x="188622" y="446522"/>
                  </a:lnTo>
                  <a:lnTo>
                    <a:pt x="236219" y="451103"/>
                  </a:lnTo>
                  <a:lnTo>
                    <a:pt x="283817" y="446522"/>
                  </a:lnTo>
                  <a:lnTo>
                    <a:pt x="328154" y="433381"/>
                  </a:lnTo>
                  <a:lnTo>
                    <a:pt x="368278" y="412588"/>
                  </a:lnTo>
                  <a:lnTo>
                    <a:pt x="403240" y="385048"/>
                  </a:lnTo>
                  <a:lnTo>
                    <a:pt x="432088" y="351668"/>
                  </a:lnTo>
                  <a:lnTo>
                    <a:pt x="453872" y="313354"/>
                  </a:lnTo>
                  <a:lnTo>
                    <a:pt x="467639" y="271013"/>
                  </a:lnTo>
                  <a:lnTo>
                    <a:pt x="472439" y="225551"/>
                  </a:lnTo>
                  <a:lnTo>
                    <a:pt x="467639" y="180090"/>
                  </a:lnTo>
                  <a:lnTo>
                    <a:pt x="453872" y="137749"/>
                  </a:lnTo>
                  <a:lnTo>
                    <a:pt x="432088" y="99435"/>
                  </a:lnTo>
                  <a:lnTo>
                    <a:pt x="403240" y="66055"/>
                  </a:lnTo>
                  <a:lnTo>
                    <a:pt x="368278" y="38515"/>
                  </a:lnTo>
                  <a:lnTo>
                    <a:pt x="328154" y="17722"/>
                  </a:lnTo>
                  <a:lnTo>
                    <a:pt x="283817" y="4581"/>
                  </a:lnTo>
                  <a:lnTo>
                    <a:pt x="236219" y="0"/>
                  </a:lnTo>
                  <a:close/>
                </a:path>
              </a:pathLst>
            </a:custGeom>
            <a:solidFill>
              <a:srgbClr val="CC3300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969508" y="1673351"/>
              <a:ext cx="472440" cy="451484"/>
            </a:xfrm>
            <a:custGeom>
              <a:avLst/>
              <a:gdLst/>
              <a:ahLst/>
              <a:cxnLst/>
              <a:rect l="l" t="t" r="r" b="b"/>
              <a:pathLst>
                <a:path w="472439" h="451485">
                  <a:moveTo>
                    <a:pt x="0" y="225551"/>
                  </a:moveTo>
                  <a:lnTo>
                    <a:pt x="4800" y="180090"/>
                  </a:lnTo>
                  <a:lnTo>
                    <a:pt x="18567" y="137749"/>
                  </a:lnTo>
                  <a:lnTo>
                    <a:pt x="40351" y="99435"/>
                  </a:lnTo>
                  <a:lnTo>
                    <a:pt x="69199" y="66055"/>
                  </a:lnTo>
                  <a:lnTo>
                    <a:pt x="104161" y="38515"/>
                  </a:lnTo>
                  <a:lnTo>
                    <a:pt x="144285" y="17722"/>
                  </a:lnTo>
                  <a:lnTo>
                    <a:pt x="188622" y="4581"/>
                  </a:lnTo>
                  <a:lnTo>
                    <a:pt x="236219" y="0"/>
                  </a:lnTo>
                  <a:lnTo>
                    <a:pt x="283817" y="4581"/>
                  </a:lnTo>
                  <a:lnTo>
                    <a:pt x="328154" y="17722"/>
                  </a:lnTo>
                  <a:lnTo>
                    <a:pt x="368278" y="38515"/>
                  </a:lnTo>
                  <a:lnTo>
                    <a:pt x="403240" y="66055"/>
                  </a:lnTo>
                  <a:lnTo>
                    <a:pt x="432088" y="99435"/>
                  </a:lnTo>
                  <a:lnTo>
                    <a:pt x="453872" y="137749"/>
                  </a:lnTo>
                  <a:lnTo>
                    <a:pt x="467639" y="180090"/>
                  </a:lnTo>
                  <a:lnTo>
                    <a:pt x="472439" y="225551"/>
                  </a:lnTo>
                  <a:lnTo>
                    <a:pt x="467639" y="271013"/>
                  </a:lnTo>
                  <a:lnTo>
                    <a:pt x="453872" y="313354"/>
                  </a:lnTo>
                  <a:lnTo>
                    <a:pt x="432088" y="351668"/>
                  </a:lnTo>
                  <a:lnTo>
                    <a:pt x="403240" y="385048"/>
                  </a:lnTo>
                  <a:lnTo>
                    <a:pt x="368278" y="412588"/>
                  </a:lnTo>
                  <a:lnTo>
                    <a:pt x="328154" y="433381"/>
                  </a:lnTo>
                  <a:lnTo>
                    <a:pt x="283817" y="446522"/>
                  </a:lnTo>
                  <a:lnTo>
                    <a:pt x="236219" y="451103"/>
                  </a:lnTo>
                  <a:lnTo>
                    <a:pt x="188622" y="446522"/>
                  </a:lnTo>
                  <a:lnTo>
                    <a:pt x="144285" y="433381"/>
                  </a:lnTo>
                  <a:lnTo>
                    <a:pt x="104161" y="412588"/>
                  </a:lnTo>
                  <a:lnTo>
                    <a:pt x="69199" y="385048"/>
                  </a:lnTo>
                  <a:lnTo>
                    <a:pt x="40351" y="351668"/>
                  </a:lnTo>
                  <a:lnTo>
                    <a:pt x="18567" y="313354"/>
                  </a:lnTo>
                  <a:lnTo>
                    <a:pt x="4800" y="271013"/>
                  </a:lnTo>
                  <a:lnTo>
                    <a:pt x="0" y="225551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6117716" y="1683765"/>
            <a:ext cx="1803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libri"/>
                <a:cs typeface="Calibri"/>
              </a:rPr>
              <a:t>5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6437185" y="2614993"/>
            <a:ext cx="483870" cy="459105"/>
            <a:chOff x="6437185" y="2614993"/>
            <a:chExt cx="483870" cy="459105"/>
          </a:xfrm>
        </p:grpSpPr>
        <p:sp>
          <p:nvSpPr>
            <p:cNvPr id="24" name="object 24"/>
            <p:cNvSpPr/>
            <p:nvPr/>
          </p:nvSpPr>
          <p:spPr>
            <a:xfrm>
              <a:off x="6441947" y="2619755"/>
              <a:ext cx="474345" cy="449580"/>
            </a:xfrm>
            <a:custGeom>
              <a:avLst/>
              <a:gdLst/>
              <a:ahLst/>
              <a:cxnLst/>
              <a:rect l="l" t="t" r="r" b="b"/>
              <a:pathLst>
                <a:path w="474345" h="449580">
                  <a:moveTo>
                    <a:pt x="236981" y="0"/>
                  </a:moveTo>
                  <a:lnTo>
                    <a:pt x="189205" y="4564"/>
                  </a:lnTo>
                  <a:lnTo>
                    <a:pt x="144714" y="17656"/>
                  </a:lnTo>
                  <a:lnTo>
                    <a:pt x="104458" y="38375"/>
                  </a:lnTo>
                  <a:lnTo>
                    <a:pt x="69389" y="65817"/>
                  </a:lnTo>
                  <a:lnTo>
                    <a:pt x="40458" y="99082"/>
                  </a:lnTo>
                  <a:lnTo>
                    <a:pt x="18615" y="137267"/>
                  </a:lnTo>
                  <a:lnTo>
                    <a:pt x="4812" y="179470"/>
                  </a:lnTo>
                  <a:lnTo>
                    <a:pt x="0" y="224790"/>
                  </a:lnTo>
                  <a:lnTo>
                    <a:pt x="4812" y="270109"/>
                  </a:lnTo>
                  <a:lnTo>
                    <a:pt x="18615" y="312312"/>
                  </a:lnTo>
                  <a:lnTo>
                    <a:pt x="40458" y="350497"/>
                  </a:lnTo>
                  <a:lnTo>
                    <a:pt x="69389" y="383762"/>
                  </a:lnTo>
                  <a:lnTo>
                    <a:pt x="104458" y="411204"/>
                  </a:lnTo>
                  <a:lnTo>
                    <a:pt x="144714" y="431923"/>
                  </a:lnTo>
                  <a:lnTo>
                    <a:pt x="189205" y="445015"/>
                  </a:lnTo>
                  <a:lnTo>
                    <a:pt x="236981" y="449580"/>
                  </a:lnTo>
                  <a:lnTo>
                    <a:pt x="284758" y="445015"/>
                  </a:lnTo>
                  <a:lnTo>
                    <a:pt x="329249" y="431923"/>
                  </a:lnTo>
                  <a:lnTo>
                    <a:pt x="369505" y="411204"/>
                  </a:lnTo>
                  <a:lnTo>
                    <a:pt x="404574" y="383762"/>
                  </a:lnTo>
                  <a:lnTo>
                    <a:pt x="433505" y="350497"/>
                  </a:lnTo>
                  <a:lnTo>
                    <a:pt x="455348" y="312312"/>
                  </a:lnTo>
                  <a:lnTo>
                    <a:pt x="469151" y="270109"/>
                  </a:lnTo>
                  <a:lnTo>
                    <a:pt x="473963" y="224790"/>
                  </a:lnTo>
                  <a:lnTo>
                    <a:pt x="469151" y="179470"/>
                  </a:lnTo>
                  <a:lnTo>
                    <a:pt x="455348" y="137267"/>
                  </a:lnTo>
                  <a:lnTo>
                    <a:pt x="433505" y="99082"/>
                  </a:lnTo>
                  <a:lnTo>
                    <a:pt x="404574" y="65817"/>
                  </a:lnTo>
                  <a:lnTo>
                    <a:pt x="369505" y="38375"/>
                  </a:lnTo>
                  <a:lnTo>
                    <a:pt x="329249" y="17656"/>
                  </a:lnTo>
                  <a:lnTo>
                    <a:pt x="284758" y="4564"/>
                  </a:lnTo>
                  <a:lnTo>
                    <a:pt x="23698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441947" y="2619755"/>
              <a:ext cx="474345" cy="449580"/>
            </a:xfrm>
            <a:custGeom>
              <a:avLst/>
              <a:gdLst/>
              <a:ahLst/>
              <a:cxnLst/>
              <a:rect l="l" t="t" r="r" b="b"/>
              <a:pathLst>
                <a:path w="474345" h="449580">
                  <a:moveTo>
                    <a:pt x="0" y="224790"/>
                  </a:moveTo>
                  <a:lnTo>
                    <a:pt x="4812" y="179470"/>
                  </a:lnTo>
                  <a:lnTo>
                    <a:pt x="18615" y="137267"/>
                  </a:lnTo>
                  <a:lnTo>
                    <a:pt x="40458" y="99082"/>
                  </a:lnTo>
                  <a:lnTo>
                    <a:pt x="69389" y="65817"/>
                  </a:lnTo>
                  <a:lnTo>
                    <a:pt x="104458" y="38375"/>
                  </a:lnTo>
                  <a:lnTo>
                    <a:pt x="144714" y="17656"/>
                  </a:lnTo>
                  <a:lnTo>
                    <a:pt x="189205" y="4564"/>
                  </a:lnTo>
                  <a:lnTo>
                    <a:pt x="236981" y="0"/>
                  </a:lnTo>
                  <a:lnTo>
                    <a:pt x="284758" y="4564"/>
                  </a:lnTo>
                  <a:lnTo>
                    <a:pt x="329249" y="17656"/>
                  </a:lnTo>
                  <a:lnTo>
                    <a:pt x="369505" y="38375"/>
                  </a:lnTo>
                  <a:lnTo>
                    <a:pt x="404574" y="65817"/>
                  </a:lnTo>
                  <a:lnTo>
                    <a:pt x="433505" y="99082"/>
                  </a:lnTo>
                  <a:lnTo>
                    <a:pt x="455348" y="137267"/>
                  </a:lnTo>
                  <a:lnTo>
                    <a:pt x="469151" y="179470"/>
                  </a:lnTo>
                  <a:lnTo>
                    <a:pt x="473963" y="224790"/>
                  </a:lnTo>
                  <a:lnTo>
                    <a:pt x="469151" y="270109"/>
                  </a:lnTo>
                  <a:lnTo>
                    <a:pt x="455348" y="312312"/>
                  </a:lnTo>
                  <a:lnTo>
                    <a:pt x="433505" y="350497"/>
                  </a:lnTo>
                  <a:lnTo>
                    <a:pt x="404574" y="383762"/>
                  </a:lnTo>
                  <a:lnTo>
                    <a:pt x="369505" y="411204"/>
                  </a:lnTo>
                  <a:lnTo>
                    <a:pt x="329249" y="431923"/>
                  </a:lnTo>
                  <a:lnTo>
                    <a:pt x="284758" y="445015"/>
                  </a:lnTo>
                  <a:lnTo>
                    <a:pt x="236981" y="449580"/>
                  </a:lnTo>
                  <a:lnTo>
                    <a:pt x="189205" y="445015"/>
                  </a:lnTo>
                  <a:lnTo>
                    <a:pt x="144714" y="431923"/>
                  </a:lnTo>
                  <a:lnTo>
                    <a:pt x="104458" y="411204"/>
                  </a:lnTo>
                  <a:lnTo>
                    <a:pt x="69389" y="383762"/>
                  </a:lnTo>
                  <a:lnTo>
                    <a:pt x="40458" y="350497"/>
                  </a:lnTo>
                  <a:lnTo>
                    <a:pt x="18615" y="312312"/>
                  </a:lnTo>
                  <a:lnTo>
                    <a:pt x="4812" y="270109"/>
                  </a:lnTo>
                  <a:lnTo>
                    <a:pt x="0" y="22479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6590792" y="2629280"/>
            <a:ext cx="1803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libri"/>
                <a:cs typeface="Calibri"/>
              </a:rPr>
              <a:t>6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6437185" y="-4762"/>
            <a:ext cx="1204595" cy="1334135"/>
            <a:chOff x="6437185" y="-4762"/>
            <a:chExt cx="1204595" cy="1334135"/>
          </a:xfrm>
        </p:grpSpPr>
        <p:sp>
          <p:nvSpPr>
            <p:cNvPr id="28" name="object 28"/>
            <p:cNvSpPr/>
            <p:nvPr/>
          </p:nvSpPr>
          <p:spPr>
            <a:xfrm>
              <a:off x="6441947" y="0"/>
              <a:ext cx="474345" cy="449580"/>
            </a:xfrm>
            <a:custGeom>
              <a:avLst/>
              <a:gdLst/>
              <a:ahLst/>
              <a:cxnLst/>
              <a:rect l="l" t="t" r="r" b="b"/>
              <a:pathLst>
                <a:path w="474345" h="449580">
                  <a:moveTo>
                    <a:pt x="236981" y="0"/>
                  </a:moveTo>
                  <a:lnTo>
                    <a:pt x="189205" y="4564"/>
                  </a:lnTo>
                  <a:lnTo>
                    <a:pt x="144714" y="17656"/>
                  </a:lnTo>
                  <a:lnTo>
                    <a:pt x="104458" y="38375"/>
                  </a:lnTo>
                  <a:lnTo>
                    <a:pt x="69389" y="65817"/>
                  </a:lnTo>
                  <a:lnTo>
                    <a:pt x="40458" y="99082"/>
                  </a:lnTo>
                  <a:lnTo>
                    <a:pt x="18615" y="137267"/>
                  </a:lnTo>
                  <a:lnTo>
                    <a:pt x="4812" y="179470"/>
                  </a:lnTo>
                  <a:lnTo>
                    <a:pt x="0" y="224790"/>
                  </a:lnTo>
                  <a:lnTo>
                    <a:pt x="4812" y="270109"/>
                  </a:lnTo>
                  <a:lnTo>
                    <a:pt x="18615" y="312312"/>
                  </a:lnTo>
                  <a:lnTo>
                    <a:pt x="40458" y="350497"/>
                  </a:lnTo>
                  <a:lnTo>
                    <a:pt x="69389" y="383762"/>
                  </a:lnTo>
                  <a:lnTo>
                    <a:pt x="104458" y="411204"/>
                  </a:lnTo>
                  <a:lnTo>
                    <a:pt x="144714" y="431923"/>
                  </a:lnTo>
                  <a:lnTo>
                    <a:pt x="189205" y="445015"/>
                  </a:lnTo>
                  <a:lnTo>
                    <a:pt x="236981" y="449579"/>
                  </a:lnTo>
                  <a:lnTo>
                    <a:pt x="284758" y="445015"/>
                  </a:lnTo>
                  <a:lnTo>
                    <a:pt x="329249" y="431923"/>
                  </a:lnTo>
                  <a:lnTo>
                    <a:pt x="369505" y="411204"/>
                  </a:lnTo>
                  <a:lnTo>
                    <a:pt x="404574" y="383762"/>
                  </a:lnTo>
                  <a:lnTo>
                    <a:pt x="433505" y="350497"/>
                  </a:lnTo>
                  <a:lnTo>
                    <a:pt x="455348" y="312312"/>
                  </a:lnTo>
                  <a:lnTo>
                    <a:pt x="469151" y="270109"/>
                  </a:lnTo>
                  <a:lnTo>
                    <a:pt x="473963" y="224790"/>
                  </a:lnTo>
                  <a:lnTo>
                    <a:pt x="469151" y="179470"/>
                  </a:lnTo>
                  <a:lnTo>
                    <a:pt x="455348" y="137267"/>
                  </a:lnTo>
                  <a:lnTo>
                    <a:pt x="433505" y="99082"/>
                  </a:lnTo>
                  <a:lnTo>
                    <a:pt x="404574" y="65817"/>
                  </a:lnTo>
                  <a:lnTo>
                    <a:pt x="369505" y="38375"/>
                  </a:lnTo>
                  <a:lnTo>
                    <a:pt x="329249" y="17656"/>
                  </a:lnTo>
                  <a:lnTo>
                    <a:pt x="284758" y="4564"/>
                  </a:lnTo>
                  <a:lnTo>
                    <a:pt x="23698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441947" y="0"/>
              <a:ext cx="474345" cy="449580"/>
            </a:xfrm>
            <a:custGeom>
              <a:avLst/>
              <a:gdLst/>
              <a:ahLst/>
              <a:cxnLst/>
              <a:rect l="l" t="t" r="r" b="b"/>
              <a:pathLst>
                <a:path w="474345" h="449580">
                  <a:moveTo>
                    <a:pt x="0" y="224790"/>
                  </a:moveTo>
                  <a:lnTo>
                    <a:pt x="4812" y="179470"/>
                  </a:lnTo>
                  <a:lnTo>
                    <a:pt x="18615" y="137267"/>
                  </a:lnTo>
                  <a:lnTo>
                    <a:pt x="40458" y="99082"/>
                  </a:lnTo>
                  <a:lnTo>
                    <a:pt x="69389" y="65817"/>
                  </a:lnTo>
                  <a:lnTo>
                    <a:pt x="104458" y="38375"/>
                  </a:lnTo>
                  <a:lnTo>
                    <a:pt x="144714" y="17656"/>
                  </a:lnTo>
                  <a:lnTo>
                    <a:pt x="189205" y="4564"/>
                  </a:lnTo>
                  <a:lnTo>
                    <a:pt x="236981" y="0"/>
                  </a:lnTo>
                  <a:lnTo>
                    <a:pt x="284758" y="4564"/>
                  </a:lnTo>
                  <a:lnTo>
                    <a:pt x="329249" y="17656"/>
                  </a:lnTo>
                  <a:lnTo>
                    <a:pt x="369505" y="38375"/>
                  </a:lnTo>
                  <a:lnTo>
                    <a:pt x="404574" y="65817"/>
                  </a:lnTo>
                  <a:lnTo>
                    <a:pt x="433505" y="99082"/>
                  </a:lnTo>
                  <a:lnTo>
                    <a:pt x="455348" y="137267"/>
                  </a:lnTo>
                  <a:lnTo>
                    <a:pt x="469151" y="179470"/>
                  </a:lnTo>
                  <a:lnTo>
                    <a:pt x="473963" y="224790"/>
                  </a:lnTo>
                  <a:lnTo>
                    <a:pt x="469151" y="270109"/>
                  </a:lnTo>
                  <a:lnTo>
                    <a:pt x="455348" y="312312"/>
                  </a:lnTo>
                  <a:lnTo>
                    <a:pt x="433505" y="350497"/>
                  </a:lnTo>
                  <a:lnTo>
                    <a:pt x="404574" y="383762"/>
                  </a:lnTo>
                  <a:lnTo>
                    <a:pt x="369505" y="411204"/>
                  </a:lnTo>
                  <a:lnTo>
                    <a:pt x="329249" y="431923"/>
                  </a:lnTo>
                  <a:lnTo>
                    <a:pt x="284758" y="445015"/>
                  </a:lnTo>
                  <a:lnTo>
                    <a:pt x="236981" y="449579"/>
                  </a:lnTo>
                  <a:lnTo>
                    <a:pt x="189205" y="445015"/>
                  </a:lnTo>
                  <a:lnTo>
                    <a:pt x="144714" y="431923"/>
                  </a:lnTo>
                  <a:lnTo>
                    <a:pt x="104458" y="411204"/>
                  </a:lnTo>
                  <a:lnTo>
                    <a:pt x="69389" y="383762"/>
                  </a:lnTo>
                  <a:lnTo>
                    <a:pt x="40458" y="350497"/>
                  </a:lnTo>
                  <a:lnTo>
                    <a:pt x="18615" y="312312"/>
                  </a:lnTo>
                  <a:lnTo>
                    <a:pt x="4812" y="270109"/>
                  </a:lnTo>
                  <a:lnTo>
                    <a:pt x="0" y="22479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164323" y="0"/>
              <a:ext cx="472440" cy="449580"/>
            </a:xfrm>
            <a:custGeom>
              <a:avLst/>
              <a:gdLst/>
              <a:ahLst/>
              <a:cxnLst/>
              <a:rect l="l" t="t" r="r" b="b"/>
              <a:pathLst>
                <a:path w="472440" h="449580">
                  <a:moveTo>
                    <a:pt x="236220" y="0"/>
                  </a:moveTo>
                  <a:lnTo>
                    <a:pt x="188622" y="4564"/>
                  </a:lnTo>
                  <a:lnTo>
                    <a:pt x="144285" y="17656"/>
                  </a:lnTo>
                  <a:lnTo>
                    <a:pt x="104161" y="38375"/>
                  </a:lnTo>
                  <a:lnTo>
                    <a:pt x="69199" y="65817"/>
                  </a:lnTo>
                  <a:lnTo>
                    <a:pt x="40351" y="99082"/>
                  </a:lnTo>
                  <a:lnTo>
                    <a:pt x="18567" y="137267"/>
                  </a:lnTo>
                  <a:lnTo>
                    <a:pt x="4800" y="179470"/>
                  </a:lnTo>
                  <a:lnTo>
                    <a:pt x="0" y="224790"/>
                  </a:lnTo>
                  <a:lnTo>
                    <a:pt x="4800" y="270109"/>
                  </a:lnTo>
                  <a:lnTo>
                    <a:pt x="18567" y="312312"/>
                  </a:lnTo>
                  <a:lnTo>
                    <a:pt x="40351" y="350497"/>
                  </a:lnTo>
                  <a:lnTo>
                    <a:pt x="69199" y="383762"/>
                  </a:lnTo>
                  <a:lnTo>
                    <a:pt x="104161" y="411204"/>
                  </a:lnTo>
                  <a:lnTo>
                    <a:pt x="144285" y="431923"/>
                  </a:lnTo>
                  <a:lnTo>
                    <a:pt x="188622" y="445015"/>
                  </a:lnTo>
                  <a:lnTo>
                    <a:pt x="236220" y="449579"/>
                  </a:lnTo>
                  <a:lnTo>
                    <a:pt x="283817" y="445015"/>
                  </a:lnTo>
                  <a:lnTo>
                    <a:pt x="328154" y="431923"/>
                  </a:lnTo>
                  <a:lnTo>
                    <a:pt x="368278" y="411204"/>
                  </a:lnTo>
                  <a:lnTo>
                    <a:pt x="403240" y="383762"/>
                  </a:lnTo>
                  <a:lnTo>
                    <a:pt x="432088" y="350497"/>
                  </a:lnTo>
                  <a:lnTo>
                    <a:pt x="453872" y="312312"/>
                  </a:lnTo>
                  <a:lnTo>
                    <a:pt x="467639" y="270109"/>
                  </a:lnTo>
                  <a:lnTo>
                    <a:pt x="472440" y="224790"/>
                  </a:lnTo>
                  <a:lnTo>
                    <a:pt x="467639" y="179470"/>
                  </a:lnTo>
                  <a:lnTo>
                    <a:pt x="453872" y="137267"/>
                  </a:lnTo>
                  <a:lnTo>
                    <a:pt x="432088" y="99082"/>
                  </a:lnTo>
                  <a:lnTo>
                    <a:pt x="403240" y="65817"/>
                  </a:lnTo>
                  <a:lnTo>
                    <a:pt x="368278" y="38375"/>
                  </a:lnTo>
                  <a:lnTo>
                    <a:pt x="328154" y="17656"/>
                  </a:lnTo>
                  <a:lnTo>
                    <a:pt x="283817" y="4564"/>
                  </a:lnTo>
                  <a:lnTo>
                    <a:pt x="2362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164323" y="0"/>
              <a:ext cx="472440" cy="449580"/>
            </a:xfrm>
            <a:custGeom>
              <a:avLst/>
              <a:gdLst/>
              <a:ahLst/>
              <a:cxnLst/>
              <a:rect l="l" t="t" r="r" b="b"/>
              <a:pathLst>
                <a:path w="472440" h="449580">
                  <a:moveTo>
                    <a:pt x="0" y="224790"/>
                  </a:moveTo>
                  <a:lnTo>
                    <a:pt x="4800" y="179470"/>
                  </a:lnTo>
                  <a:lnTo>
                    <a:pt x="18567" y="137267"/>
                  </a:lnTo>
                  <a:lnTo>
                    <a:pt x="40351" y="99082"/>
                  </a:lnTo>
                  <a:lnTo>
                    <a:pt x="69199" y="65817"/>
                  </a:lnTo>
                  <a:lnTo>
                    <a:pt x="104161" y="38375"/>
                  </a:lnTo>
                  <a:lnTo>
                    <a:pt x="144285" y="17656"/>
                  </a:lnTo>
                  <a:lnTo>
                    <a:pt x="188622" y="4564"/>
                  </a:lnTo>
                  <a:lnTo>
                    <a:pt x="236220" y="0"/>
                  </a:lnTo>
                  <a:lnTo>
                    <a:pt x="283817" y="4564"/>
                  </a:lnTo>
                  <a:lnTo>
                    <a:pt x="328154" y="17656"/>
                  </a:lnTo>
                  <a:lnTo>
                    <a:pt x="368278" y="38375"/>
                  </a:lnTo>
                  <a:lnTo>
                    <a:pt x="403240" y="65817"/>
                  </a:lnTo>
                  <a:lnTo>
                    <a:pt x="432088" y="99082"/>
                  </a:lnTo>
                  <a:lnTo>
                    <a:pt x="453872" y="137267"/>
                  </a:lnTo>
                  <a:lnTo>
                    <a:pt x="467639" y="179470"/>
                  </a:lnTo>
                  <a:lnTo>
                    <a:pt x="472440" y="224790"/>
                  </a:lnTo>
                  <a:lnTo>
                    <a:pt x="467639" y="270109"/>
                  </a:lnTo>
                  <a:lnTo>
                    <a:pt x="453872" y="312312"/>
                  </a:lnTo>
                  <a:lnTo>
                    <a:pt x="432088" y="350497"/>
                  </a:lnTo>
                  <a:lnTo>
                    <a:pt x="403240" y="383762"/>
                  </a:lnTo>
                  <a:lnTo>
                    <a:pt x="368278" y="411204"/>
                  </a:lnTo>
                  <a:lnTo>
                    <a:pt x="328154" y="431923"/>
                  </a:lnTo>
                  <a:lnTo>
                    <a:pt x="283817" y="445015"/>
                  </a:lnTo>
                  <a:lnTo>
                    <a:pt x="236220" y="449579"/>
                  </a:lnTo>
                  <a:lnTo>
                    <a:pt x="188622" y="445015"/>
                  </a:lnTo>
                  <a:lnTo>
                    <a:pt x="144285" y="431923"/>
                  </a:lnTo>
                  <a:lnTo>
                    <a:pt x="104161" y="411204"/>
                  </a:lnTo>
                  <a:lnTo>
                    <a:pt x="69199" y="383762"/>
                  </a:lnTo>
                  <a:lnTo>
                    <a:pt x="40351" y="350497"/>
                  </a:lnTo>
                  <a:lnTo>
                    <a:pt x="18567" y="312312"/>
                  </a:lnTo>
                  <a:lnTo>
                    <a:pt x="4800" y="270109"/>
                  </a:lnTo>
                  <a:lnTo>
                    <a:pt x="0" y="22479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467855" y="874775"/>
              <a:ext cx="472440" cy="449580"/>
            </a:xfrm>
            <a:custGeom>
              <a:avLst/>
              <a:gdLst/>
              <a:ahLst/>
              <a:cxnLst/>
              <a:rect l="l" t="t" r="r" b="b"/>
              <a:pathLst>
                <a:path w="472440" h="449580">
                  <a:moveTo>
                    <a:pt x="236220" y="0"/>
                  </a:moveTo>
                  <a:lnTo>
                    <a:pt x="188622" y="4564"/>
                  </a:lnTo>
                  <a:lnTo>
                    <a:pt x="144285" y="17656"/>
                  </a:lnTo>
                  <a:lnTo>
                    <a:pt x="104161" y="38375"/>
                  </a:lnTo>
                  <a:lnTo>
                    <a:pt x="69199" y="65817"/>
                  </a:lnTo>
                  <a:lnTo>
                    <a:pt x="40351" y="99082"/>
                  </a:lnTo>
                  <a:lnTo>
                    <a:pt x="18567" y="137267"/>
                  </a:lnTo>
                  <a:lnTo>
                    <a:pt x="4800" y="179470"/>
                  </a:lnTo>
                  <a:lnTo>
                    <a:pt x="0" y="224789"/>
                  </a:lnTo>
                  <a:lnTo>
                    <a:pt x="4800" y="270109"/>
                  </a:lnTo>
                  <a:lnTo>
                    <a:pt x="18567" y="312312"/>
                  </a:lnTo>
                  <a:lnTo>
                    <a:pt x="40351" y="350497"/>
                  </a:lnTo>
                  <a:lnTo>
                    <a:pt x="69199" y="383762"/>
                  </a:lnTo>
                  <a:lnTo>
                    <a:pt x="104161" y="411204"/>
                  </a:lnTo>
                  <a:lnTo>
                    <a:pt x="144285" y="431923"/>
                  </a:lnTo>
                  <a:lnTo>
                    <a:pt x="188622" y="445015"/>
                  </a:lnTo>
                  <a:lnTo>
                    <a:pt x="236220" y="449579"/>
                  </a:lnTo>
                  <a:lnTo>
                    <a:pt x="283817" y="445015"/>
                  </a:lnTo>
                  <a:lnTo>
                    <a:pt x="328154" y="431923"/>
                  </a:lnTo>
                  <a:lnTo>
                    <a:pt x="368278" y="411204"/>
                  </a:lnTo>
                  <a:lnTo>
                    <a:pt x="403240" y="383762"/>
                  </a:lnTo>
                  <a:lnTo>
                    <a:pt x="432088" y="350497"/>
                  </a:lnTo>
                  <a:lnTo>
                    <a:pt x="453872" y="312312"/>
                  </a:lnTo>
                  <a:lnTo>
                    <a:pt x="467639" y="270109"/>
                  </a:lnTo>
                  <a:lnTo>
                    <a:pt x="472440" y="224789"/>
                  </a:lnTo>
                  <a:lnTo>
                    <a:pt x="467639" y="179470"/>
                  </a:lnTo>
                  <a:lnTo>
                    <a:pt x="453872" y="137267"/>
                  </a:lnTo>
                  <a:lnTo>
                    <a:pt x="432088" y="99082"/>
                  </a:lnTo>
                  <a:lnTo>
                    <a:pt x="403240" y="65817"/>
                  </a:lnTo>
                  <a:lnTo>
                    <a:pt x="368278" y="38375"/>
                  </a:lnTo>
                  <a:lnTo>
                    <a:pt x="328154" y="17656"/>
                  </a:lnTo>
                  <a:lnTo>
                    <a:pt x="283817" y="4564"/>
                  </a:lnTo>
                  <a:lnTo>
                    <a:pt x="2362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467855" y="874775"/>
              <a:ext cx="472440" cy="449580"/>
            </a:xfrm>
            <a:custGeom>
              <a:avLst/>
              <a:gdLst/>
              <a:ahLst/>
              <a:cxnLst/>
              <a:rect l="l" t="t" r="r" b="b"/>
              <a:pathLst>
                <a:path w="472440" h="449580">
                  <a:moveTo>
                    <a:pt x="0" y="224789"/>
                  </a:moveTo>
                  <a:lnTo>
                    <a:pt x="4800" y="179470"/>
                  </a:lnTo>
                  <a:lnTo>
                    <a:pt x="18567" y="137267"/>
                  </a:lnTo>
                  <a:lnTo>
                    <a:pt x="40351" y="99082"/>
                  </a:lnTo>
                  <a:lnTo>
                    <a:pt x="69199" y="65817"/>
                  </a:lnTo>
                  <a:lnTo>
                    <a:pt x="104161" y="38375"/>
                  </a:lnTo>
                  <a:lnTo>
                    <a:pt x="144285" y="17656"/>
                  </a:lnTo>
                  <a:lnTo>
                    <a:pt x="188622" y="4564"/>
                  </a:lnTo>
                  <a:lnTo>
                    <a:pt x="236220" y="0"/>
                  </a:lnTo>
                  <a:lnTo>
                    <a:pt x="283817" y="4564"/>
                  </a:lnTo>
                  <a:lnTo>
                    <a:pt x="328154" y="17656"/>
                  </a:lnTo>
                  <a:lnTo>
                    <a:pt x="368278" y="38375"/>
                  </a:lnTo>
                  <a:lnTo>
                    <a:pt x="403240" y="65817"/>
                  </a:lnTo>
                  <a:lnTo>
                    <a:pt x="432088" y="99082"/>
                  </a:lnTo>
                  <a:lnTo>
                    <a:pt x="453872" y="137267"/>
                  </a:lnTo>
                  <a:lnTo>
                    <a:pt x="467639" y="179470"/>
                  </a:lnTo>
                  <a:lnTo>
                    <a:pt x="472440" y="224789"/>
                  </a:lnTo>
                  <a:lnTo>
                    <a:pt x="467639" y="270109"/>
                  </a:lnTo>
                  <a:lnTo>
                    <a:pt x="453872" y="312312"/>
                  </a:lnTo>
                  <a:lnTo>
                    <a:pt x="432088" y="350497"/>
                  </a:lnTo>
                  <a:lnTo>
                    <a:pt x="403240" y="383762"/>
                  </a:lnTo>
                  <a:lnTo>
                    <a:pt x="368278" y="411204"/>
                  </a:lnTo>
                  <a:lnTo>
                    <a:pt x="328154" y="431923"/>
                  </a:lnTo>
                  <a:lnTo>
                    <a:pt x="283817" y="445015"/>
                  </a:lnTo>
                  <a:lnTo>
                    <a:pt x="236220" y="449579"/>
                  </a:lnTo>
                  <a:lnTo>
                    <a:pt x="188622" y="445015"/>
                  </a:lnTo>
                  <a:lnTo>
                    <a:pt x="144285" y="431923"/>
                  </a:lnTo>
                  <a:lnTo>
                    <a:pt x="104161" y="411204"/>
                  </a:lnTo>
                  <a:lnTo>
                    <a:pt x="69199" y="383762"/>
                  </a:lnTo>
                  <a:lnTo>
                    <a:pt x="40351" y="350497"/>
                  </a:lnTo>
                  <a:lnTo>
                    <a:pt x="18567" y="312312"/>
                  </a:lnTo>
                  <a:lnTo>
                    <a:pt x="4800" y="270109"/>
                  </a:lnTo>
                  <a:lnTo>
                    <a:pt x="0" y="224789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5048250" y="108584"/>
            <a:ext cx="1803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libri"/>
                <a:cs typeface="Calibri"/>
              </a:rPr>
              <a:t>0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602730" y="16509"/>
            <a:ext cx="8794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11835" algn="l"/>
              </a:tabLst>
            </a:pPr>
            <a:r>
              <a:rPr sz="2400" spc="-50" dirty="0">
                <a:latin typeface="Calibri"/>
                <a:cs typeface="Calibri"/>
              </a:rPr>
              <a:t>8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50" dirty="0">
                <a:latin typeface="Calibri"/>
                <a:cs typeface="Calibri"/>
              </a:rPr>
              <a:t>9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6422135" y="876300"/>
            <a:ext cx="487680" cy="457200"/>
          </a:xfrm>
          <a:custGeom>
            <a:avLst/>
            <a:gdLst/>
            <a:ahLst/>
            <a:cxnLst/>
            <a:rect l="l" t="t" r="r" b="b"/>
            <a:pathLst>
              <a:path w="487679" h="457200">
                <a:moveTo>
                  <a:pt x="487680" y="0"/>
                </a:moveTo>
                <a:lnTo>
                  <a:pt x="0" y="0"/>
                </a:lnTo>
                <a:lnTo>
                  <a:pt x="0" y="457200"/>
                </a:lnTo>
                <a:lnTo>
                  <a:pt x="487680" y="457200"/>
                </a:lnTo>
                <a:lnTo>
                  <a:pt x="487680" y="0"/>
                </a:lnTo>
                <a:close/>
              </a:path>
            </a:pathLst>
          </a:custGeom>
          <a:solidFill>
            <a:srgbClr val="CC3300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6638035" y="889761"/>
            <a:ext cx="1803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libri"/>
                <a:cs typeface="Calibri"/>
              </a:rPr>
              <a:t>7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654422" y="1745996"/>
            <a:ext cx="1803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libri"/>
                <a:cs typeface="Calibri"/>
              </a:rPr>
              <a:t>2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5298947" y="1274063"/>
            <a:ext cx="1287780" cy="441959"/>
          </a:xfrm>
          <a:custGeom>
            <a:avLst/>
            <a:gdLst/>
            <a:ahLst/>
            <a:cxnLst/>
            <a:rect l="l" t="t" r="r" b="b"/>
            <a:pathLst>
              <a:path w="1287779" h="441960">
                <a:moveTo>
                  <a:pt x="0" y="176784"/>
                </a:moveTo>
                <a:lnTo>
                  <a:pt x="230124" y="441960"/>
                </a:lnTo>
              </a:path>
              <a:path w="1287779" h="441960">
                <a:moveTo>
                  <a:pt x="1007363" y="425196"/>
                </a:moveTo>
                <a:lnTo>
                  <a:pt x="1287779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7474077" y="1637791"/>
            <a:ext cx="21062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connected</a:t>
            </a:r>
            <a:r>
              <a:rPr sz="2400" spc="-1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graph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757297" y="2560701"/>
            <a:ext cx="3479165" cy="930910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2324100">
              <a:lnSpc>
                <a:spcPct val="100000"/>
              </a:lnSpc>
              <a:spcBef>
                <a:spcPts val="780"/>
              </a:spcBef>
            </a:pPr>
            <a:r>
              <a:rPr sz="2400" spc="-50" dirty="0">
                <a:latin typeface="Calibri"/>
                <a:cs typeface="Calibri"/>
              </a:rPr>
              <a:t>4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sz="2400" dirty="0">
                <a:latin typeface="Calibri"/>
                <a:cs typeface="Calibri"/>
              </a:rPr>
              <a:t>two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connected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components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2817685" y="3616261"/>
            <a:ext cx="706120" cy="2809240"/>
            <a:chOff x="2817685" y="3616261"/>
            <a:chExt cx="706120" cy="2809240"/>
          </a:xfrm>
        </p:grpSpPr>
        <p:sp>
          <p:nvSpPr>
            <p:cNvPr id="43" name="object 43"/>
            <p:cNvSpPr/>
            <p:nvPr/>
          </p:nvSpPr>
          <p:spPr>
            <a:xfrm>
              <a:off x="2822448" y="3870959"/>
              <a:ext cx="524510" cy="2550160"/>
            </a:xfrm>
            <a:custGeom>
              <a:avLst/>
              <a:gdLst/>
              <a:ahLst/>
              <a:cxnLst/>
              <a:rect l="l" t="t" r="r" b="b"/>
              <a:pathLst>
                <a:path w="524510" h="2550160">
                  <a:moveTo>
                    <a:pt x="448055" y="0"/>
                  </a:moveTo>
                  <a:lnTo>
                    <a:pt x="448055" y="874776"/>
                  </a:lnTo>
                </a:path>
                <a:path w="524510" h="2550160">
                  <a:moveTo>
                    <a:pt x="448055" y="874776"/>
                  </a:moveTo>
                  <a:lnTo>
                    <a:pt x="0" y="1623059"/>
                  </a:lnTo>
                </a:path>
                <a:path w="524510" h="2550160">
                  <a:moveTo>
                    <a:pt x="0" y="1623059"/>
                  </a:moveTo>
                  <a:lnTo>
                    <a:pt x="524255" y="2549652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022092" y="3621023"/>
              <a:ext cx="474345" cy="449580"/>
            </a:xfrm>
            <a:custGeom>
              <a:avLst/>
              <a:gdLst/>
              <a:ahLst/>
              <a:cxnLst/>
              <a:rect l="l" t="t" r="r" b="b"/>
              <a:pathLst>
                <a:path w="474345" h="449579">
                  <a:moveTo>
                    <a:pt x="236981" y="0"/>
                  </a:moveTo>
                  <a:lnTo>
                    <a:pt x="189205" y="4564"/>
                  </a:lnTo>
                  <a:lnTo>
                    <a:pt x="144714" y="17656"/>
                  </a:lnTo>
                  <a:lnTo>
                    <a:pt x="104458" y="38375"/>
                  </a:lnTo>
                  <a:lnTo>
                    <a:pt x="69389" y="65817"/>
                  </a:lnTo>
                  <a:lnTo>
                    <a:pt x="40458" y="99082"/>
                  </a:lnTo>
                  <a:lnTo>
                    <a:pt x="18615" y="137267"/>
                  </a:lnTo>
                  <a:lnTo>
                    <a:pt x="4812" y="179470"/>
                  </a:lnTo>
                  <a:lnTo>
                    <a:pt x="0" y="224789"/>
                  </a:lnTo>
                  <a:lnTo>
                    <a:pt x="4812" y="270109"/>
                  </a:lnTo>
                  <a:lnTo>
                    <a:pt x="18615" y="312312"/>
                  </a:lnTo>
                  <a:lnTo>
                    <a:pt x="40458" y="350497"/>
                  </a:lnTo>
                  <a:lnTo>
                    <a:pt x="69389" y="383762"/>
                  </a:lnTo>
                  <a:lnTo>
                    <a:pt x="104458" y="411204"/>
                  </a:lnTo>
                  <a:lnTo>
                    <a:pt x="144714" y="431923"/>
                  </a:lnTo>
                  <a:lnTo>
                    <a:pt x="189205" y="445015"/>
                  </a:lnTo>
                  <a:lnTo>
                    <a:pt x="236981" y="449580"/>
                  </a:lnTo>
                  <a:lnTo>
                    <a:pt x="284758" y="445015"/>
                  </a:lnTo>
                  <a:lnTo>
                    <a:pt x="329249" y="431923"/>
                  </a:lnTo>
                  <a:lnTo>
                    <a:pt x="369505" y="411204"/>
                  </a:lnTo>
                  <a:lnTo>
                    <a:pt x="404574" y="383762"/>
                  </a:lnTo>
                  <a:lnTo>
                    <a:pt x="433505" y="350497"/>
                  </a:lnTo>
                  <a:lnTo>
                    <a:pt x="455348" y="312312"/>
                  </a:lnTo>
                  <a:lnTo>
                    <a:pt x="469151" y="270109"/>
                  </a:lnTo>
                  <a:lnTo>
                    <a:pt x="473963" y="224789"/>
                  </a:lnTo>
                  <a:lnTo>
                    <a:pt x="469151" y="179470"/>
                  </a:lnTo>
                  <a:lnTo>
                    <a:pt x="455348" y="137267"/>
                  </a:lnTo>
                  <a:lnTo>
                    <a:pt x="433505" y="99082"/>
                  </a:lnTo>
                  <a:lnTo>
                    <a:pt x="404574" y="65817"/>
                  </a:lnTo>
                  <a:lnTo>
                    <a:pt x="369505" y="38375"/>
                  </a:lnTo>
                  <a:lnTo>
                    <a:pt x="329249" y="17656"/>
                  </a:lnTo>
                  <a:lnTo>
                    <a:pt x="284758" y="4564"/>
                  </a:lnTo>
                  <a:lnTo>
                    <a:pt x="23698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022092" y="3621023"/>
              <a:ext cx="474345" cy="449580"/>
            </a:xfrm>
            <a:custGeom>
              <a:avLst/>
              <a:gdLst/>
              <a:ahLst/>
              <a:cxnLst/>
              <a:rect l="l" t="t" r="r" b="b"/>
              <a:pathLst>
                <a:path w="474345" h="449579">
                  <a:moveTo>
                    <a:pt x="0" y="224789"/>
                  </a:moveTo>
                  <a:lnTo>
                    <a:pt x="4812" y="179470"/>
                  </a:lnTo>
                  <a:lnTo>
                    <a:pt x="18615" y="137267"/>
                  </a:lnTo>
                  <a:lnTo>
                    <a:pt x="40458" y="99082"/>
                  </a:lnTo>
                  <a:lnTo>
                    <a:pt x="69389" y="65817"/>
                  </a:lnTo>
                  <a:lnTo>
                    <a:pt x="104458" y="38375"/>
                  </a:lnTo>
                  <a:lnTo>
                    <a:pt x="144714" y="17656"/>
                  </a:lnTo>
                  <a:lnTo>
                    <a:pt x="189205" y="4564"/>
                  </a:lnTo>
                  <a:lnTo>
                    <a:pt x="236981" y="0"/>
                  </a:lnTo>
                  <a:lnTo>
                    <a:pt x="284758" y="4564"/>
                  </a:lnTo>
                  <a:lnTo>
                    <a:pt x="329249" y="17656"/>
                  </a:lnTo>
                  <a:lnTo>
                    <a:pt x="369505" y="38375"/>
                  </a:lnTo>
                  <a:lnTo>
                    <a:pt x="404574" y="65817"/>
                  </a:lnTo>
                  <a:lnTo>
                    <a:pt x="433505" y="99082"/>
                  </a:lnTo>
                  <a:lnTo>
                    <a:pt x="455348" y="137267"/>
                  </a:lnTo>
                  <a:lnTo>
                    <a:pt x="469151" y="179470"/>
                  </a:lnTo>
                  <a:lnTo>
                    <a:pt x="473963" y="224789"/>
                  </a:lnTo>
                  <a:lnTo>
                    <a:pt x="469151" y="270109"/>
                  </a:lnTo>
                  <a:lnTo>
                    <a:pt x="455348" y="312312"/>
                  </a:lnTo>
                  <a:lnTo>
                    <a:pt x="433505" y="350497"/>
                  </a:lnTo>
                  <a:lnTo>
                    <a:pt x="404574" y="383762"/>
                  </a:lnTo>
                  <a:lnTo>
                    <a:pt x="369505" y="411204"/>
                  </a:lnTo>
                  <a:lnTo>
                    <a:pt x="329249" y="431923"/>
                  </a:lnTo>
                  <a:lnTo>
                    <a:pt x="284758" y="445015"/>
                  </a:lnTo>
                  <a:lnTo>
                    <a:pt x="236981" y="449580"/>
                  </a:lnTo>
                  <a:lnTo>
                    <a:pt x="189205" y="445015"/>
                  </a:lnTo>
                  <a:lnTo>
                    <a:pt x="144714" y="431923"/>
                  </a:lnTo>
                  <a:lnTo>
                    <a:pt x="104458" y="411204"/>
                  </a:lnTo>
                  <a:lnTo>
                    <a:pt x="69389" y="383762"/>
                  </a:lnTo>
                  <a:lnTo>
                    <a:pt x="40458" y="350497"/>
                  </a:lnTo>
                  <a:lnTo>
                    <a:pt x="18615" y="312312"/>
                  </a:lnTo>
                  <a:lnTo>
                    <a:pt x="4812" y="270109"/>
                  </a:lnTo>
                  <a:lnTo>
                    <a:pt x="0" y="224789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064764" y="4544567"/>
              <a:ext cx="454659" cy="451484"/>
            </a:xfrm>
            <a:custGeom>
              <a:avLst/>
              <a:gdLst/>
              <a:ahLst/>
              <a:cxnLst/>
              <a:rect l="l" t="t" r="r" b="b"/>
              <a:pathLst>
                <a:path w="454660" h="451485">
                  <a:moveTo>
                    <a:pt x="227075" y="0"/>
                  </a:moveTo>
                  <a:lnTo>
                    <a:pt x="181329" y="4581"/>
                  </a:lnTo>
                  <a:lnTo>
                    <a:pt x="138713" y="17722"/>
                  </a:lnTo>
                  <a:lnTo>
                    <a:pt x="100142" y="38515"/>
                  </a:lnTo>
                  <a:lnTo>
                    <a:pt x="66532" y="66055"/>
                  </a:lnTo>
                  <a:lnTo>
                    <a:pt x="38797" y="99435"/>
                  </a:lnTo>
                  <a:lnTo>
                    <a:pt x="17853" y="137749"/>
                  </a:lnTo>
                  <a:lnTo>
                    <a:pt x="4615" y="180090"/>
                  </a:lnTo>
                  <a:lnTo>
                    <a:pt x="0" y="225551"/>
                  </a:lnTo>
                  <a:lnTo>
                    <a:pt x="4615" y="271013"/>
                  </a:lnTo>
                  <a:lnTo>
                    <a:pt x="17853" y="313354"/>
                  </a:lnTo>
                  <a:lnTo>
                    <a:pt x="38797" y="351668"/>
                  </a:lnTo>
                  <a:lnTo>
                    <a:pt x="66532" y="385048"/>
                  </a:lnTo>
                  <a:lnTo>
                    <a:pt x="100142" y="412588"/>
                  </a:lnTo>
                  <a:lnTo>
                    <a:pt x="138713" y="433381"/>
                  </a:lnTo>
                  <a:lnTo>
                    <a:pt x="181329" y="446522"/>
                  </a:lnTo>
                  <a:lnTo>
                    <a:pt x="227075" y="451103"/>
                  </a:lnTo>
                  <a:lnTo>
                    <a:pt x="272822" y="446522"/>
                  </a:lnTo>
                  <a:lnTo>
                    <a:pt x="315438" y="433381"/>
                  </a:lnTo>
                  <a:lnTo>
                    <a:pt x="354009" y="412588"/>
                  </a:lnTo>
                  <a:lnTo>
                    <a:pt x="387619" y="385048"/>
                  </a:lnTo>
                  <a:lnTo>
                    <a:pt x="415354" y="351668"/>
                  </a:lnTo>
                  <a:lnTo>
                    <a:pt x="436298" y="313354"/>
                  </a:lnTo>
                  <a:lnTo>
                    <a:pt x="449536" y="271013"/>
                  </a:lnTo>
                  <a:lnTo>
                    <a:pt x="454151" y="225551"/>
                  </a:lnTo>
                  <a:lnTo>
                    <a:pt x="449536" y="180090"/>
                  </a:lnTo>
                  <a:lnTo>
                    <a:pt x="436298" y="137749"/>
                  </a:lnTo>
                  <a:lnTo>
                    <a:pt x="415354" y="99435"/>
                  </a:lnTo>
                  <a:lnTo>
                    <a:pt x="387619" y="66055"/>
                  </a:lnTo>
                  <a:lnTo>
                    <a:pt x="354009" y="38515"/>
                  </a:lnTo>
                  <a:lnTo>
                    <a:pt x="315438" y="17722"/>
                  </a:lnTo>
                  <a:lnTo>
                    <a:pt x="272822" y="4581"/>
                  </a:lnTo>
                  <a:lnTo>
                    <a:pt x="2270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064764" y="4544567"/>
              <a:ext cx="454659" cy="451484"/>
            </a:xfrm>
            <a:custGeom>
              <a:avLst/>
              <a:gdLst/>
              <a:ahLst/>
              <a:cxnLst/>
              <a:rect l="l" t="t" r="r" b="b"/>
              <a:pathLst>
                <a:path w="454660" h="451485">
                  <a:moveTo>
                    <a:pt x="0" y="225551"/>
                  </a:moveTo>
                  <a:lnTo>
                    <a:pt x="4615" y="180090"/>
                  </a:lnTo>
                  <a:lnTo>
                    <a:pt x="17853" y="137749"/>
                  </a:lnTo>
                  <a:lnTo>
                    <a:pt x="38797" y="99435"/>
                  </a:lnTo>
                  <a:lnTo>
                    <a:pt x="66532" y="66055"/>
                  </a:lnTo>
                  <a:lnTo>
                    <a:pt x="100142" y="38515"/>
                  </a:lnTo>
                  <a:lnTo>
                    <a:pt x="138713" y="17722"/>
                  </a:lnTo>
                  <a:lnTo>
                    <a:pt x="181329" y="4581"/>
                  </a:lnTo>
                  <a:lnTo>
                    <a:pt x="227075" y="0"/>
                  </a:lnTo>
                  <a:lnTo>
                    <a:pt x="272822" y="4581"/>
                  </a:lnTo>
                  <a:lnTo>
                    <a:pt x="315438" y="17722"/>
                  </a:lnTo>
                  <a:lnTo>
                    <a:pt x="354009" y="38515"/>
                  </a:lnTo>
                  <a:lnTo>
                    <a:pt x="387619" y="66055"/>
                  </a:lnTo>
                  <a:lnTo>
                    <a:pt x="415354" y="99435"/>
                  </a:lnTo>
                  <a:lnTo>
                    <a:pt x="436298" y="137749"/>
                  </a:lnTo>
                  <a:lnTo>
                    <a:pt x="449536" y="180090"/>
                  </a:lnTo>
                  <a:lnTo>
                    <a:pt x="454151" y="225551"/>
                  </a:lnTo>
                  <a:lnTo>
                    <a:pt x="449536" y="271013"/>
                  </a:lnTo>
                  <a:lnTo>
                    <a:pt x="436298" y="313354"/>
                  </a:lnTo>
                  <a:lnTo>
                    <a:pt x="415354" y="351668"/>
                  </a:lnTo>
                  <a:lnTo>
                    <a:pt x="387619" y="385048"/>
                  </a:lnTo>
                  <a:lnTo>
                    <a:pt x="354009" y="412588"/>
                  </a:lnTo>
                  <a:lnTo>
                    <a:pt x="315438" y="433381"/>
                  </a:lnTo>
                  <a:lnTo>
                    <a:pt x="272822" y="446522"/>
                  </a:lnTo>
                  <a:lnTo>
                    <a:pt x="227075" y="451103"/>
                  </a:lnTo>
                  <a:lnTo>
                    <a:pt x="181329" y="446522"/>
                  </a:lnTo>
                  <a:lnTo>
                    <a:pt x="138713" y="433381"/>
                  </a:lnTo>
                  <a:lnTo>
                    <a:pt x="100142" y="412588"/>
                  </a:lnTo>
                  <a:lnTo>
                    <a:pt x="66532" y="385048"/>
                  </a:lnTo>
                  <a:lnTo>
                    <a:pt x="38797" y="351668"/>
                  </a:lnTo>
                  <a:lnTo>
                    <a:pt x="17853" y="313354"/>
                  </a:lnTo>
                  <a:lnTo>
                    <a:pt x="4615" y="271013"/>
                  </a:lnTo>
                  <a:lnTo>
                    <a:pt x="0" y="225551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8" name="object 48"/>
          <p:cNvGrpSpPr/>
          <p:nvPr/>
        </p:nvGrpSpPr>
        <p:grpSpPr>
          <a:xfrm>
            <a:off x="4087177" y="3690937"/>
            <a:ext cx="1403985" cy="2633980"/>
            <a:chOff x="4087177" y="3690937"/>
            <a:chExt cx="1403985" cy="2633980"/>
          </a:xfrm>
        </p:grpSpPr>
        <p:sp>
          <p:nvSpPr>
            <p:cNvPr id="49" name="object 49"/>
            <p:cNvSpPr/>
            <p:nvPr/>
          </p:nvSpPr>
          <p:spPr>
            <a:xfrm>
              <a:off x="4315968" y="3695700"/>
              <a:ext cx="1170940" cy="2624455"/>
            </a:xfrm>
            <a:custGeom>
              <a:avLst/>
              <a:gdLst/>
              <a:ahLst/>
              <a:cxnLst/>
              <a:rect l="l" t="t" r="r" b="b"/>
              <a:pathLst>
                <a:path w="1170939" h="2624454">
                  <a:moveTo>
                    <a:pt x="0" y="1749552"/>
                  </a:moveTo>
                  <a:lnTo>
                    <a:pt x="524256" y="2624328"/>
                  </a:lnTo>
                </a:path>
                <a:path w="1170939" h="2624454">
                  <a:moveTo>
                    <a:pt x="498348" y="2574036"/>
                  </a:moveTo>
                  <a:lnTo>
                    <a:pt x="498348" y="0"/>
                  </a:lnTo>
                </a:path>
                <a:path w="1170939" h="2624454">
                  <a:moveTo>
                    <a:pt x="498348" y="923544"/>
                  </a:moveTo>
                  <a:lnTo>
                    <a:pt x="1170432" y="124968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4091940" y="5193791"/>
              <a:ext cx="474345" cy="451484"/>
            </a:xfrm>
            <a:custGeom>
              <a:avLst/>
              <a:gdLst/>
              <a:ahLst/>
              <a:cxnLst/>
              <a:rect l="l" t="t" r="r" b="b"/>
              <a:pathLst>
                <a:path w="474345" h="451485">
                  <a:moveTo>
                    <a:pt x="236982" y="0"/>
                  </a:moveTo>
                  <a:lnTo>
                    <a:pt x="189205" y="4581"/>
                  </a:lnTo>
                  <a:lnTo>
                    <a:pt x="144714" y="17722"/>
                  </a:lnTo>
                  <a:lnTo>
                    <a:pt x="104458" y="38515"/>
                  </a:lnTo>
                  <a:lnTo>
                    <a:pt x="69389" y="66055"/>
                  </a:lnTo>
                  <a:lnTo>
                    <a:pt x="40458" y="99435"/>
                  </a:lnTo>
                  <a:lnTo>
                    <a:pt x="18615" y="137749"/>
                  </a:lnTo>
                  <a:lnTo>
                    <a:pt x="4812" y="180090"/>
                  </a:lnTo>
                  <a:lnTo>
                    <a:pt x="0" y="225551"/>
                  </a:lnTo>
                  <a:lnTo>
                    <a:pt x="4812" y="271013"/>
                  </a:lnTo>
                  <a:lnTo>
                    <a:pt x="18615" y="313354"/>
                  </a:lnTo>
                  <a:lnTo>
                    <a:pt x="40458" y="351668"/>
                  </a:lnTo>
                  <a:lnTo>
                    <a:pt x="69389" y="385048"/>
                  </a:lnTo>
                  <a:lnTo>
                    <a:pt x="104458" y="412588"/>
                  </a:lnTo>
                  <a:lnTo>
                    <a:pt x="144714" y="433381"/>
                  </a:lnTo>
                  <a:lnTo>
                    <a:pt x="189205" y="446522"/>
                  </a:lnTo>
                  <a:lnTo>
                    <a:pt x="236982" y="451103"/>
                  </a:lnTo>
                  <a:lnTo>
                    <a:pt x="284758" y="446522"/>
                  </a:lnTo>
                  <a:lnTo>
                    <a:pt x="329249" y="433381"/>
                  </a:lnTo>
                  <a:lnTo>
                    <a:pt x="369505" y="412588"/>
                  </a:lnTo>
                  <a:lnTo>
                    <a:pt x="404574" y="385048"/>
                  </a:lnTo>
                  <a:lnTo>
                    <a:pt x="433505" y="351668"/>
                  </a:lnTo>
                  <a:lnTo>
                    <a:pt x="455348" y="313354"/>
                  </a:lnTo>
                  <a:lnTo>
                    <a:pt x="469151" y="271013"/>
                  </a:lnTo>
                  <a:lnTo>
                    <a:pt x="473963" y="225551"/>
                  </a:lnTo>
                  <a:lnTo>
                    <a:pt x="469151" y="180090"/>
                  </a:lnTo>
                  <a:lnTo>
                    <a:pt x="455348" y="137749"/>
                  </a:lnTo>
                  <a:lnTo>
                    <a:pt x="433505" y="99435"/>
                  </a:lnTo>
                  <a:lnTo>
                    <a:pt x="404574" y="66055"/>
                  </a:lnTo>
                  <a:lnTo>
                    <a:pt x="369505" y="38515"/>
                  </a:lnTo>
                  <a:lnTo>
                    <a:pt x="329249" y="17722"/>
                  </a:lnTo>
                  <a:lnTo>
                    <a:pt x="284758" y="4581"/>
                  </a:lnTo>
                  <a:lnTo>
                    <a:pt x="23698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4091940" y="5193791"/>
              <a:ext cx="474345" cy="451484"/>
            </a:xfrm>
            <a:custGeom>
              <a:avLst/>
              <a:gdLst/>
              <a:ahLst/>
              <a:cxnLst/>
              <a:rect l="l" t="t" r="r" b="b"/>
              <a:pathLst>
                <a:path w="474345" h="451485">
                  <a:moveTo>
                    <a:pt x="0" y="225551"/>
                  </a:moveTo>
                  <a:lnTo>
                    <a:pt x="4812" y="180090"/>
                  </a:lnTo>
                  <a:lnTo>
                    <a:pt x="18615" y="137749"/>
                  </a:lnTo>
                  <a:lnTo>
                    <a:pt x="40458" y="99435"/>
                  </a:lnTo>
                  <a:lnTo>
                    <a:pt x="69389" y="66055"/>
                  </a:lnTo>
                  <a:lnTo>
                    <a:pt x="104458" y="38515"/>
                  </a:lnTo>
                  <a:lnTo>
                    <a:pt x="144714" y="17722"/>
                  </a:lnTo>
                  <a:lnTo>
                    <a:pt x="189205" y="4581"/>
                  </a:lnTo>
                  <a:lnTo>
                    <a:pt x="236982" y="0"/>
                  </a:lnTo>
                  <a:lnTo>
                    <a:pt x="284758" y="4581"/>
                  </a:lnTo>
                  <a:lnTo>
                    <a:pt x="329249" y="17722"/>
                  </a:lnTo>
                  <a:lnTo>
                    <a:pt x="369505" y="38515"/>
                  </a:lnTo>
                  <a:lnTo>
                    <a:pt x="404574" y="66055"/>
                  </a:lnTo>
                  <a:lnTo>
                    <a:pt x="433505" y="99435"/>
                  </a:lnTo>
                  <a:lnTo>
                    <a:pt x="455348" y="137749"/>
                  </a:lnTo>
                  <a:lnTo>
                    <a:pt x="469151" y="180090"/>
                  </a:lnTo>
                  <a:lnTo>
                    <a:pt x="473963" y="225551"/>
                  </a:lnTo>
                  <a:lnTo>
                    <a:pt x="469151" y="271013"/>
                  </a:lnTo>
                  <a:lnTo>
                    <a:pt x="455348" y="313354"/>
                  </a:lnTo>
                  <a:lnTo>
                    <a:pt x="433505" y="351668"/>
                  </a:lnTo>
                  <a:lnTo>
                    <a:pt x="404574" y="385048"/>
                  </a:lnTo>
                  <a:lnTo>
                    <a:pt x="369505" y="412588"/>
                  </a:lnTo>
                  <a:lnTo>
                    <a:pt x="329249" y="433381"/>
                  </a:lnTo>
                  <a:lnTo>
                    <a:pt x="284758" y="446522"/>
                  </a:lnTo>
                  <a:lnTo>
                    <a:pt x="236982" y="451103"/>
                  </a:lnTo>
                  <a:lnTo>
                    <a:pt x="189205" y="446522"/>
                  </a:lnTo>
                  <a:lnTo>
                    <a:pt x="144714" y="433381"/>
                  </a:lnTo>
                  <a:lnTo>
                    <a:pt x="104458" y="412588"/>
                  </a:lnTo>
                  <a:lnTo>
                    <a:pt x="69389" y="385048"/>
                  </a:lnTo>
                  <a:lnTo>
                    <a:pt x="40458" y="351668"/>
                  </a:lnTo>
                  <a:lnTo>
                    <a:pt x="18615" y="313354"/>
                  </a:lnTo>
                  <a:lnTo>
                    <a:pt x="4812" y="271013"/>
                  </a:lnTo>
                  <a:lnTo>
                    <a:pt x="0" y="225551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3211195" y="4556252"/>
            <a:ext cx="1803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libri"/>
                <a:cs typeface="Calibri"/>
              </a:rPr>
              <a:t>1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2593657" y="5214937"/>
            <a:ext cx="1355725" cy="1396365"/>
            <a:chOff x="2593657" y="5214937"/>
            <a:chExt cx="1355725" cy="1396365"/>
          </a:xfrm>
        </p:grpSpPr>
        <p:sp>
          <p:nvSpPr>
            <p:cNvPr id="54" name="object 54"/>
            <p:cNvSpPr/>
            <p:nvPr/>
          </p:nvSpPr>
          <p:spPr>
            <a:xfrm>
              <a:off x="2598420" y="5269992"/>
              <a:ext cx="474345" cy="449580"/>
            </a:xfrm>
            <a:custGeom>
              <a:avLst/>
              <a:gdLst/>
              <a:ahLst/>
              <a:cxnLst/>
              <a:rect l="l" t="t" r="r" b="b"/>
              <a:pathLst>
                <a:path w="474344" h="449579">
                  <a:moveTo>
                    <a:pt x="236981" y="0"/>
                  </a:moveTo>
                  <a:lnTo>
                    <a:pt x="189205" y="4564"/>
                  </a:lnTo>
                  <a:lnTo>
                    <a:pt x="144714" y="17656"/>
                  </a:lnTo>
                  <a:lnTo>
                    <a:pt x="104458" y="38375"/>
                  </a:lnTo>
                  <a:lnTo>
                    <a:pt x="69389" y="65817"/>
                  </a:lnTo>
                  <a:lnTo>
                    <a:pt x="40458" y="99082"/>
                  </a:lnTo>
                  <a:lnTo>
                    <a:pt x="18615" y="137267"/>
                  </a:lnTo>
                  <a:lnTo>
                    <a:pt x="4812" y="179470"/>
                  </a:lnTo>
                  <a:lnTo>
                    <a:pt x="0" y="224790"/>
                  </a:lnTo>
                  <a:lnTo>
                    <a:pt x="4812" y="270091"/>
                  </a:lnTo>
                  <a:lnTo>
                    <a:pt x="18615" y="312286"/>
                  </a:lnTo>
                  <a:lnTo>
                    <a:pt x="40458" y="350469"/>
                  </a:lnTo>
                  <a:lnTo>
                    <a:pt x="69389" y="383738"/>
                  </a:lnTo>
                  <a:lnTo>
                    <a:pt x="104458" y="411187"/>
                  </a:lnTo>
                  <a:lnTo>
                    <a:pt x="144714" y="431914"/>
                  </a:lnTo>
                  <a:lnTo>
                    <a:pt x="189205" y="445012"/>
                  </a:lnTo>
                  <a:lnTo>
                    <a:pt x="236981" y="449580"/>
                  </a:lnTo>
                  <a:lnTo>
                    <a:pt x="284758" y="445012"/>
                  </a:lnTo>
                  <a:lnTo>
                    <a:pt x="329249" y="431914"/>
                  </a:lnTo>
                  <a:lnTo>
                    <a:pt x="369505" y="411187"/>
                  </a:lnTo>
                  <a:lnTo>
                    <a:pt x="404574" y="383738"/>
                  </a:lnTo>
                  <a:lnTo>
                    <a:pt x="433505" y="350469"/>
                  </a:lnTo>
                  <a:lnTo>
                    <a:pt x="455348" y="312286"/>
                  </a:lnTo>
                  <a:lnTo>
                    <a:pt x="469151" y="270091"/>
                  </a:lnTo>
                  <a:lnTo>
                    <a:pt x="473963" y="224790"/>
                  </a:lnTo>
                  <a:lnTo>
                    <a:pt x="469151" y="179470"/>
                  </a:lnTo>
                  <a:lnTo>
                    <a:pt x="455348" y="137267"/>
                  </a:lnTo>
                  <a:lnTo>
                    <a:pt x="433505" y="99082"/>
                  </a:lnTo>
                  <a:lnTo>
                    <a:pt x="404574" y="65817"/>
                  </a:lnTo>
                  <a:lnTo>
                    <a:pt x="369505" y="38375"/>
                  </a:lnTo>
                  <a:lnTo>
                    <a:pt x="329249" y="17656"/>
                  </a:lnTo>
                  <a:lnTo>
                    <a:pt x="284758" y="4564"/>
                  </a:lnTo>
                  <a:lnTo>
                    <a:pt x="23698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2598420" y="5269992"/>
              <a:ext cx="474345" cy="449580"/>
            </a:xfrm>
            <a:custGeom>
              <a:avLst/>
              <a:gdLst/>
              <a:ahLst/>
              <a:cxnLst/>
              <a:rect l="l" t="t" r="r" b="b"/>
              <a:pathLst>
                <a:path w="474344" h="449579">
                  <a:moveTo>
                    <a:pt x="0" y="224790"/>
                  </a:moveTo>
                  <a:lnTo>
                    <a:pt x="4812" y="179470"/>
                  </a:lnTo>
                  <a:lnTo>
                    <a:pt x="18615" y="137267"/>
                  </a:lnTo>
                  <a:lnTo>
                    <a:pt x="40458" y="99082"/>
                  </a:lnTo>
                  <a:lnTo>
                    <a:pt x="69389" y="65817"/>
                  </a:lnTo>
                  <a:lnTo>
                    <a:pt x="104458" y="38375"/>
                  </a:lnTo>
                  <a:lnTo>
                    <a:pt x="144714" y="17656"/>
                  </a:lnTo>
                  <a:lnTo>
                    <a:pt x="189205" y="4564"/>
                  </a:lnTo>
                  <a:lnTo>
                    <a:pt x="236981" y="0"/>
                  </a:lnTo>
                  <a:lnTo>
                    <a:pt x="284758" y="4564"/>
                  </a:lnTo>
                  <a:lnTo>
                    <a:pt x="329249" y="17656"/>
                  </a:lnTo>
                  <a:lnTo>
                    <a:pt x="369505" y="38375"/>
                  </a:lnTo>
                  <a:lnTo>
                    <a:pt x="404574" y="65817"/>
                  </a:lnTo>
                  <a:lnTo>
                    <a:pt x="433505" y="99082"/>
                  </a:lnTo>
                  <a:lnTo>
                    <a:pt x="455348" y="137267"/>
                  </a:lnTo>
                  <a:lnTo>
                    <a:pt x="469151" y="179470"/>
                  </a:lnTo>
                  <a:lnTo>
                    <a:pt x="473963" y="224790"/>
                  </a:lnTo>
                  <a:lnTo>
                    <a:pt x="469151" y="270091"/>
                  </a:lnTo>
                  <a:lnTo>
                    <a:pt x="455348" y="312286"/>
                  </a:lnTo>
                  <a:lnTo>
                    <a:pt x="433505" y="350469"/>
                  </a:lnTo>
                  <a:lnTo>
                    <a:pt x="404574" y="383738"/>
                  </a:lnTo>
                  <a:lnTo>
                    <a:pt x="369505" y="411187"/>
                  </a:lnTo>
                  <a:lnTo>
                    <a:pt x="329249" y="431914"/>
                  </a:lnTo>
                  <a:lnTo>
                    <a:pt x="284758" y="445012"/>
                  </a:lnTo>
                  <a:lnTo>
                    <a:pt x="236981" y="449580"/>
                  </a:lnTo>
                  <a:lnTo>
                    <a:pt x="189205" y="445012"/>
                  </a:lnTo>
                  <a:lnTo>
                    <a:pt x="144714" y="431914"/>
                  </a:lnTo>
                  <a:lnTo>
                    <a:pt x="104458" y="411187"/>
                  </a:lnTo>
                  <a:lnTo>
                    <a:pt x="69389" y="383738"/>
                  </a:lnTo>
                  <a:lnTo>
                    <a:pt x="40458" y="350469"/>
                  </a:lnTo>
                  <a:lnTo>
                    <a:pt x="18615" y="312286"/>
                  </a:lnTo>
                  <a:lnTo>
                    <a:pt x="4812" y="270091"/>
                  </a:lnTo>
                  <a:lnTo>
                    <a:pt x="0" y="22479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3072384" y="6138672"/>
              <a:ext cx="454659" cy="467995"/>
            </a:xfrm>
            <a:custGeom>
              <a:avLst/>
              <a:gdLst/>
              <a:ahLst/>
              <a:cxnLst/>
              <a:rect l="l" t="t" r="r" b="b"/>
              <a:pathLst>
                <a:path w="454660" h="467995">
                  <a:moveTo>
                    <a:pt x="227076" y="0"/>
                  </a:moveTo>
                  <a:lnTo>
                    <a:pt x="181329" y="4752"/>
                  </a:lnTo>
                  <a:lnTo>
                    <a:pt x="138713" y="18383"/>
                  </a:lnTo>
                  <a:lnTo>
                    <a:pt x="100142" y="39952"/>
                  </a:lnTo>
                  <a:lnTo>
                    <a:pt x="66532" y="68518"/>
                  </a:lnTo>
                  <a:lnTo>
                    <a:pt x="38797" y="103139"/>
                  </a:lnTo>
                  <a:lnTo>
                    <a:pt x="17853" y="142876"/>
                  </a:lnTo>
                  <a:lnTo>
                    <a:pt x="4615" y="186788"/>
                  </a:lnTo>
                  <a:lnTo>
                    <a:pt x="0" y="233933"/>
                  </a:lnTo>
                  <a:lnTo>
                    <a:pt x="4615" y="281079"/>
                  </a:lnTo>
                  <a:lnTo>
                    <a:pt x="17853" y="324991"/>
                  </a:lnTo>
                  <a:lnTo>
                    <a:pt x="38797" y="364728"/>
                  </a:lnTo>
                  <a:lnTo>
                    <a:pt x="66532" y="399349"/>
                  </a:lnTo>
                  <a:lnTo>
                    <a:pt x="100142" y="427915"/>
                  </a:lnTo>
                  <a:lnTo>
                    <a:pt x="138713" y="449484"/>
                  </a:lnTo>
                  <a:lnTo>
                    <a:pt x="181329" y="463115"/>
                  </a:lnTo>
                  <a:lnTo>
                    <a:pt x="227076" y="467867"/>
                  </a:lnTo>
                  <a:lnTo>
                    <a:pt x="272822" y="463115"/>
                  </a:lnTo>
                  <a:lnTo>
                    <a:pt x="315438" y="449484"/>
                  </a:lnTo>
                  <a:lnTo>
                    <a:pt x="354009" y="427915"/>
                  </a:lnTo>
                  <a:lnTo>
                    <a:pt x="387619" y="399349"/>
                  </a:lnTo>
                  <a:lnTo>
                    <a:pt x="415354" y="364728"/>
                  </a:lnTo>
                  <a:lnTo>
                    <a:pt x="436298" y="324991"/>
                  </a:lnTo>
                  <a:lnTo>
                    <a:pt x="449536" y="281079"/>
                  </a:lnTo>
                  <a:lnTo>
                    <a:pt x="454152" y="233933"/>
                  </a:lnTo>
                  <a:lnTo>
                    <a:pt x="449536" y="186788"/>
                  </a:lnTo>
                  <a:lnTo>
                    <a:pt x="436298" y="142876"/>
                  </a:lnTo>
                  <a:lnTo>
                    <a:pt x="415354" y="103139"/>
                  </a:lnTo>
                  <a:lnTo>
                    <a:pt x="387619" y="68518"/>
                  </a:lnTo>
                  <a:lnTo>
                    <a:pt x="354009" y="39952"/>
                  </a:lnTo>
                  <a:lnTo>
                    <a:pt x="315438" y="18383"/>
                  </a:lnTo>
                  <a:lnTo>
                    <a:pt x="272822" y="4752"/>
                  </a:lnTo>
                  <a:lnTo>
                    <a:pt x="22707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3072384" y="5219700"/>
              <a:ext cx="871855" cy="1386840"/>
            </a:xfrm>
            <a:custGeom>
              <a:avLst/>
              <a:gdLst/>
              <a:ahLst/>
              <a:cxnLst/>
              <a:rect l="l" t="t" r="r" b="b"/>
              <a:pathLst>
                <a:path w="871854" h="1386840">
                  <a:moveTo>
                    <a:pt x="0" y="1152906"/>
                  </a:moveTo>
                  <a:lnTo>
                    <a:pt x="4615" y="1105760"/>
                  </a:lnTo>
                  <a:lnTo>
                    <a:pt x="17853" y="1061848"/>
                  </a:lnTo>
                  <a:lnTo>
                    <a:pt x="38797" y="1022111"/>
                  </a:lnTo>
                  <a:lnTo>
                    <a:pt x="66532" y="987490"/>
                  </a:lnTo>
                  <a:lnTo>
                    <a:pt x="100142" y="958924"/>
                  </a:lnTo>
                  <a:lnTo>
                    <a:pt x="138713" y="937355"/>
                  </a:lnTo>
                  <a:lnTo>
                    <a:pt x="181329" y="923724"/>
                  </a:lnTo>
                  <a:lnTo>
                    <a:pt x="227076" y="918972"/>
                  </a:lnTo>
                  <a:lnTo>
                    <a:pt x="272822" y="923724"/>
                  </a:lnTo>
                  <a:lnTo>
                    <a:pt x="315438" y="937355"/>
                  </a:lnTo>
                  <a:lnTo>
                    <a:pt x="354009" y="958924"/>
                  </a:lnTo>
                  <a:lnTo>
                    <a:pt x="387619" y="987490"/>
                  </a:lnTo>
                  <a:lnTo>
                    <a:pt x="415354" y="1022111"/>
                  </a:lnTo>
                  <a:lnTo>
                    <a:pt x="436298" y="1061848"/>
                  </a:lnTo>
                  <a:lnTo>
                    <a:pt x="449536" y="1105760"/>
                  </a:lnTo>
                  <a:lnTo>
                    <a:pt x="454152" y="1152906"/>
                  </a:lnTo>
                  <a:lnTo>
                    <a:pt x="449536" y="1200051"/>
                  </a:lnTo>
                  <a:lnTo>
                    <a:pt x="436298" y="1243963"/>
                  </a:lnTo>
                  <a:lnTo>
                    <a:pt x="415354" y="1283700"/>
                  </a:lnTo>
                  <a:lnTo>
                    <a:pt x="387619" y="1318321"/>
                  </a:lnTo>
                  <a:lnTo>
                    <a:pt x="354009" y="1346887"/>
                  </a:lnTo>
                  <a:lnTo>
                    <a:pt x="315438" y="1368456"/>
                  </a:lnTo>
                  <a:lnTo>
                    <a:pt x="272822" y="1382087"/>
                  </a:lnTo>
                  <a:lnTo>
                    <a:pt x="227076" y="1386840"/>
                  </a:lnTo>
                  <a:lnTo>
                    <a:pt x="181329" y="1382087"/>
                  </a:lnTo>
                  <a:lnTo>
                    <a:pt x="138713" y="1368456"/>
                  </a:lnTo>
                  <a:lnTo>
                    <a:pt x="100142" y="1346887"/>
                  </a:lnTo>
                  <a:lnTo>
                    <a:pt x="66532" y="1318321"/>
                  </a:lnTo>
                  <a:lnTo>
                    <a:pt x="38797" y="1283700"/>
                  </a:lnTo>
                  <a:lnTo>
                    <a:pt x="17853" y="1243963"/>
                  </a:lnTo>
                  <a:lnTo>
                    <a:pt x="4615" y="1200051"/>
                  </a:lnTo>
                  <a:lnTo>
                    <a:pt x="0" y="1152906"/>
                  </a:lnTo>
                  <a:close/>
                </a:path>
                <a:path w="871854" h="1386840">
                  <a:moveTo>
                    <a:pt x="397764" y="224790"/>
                  </a:moveTo>
                  <a:lnTo>
                    <a:pt x="402576" y="179470"/>
                  </a:lnTo>
                  <a:lnTo>
                    <a:pt x="416379" y="137267"/>
                  </a:lnTo>
                  <a:lnTo>
                    <a:pt x="438222" y="99082"/>
                  </a:lnTo>
                  <a:lnTo>
                    <a:pt x="467153" y="65817"/>
                  </a:lnTo>
                  <a:lnTo>
                    <a:pt x="502222" y="38375"/>
                  </a:lnTo>
                  <a:lnTo>
                    <a:pt x="542478" y="17656"/>
                  </a:lnTo>
                  <a:lnTo>
                    <a:pt x="586969" y="4564"/>
                  </a:lnTo>
                  <a:lnTo>
                    <a:pt x="634745" y="0"/>
                  </a:lnTo>
                  <a:lnTo>
                    <a:pt x="682522" y="4564"/>
                  </a:lnTo>
                  <a:lnTo>
                    <a:pt x="727013" y="17656"/>
                  </a:lnTo>
                  <a:lnTo>
                    <a:pt x="767269" y="38375"/>
                  </a:lnTo>
                  <a:lnTo>
                    <a:pt x="802338" y="65817"/>
                  </a:lnTo>
                  <a:lnTo>
                    <a:pt x="831269" y="99082"/>
                  </a:lnTo>
                  <a:lnTo>
                    <a:pt x="853112" y="137267"/>
                  </a:lnTo>
                  <a:lnTo>
                    <a:pt x="866915" y="179470"/>
                  </a:lnTo>
                  <a:lnTo>
                    <a:pt x="871728" y="224790"/>
                  </a:lnTo>
                  <a:lnTo>
                    <a:pt x="866915" y="270109"/>
                  </a:lnTo>
                  <a:lnTo>
                    <a:pt x="853112" y="312312"/>
                  </a:lnTo>
                  <a:lnTo>
                    <a:pt x="831269" y="350497"/>
                  </a:lnTo>
                  <a:lnTo>
                    <a:pt x="802338" y="383762"/>
                  </a:lnTo>
                  <a:lnTo>
                    <a:pt x="767269" y="411204"/>
                  </a:lnTo>
                  <a:lnTo>
                    <a:pt x="727013" y="431923"/>
                  </a:lnTo>
                  <a:lnTo>
                    <a:pt x="682522" y="445015"/>
                  </a:lnTo>
                  <a:lnTo>
                    <a:pt x="634745" y="449580"/>
                  </a:lnTo>
                  <a:lnTo>
                    <a:pt x="586969" y="445015"/>
                  </a:lnTo>
                  <a:lnTo>
                    <a:pt x="542478" y="431923"/>
                  </a:lnTo>
                  <a:lnTo>
                    <a:pt x="502222" y="411204"/>
                  </a:lnTo>
                  <a:lnTo>
                    <a:pt x="467153" y="383762"/>
                  </a:lnTo>
                  <a:lnTo>
                    <a:pt x="438222" y="350497"/>
                  </a:lnTo>
                  <a:lnTo>
                    <a:pt x="416379" y="312312"/>
                  </a:lnTo>
                  <a:lnTo>
                    <a:pt x="402576" y="270109"/>
                  </a:lnTo>
                  <a:lnTo>
                    <a:pt x="397764" y="22479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8" name="object 58"/>
          <p:cNvSpPr txBox="1"/>
          <p:nvPr/>
        </p:nvSpPr>
        <p:spPr>
          <a:xfrm>
            <a:off x="3618738" y="5230114"/>
            <a:ext cx="1803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libri"/>
                <a:cs typeface="Calibri"/>
              </a:rPr>
              <a:t>3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4241038" y="5205171"/>
            <a:ext cx="18034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libri"/>
                <a:cs typeface="Calibri"/>
              </a:rPr>
              <a:t>5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60" name="object 60"/>
          <p:cNvGrpSpPr/>
          <p:nvPr/>
        </p:nvGrpSpPr>
        <p:grpSpPr>
          <a:xfrm>
            <a:off x="4561141" y="6135433"/>
            <a:ext cx="481965" cy="459105"/>
            <a:chOff x="4561141" y="6135433"/>
            <a:chExt cx="481965" cy="459105"/>
          </a:xfrm>
        </p:grpSpPr>
        <p:sp>
          <p:nvSpPr>
            <p:cNvPr id="61" name="object 61"/>
            <p:cNvSpPr/>
            <p:nvPr/>
          </p:nvSpPr>
          <p:spPr>
            <a:xfrm>
              <a:off x="4565903" y="6140196"/>
              <a:ext cx="472440" cy="449580"/>
            </a:xfrm>
            <a:custGeom>
              <a:avLst/>
              <a:gdLst/>
              <a:ahLst/>
              <a:cxnLst/>
              <a:rect l="l" t="t" r="r" b="b"/>
              <a:pathLst>
                <a:path w="472439" h="449579">
                  <a:moveTo>
                    <a:pt x="236220" y="0"/>
                  </a:moveTo>
                  <a:lnTo>
                    <a:pt x="188622" y="4567"/>
                  </a:lnTo>
                  <a:lnTo>
                    <a:pt x="144285" y="17665"/>
                  </a:lnTo>
                  <a:lnTo>
                    <a:pt x="104161" y="38392"/>
                  </a:lnTo>
                  <a:lnTo>
                    <a:pt x="69199" y="65841"/>
                  </a:lnTo>
                  <a:lnTo>
                    <a:pt x="40351" y="99110"/>
                  </a:lnTo>
                  <a:lnTo>
                    <a:pt x="18567" y="137293"/>
                  </a:lnTo>
                  <a:lnTo>
                    <a:pt x="4800" y="179488"/>
                  </a:lnTo>
                  <a:lnTo>
                    <a:pt x="0" y="224789"/>
                  </a:lnTo>
                  <a:lnTo>
                    <a:pt x="4800" y="270091"/>
                  </a:lnTo>
                  <a:lnTo>
                    <a:pt x="18567" y="312286"/>
                  </a:lnTo>
                  <a:lnTo>
                    <a:pt x="40351" y="350469"/>
                  </a:lnTo>
                  <a:lnTo>
                    <a:pt x="69199" y="383738"/>
                  </a:lnTo>
                  <a:lnTo>
                    <a:pt x="104161" y="411187"/>
                  </a:lnTo>
                  <a:lnTo>
                    <a:pt x="144285" y="431914"/>
                  </a:lnTo>
                  <a:lnTo>
                    <a:pt x="188622" y="445012"/>
                  </a:lnTo>
                  <a:lnTo>
                    <a:pt x="236220" y="449579"/>
                  </a:lnTo>
                  <a:lnTo>
                    <a:pt x="283817" y="445012"/>
                  </a:lnTo>
                  <a:lnTo>
                    <a:pt x="328154" y="431914"/>
                  </a:lnTo>
                  <a:lnTo>
                    <a:pt x="368278" y="411187"/>
                  </a:lnTo>
                  <a:lnTo>
                    <a:pt x="403240" y="383738"/>
                  </a:lnTo>
                  <a:lnTo>
                    <a:pt x="432088" y="350469"/>
                  </a:lnTo>
                  <a:lnTo>
                    <a:pt x="453872" y="312286"/>
                  </a:lnTo>
                  <a:lnTo>
                    <a:pt x="467639" y="270091"/>
                  </a:lnTo>
                  <a:lnTo>
                    <a:pt x="472440" y="224789"/>
                  </a:lnTo>
                  <a:lnTo>
                    <a:pt x="467639" y="179488"/>
                  </a:lnTo>
                  <a:lnTo>
                    <a:pt x="453872" y="137293"/>
                  </a:lnTo>
                  <a:lnTo>
                    <a:pt x="432088" y="99110"/>
                  </a:lnTo>
                  <a:lnTo>
                    <a:pt x="403240" y="65841"/>
                  </a:lnTo>
                  <a:lnTo>
                    <a:pt x="368278" y="38392"/>
                  </a:lnTo>
                  <a:lnTo>
                    <a:pt x="328154" y="17665"/>
                  </a:lnTo>
                  <a:lnTo>
                    <a:pt x="283817" y="4567"/>
                  </a:lnTo>
                  <a:lnTo>
                    <a:pt x="2362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4565903" y="6140196"/>
              <a:ext cx="472440" cy="449580"/>
            </a:xfrm>
            <a:custGeom>
              <a:avLst/>
              <a:gdLst/>
              <a:ahLst/>
              <a:cxnLst/>
              <a:rect l="l" t="t" r="r" b="b"/>
              <a:pathLst>
                <a:path w="472439" h="449579">
                  <a:moveTo>
                    <a:pt x="0" y="224789"/>
                  </a:moveTo>
                  <a:lnTo>
                    <a:pt x="4800" y="179488"/>
                  </a:lnTo>
                  <a:lnTo>
                    <a:pt x="18567" y="137293"/>
                  </a:lnTo>
                  <a:lnTo>
                    <a:pt x="40351" y="99110"/>
                  </a:lnTo>
                  <a:lnTo>
                    <a:pt x="69199" y="65841"/>
                  </a:lnTo>
                  <a:lnTo>
                    <a:pt x="104161" y="38392"/>
                  </a:lnTo>
                  <a:lnTo>
                    <a:pt x="144285" y="17665"/>
                  </a:lnTo>
                  <a:lnTo>
                    <a:pt x="188622" y="4567"/>
                  </a:lnTo>
                  <a:lnTo>
                    <a:pt x="236220" y="0"/>
                  </a:lnTo>
                  <a:lnTo>
                    <a:pt x="283817" y="4567"/>
                  </a:lnTo>
                  <a:lnTo>
                    <a:pt x="328154" y="17665"/>
                  </a:lnTo>
                  <a:lnTo>
                    <a:pt x="368278" y="38392"/>
                  </a:lnTo>
                  <a:lnTo>
                    <a:pt x="403240" y="65841"/>
                  </a:lnTo>
                  <a:lnTo>
                    <a:pt x="432088" y="99110"/>
                  </a:lnTo>
                  <a:lnTo>
                    <a:pt x="453872" y="137293"/>
                  </a:lnTo>
                  <a:lnTo>
                    <a:pt x="467639" y="179488"/>
                  </a:lnTo>
                  <a:lnTo>
                    <a:pt x="472440" y="224789"/>
                  </a:lnTo>
                  <a:lnTo>
                    <a:pt x="467639" y="270091"/>
                  </a:lnTo>
                  <a:lnTo>
                    <a:pt x="453872" y="312286"/>
                  </a:lnTo>
                  <a:lnTo>
                    <a:pt x="432088" y="350469"/>
                  </a:lnTo>
                  <a:lnTo>
                    <a:pt x="403240" y="383738"/>
                  </a:lnTo>
                  <a:lnTo>
                    <a:pt x="368278" y="411187"/>
                  </a:lnTo>
                  <a:lnTo>
                    <a:pt x="328154" y="431914"/>
                  </a:lnTo>
                  <a:lnTo>
                    <a:pt x="283817" y="445012"/>
                  </a:lnTo>
                  <a:lnTo>
                    <a:pt x="236220" y="449579"/>
                  </a:lnTo>
                  <a:lnTo>
                    <a:pt x="188622" y="445012"/>
                  </a:lnTo>
                  <a:lnTo>
                    <a:pt x="144285" y="431914"/>
                  </a:lnTo>
                  <a:lnTo>
                    <a:pt x="104161" y="411187"/>
                  </a:lnTo>
                  <a:lnTo>
                    <a:pt x="69199" y="383738"/>
                  </a:lnTo>
                  <a:lnTo>
                    <a:pt x="40351" y="350469"/>
                  </a:lnTo>
                  <a:lnTo>
                    <a:pt x="18567" y="312286"/>
                  </a:lnTo>
                  <a:lnTo>
                    <a:pt x="4800" y="270091"/>
                  </a:lnTo>
                  <a:lnTo>
                    <a:pt x="0" y="224789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3" name="object 63"/>
          <p:cNvSpPr txBox="1"/>
          <p:nvPr/>
        </p:nvSpPr>
        <p:spPr>
          <a:xfrm>
            <a:off x="4714113" y="6151270"/>
            <a:ext cx="1803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libri"/>
                <a:cs typeface="Calibri"/>
              </a:rPr>
              <a:t>6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64" name="object 64"/>
          <p:cNvGrpSpPr/>
          <p:nvPr/>
        </p:nvGrpSpPr>
        <p:grpSpPr>
          <a:xfrm>
            <a:off x="4561141" y="3515677"/>
            <a:ext cx="1204595" cy="1334135"/>
            <a:chOff x="4561141" y="3515677"/>
            <a:chExt cx="1204595" cy="1334135"/>
          </a:xfrm>
        </p:grpSpPr>
        <p:sp>
          <p:nvSpPr>
            <p:cNvPr id="65" name="object 65"/>
            <p:cNvSpPr/>
            <p:nvPr/>
          </p:nvSpPr>
          <p:spPr>
            <a:xfrm>
              <a:off x="4565903" y="3520440"/>
              <a:ext cx="472440" cy="449580"/>
            </a:xfrm>
            <a:custGeom>
              <a:avLst/>
              <a:gdLst/>
              <a:ahLst/>
              <a:cxnLst/>
              <a:rect l="l" t="t" r="r" b="b"/>
              <a:pathLst>
                <a:path w="472439" h="449579">
                  <a:moveTo>
                    <a:pt x="236220" y="0"/>
                  </a:moveTo>
                  <a:lnTo>
                    <a:pt x="188622" y="4564"/>
                  </a:lnTo>
                  <a:lnTo>
                    <a:pt x="144285" y="17656"/>
                  </a:lnTo>
                  <a:lnTo>
                    <a:pt x="104161" y="38375"/>
                  </a:lnTo>
                  <a:lnTo>
                    <a:pt x="69199" y="65817"/>
                  </a:lnTo>
                  <a:lnTo>
                    <a:pt x="40351" y="99082"/>
                  </a:lnTo>
                  <a:lnTo>
                    <a:pt x="18567" y="137267"/>
                  </a:lnTo>
                  <a:lnTo>
                    <a:pt x="4800" y="179470"/>
                  </a:lnTo>
                  <a:lnTo>
                    <a:pt x="0" y="224790"/>
                  </a:lnTo>
                  <a:lnTo>
                    <a:pt x="4800" y="270109"/>
                  </a:lnTo>
                  <a:lnTo>
                    <a:pt x="18567" y="312312"/>
                  </a:lnTo>
                  <a:lnTo>
                    <a:pt x="40351" y="350497"/>
                  </a:lnTo>
                  <a:lnTo>
                    <a:pt x="69199" y="383762"/>
                  </a:lnTo>
                  <a:lnTo>
                    <a:pt x="104161" y="411204"/>
                  </a:lnTo>
                  <a:lnTo>
                    <a:pt x="144285" y="431923"/>
                  </a:lnTo>
                  <a:lnTo>
                    <a:pt x="188622" y="445015"/>
                  </a:lnTo>
                  <a:lnTo>
                    <a:pt x="236220" y="449580"/>
                  </a:lnTo>
                  <a:lnTo>
                    <a:pt x="283817" y="445015"/>
                  </a:lnTo>
                  <a:lnTo>
                    <a:pt x="328154" y="431923"/>
                  </a:lnTo>
                  <a:lnTo>
                    <a:pt x="368278" y="411204"/>
                  </a:lnTo>
                  <a:lnTo>
                    <a:pt x="403240" y="383762"/>
                  </a:lnTo>
                  <a:lnTo>
                    <a:pt x="432088" y="350497"/>
                  </a:lnTo>
                  <a:lnTo>
                    <a:pt x="453872" y="312312"/>
                  </a:lnTo>
                  <a:lnTo>
                    <a:pt x="467639" y="270109"/>
                  </a:lnTo>
                  <a:lnTo>
                    <a:pt x="472440" y="224790"/>
                  </a:lnTo>
                  <a:lnTo>
                    <a:pt x="467639" y="179470"/>
                  </a:lnTo>
                  <a:lnTo>
                    <a:pt x="453872" y="137267"/>
                  </a:lnTo>
                  <a:lnTo>
                    <a:pt x="432088" y="99082"/>
                  </a:lnTo>
                  <a:lnTo>
                    <a:pt x="403240" y="65817"/>
                  </a:lnTo>
                  <a:lnTo>
                    <a:pt x="368278" y="38375"/>
                  </a:lnTo>
                  <a:lnTo>
                    <a:pt x="328154" y="17656"/>
                  </a:lnTo>
                  <a:lnTo>
                    <a:pt x="283817" y="4564"/>
                  </a:lnTo>
                  <a:lnTo>
                    <a:pt x="2362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4565903" y="3520440"/>
              <a:ext cx="472440" cy="449580"/>
            </a:xfrm>
            <a:custGeom>
              <a:avLst/>
              <a:gdLst/>
              <a:ahLst/>
              <a:cxnLst/>
              <a:rect l="l" t="t" r="r" b="b"/>
              <a:pathLst>
                <a:path w="472439" h="449579">
                  <a:moveTo>
                    <a:pt x="0" y="224790"/>
                  </a:moveTo>
                  <a:lnTo>
                    <a:pt x="4800" y="179470"/>
                  </a:lnTo>
                  <a:lnTo>
                    <a:pt x="18567" y="137267"/>
                  </a:lnTo>
                  <a:lnTo>
                    <a:pt x="40351" y="99082"/>
                  </a:lnTo>
                  <a:lnTo>
                    <a:pt x="69199" y="65817"/>
                  </a:lnTo>
                  <a:lnTo>
                    <a:pt x="104161" y="38375"/>
                  </a:lnTo>
                  <a:lnTo>
                    <a:pt x="144285" y="17656"/>
                  </a:lnTo>
                  <a:lnTo>
                    <a:pt x="188622" y="4564"/>
                  </a:lnTo>
                  <a:lnTo>
                    <a:pt x="236220" y="0"/>
                  </a:lnTo>
                  <a:lnTo>
                    <a:pt x="283817" y="4564"/>
                  </a:lnTo>
                  <a:lnTo>
                    <a:pt x="328154" y="17656"/>
                  </a:lnTo>
                  <a:lnTo>
                    <a:pt x="368278" y="38375"/>
                  </a:lnTo>
                  <a:lnTo>
                    <a:pt x="403240" y="65817"/>
                  </a:lnTo>
                  <a:lnTo>
                    <a:pt x="432088" y="99082"/>
                  </a:lnTo>
                  <a:lnTo>
                    <a:pt x="453872" y="137267"/>
                  </a:lnTo>
                  <a:lnTo>
                    <a:pt x="467639" y="179470"/>
                  </a:lnTo>
                  <a:lnTo>
                    <a:pt x="472440" y="224790"/>
                  </a:lnTo>
                  <a:lnTo>
                    <a:pt x="467639" y="270109"/>
                  </a:lnTo>
                  <a:lnTo>
                    <a:pt x="453872" y="312312"/>
                  </a:lnTo>
                  <a:lnTo>
                    <a:pt x="432088" y="350497"/>
                  </a:lnTo>
                  <a:lnTo>
                    <a:pt x="403240" y="383762"/>
                  </a:lnTo>
                  <a:lnTo>
                    <a:pt x="368278" y="411204"/>
                  </a:lnTo>
                  <a:lnTo>
                    <a:pt x="328154" y="431923"/>
                  </a:lnTo>
                  <a:lnTo>
                    <a:pt x="283817" y="445015"/>
                  </a:lnTo>
                  <a:lnTo>
                    <a:pt x="236220" y="449580"/>
                  </a:lnTo>
                  <a:lnTo>
                    <a:pt x="188622" y="445015"/>
                  </a:lnTo>
                  <a:lnTo>
                    <a:pt x="144285" y="431923"/>
                  </a:lnTo>
                  <a:lnTo>
                    <a:pt x="104161" y="411204"/>
                  </a:lnTo>
                  <a:lnTo>
                    <a:pt x="69199" y="383762"/>
                  </a:lnTo>
                  <a:lnTo>
                    <a:pt x="40351" y="350497"/>
                  </a:lnTo>
                  <a:lnTo>
                    <a:pt x="18567" y="312312"/>
                  </a:lnTo>
                  <a:lnTo>
                    <a:pt x="4800" y="270109"/>
                  </a:lnTo>
                  <a:lnTo>
                    <a:pt x="0" y="22479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5288279" y="3520440"/>
              <a:ext cx="472440" cy="449580"/>
            </a:xfrm>
            <a:custGeom>
              <a:avLst/>
              <a:gdLst/>
              <a:ahLst/>
              <a:cxnLst/>
              <a:rect l="l" t="t" r="r" b="b"/>
              <a:pathLst>
                <a:path w="472439" h="449579">
                  <a:moveTo>
                    <a:pt x="236220" y="0"/>
                  </a:moveTo>
                  <a:lnTo>
                    <a:pt x="188622" y="4564"/>
                  </a:lnTo>
                  <a:lnTo>
                    <a:pt x="144285" y="17656"/>
                  </a:lnTo>
                  <a:lnTo>
                    <a:pt x="104161" y="38375"/>
                  </a:lnTo>
                  <a:lnTo>
                    <a:pt x="69199" y="65817"/>
                  </a:lnTo>
                  <a:lnTo>
                    <a:pt x="40351" y="99082"/>
                  </a:lnTo>
                  <a:lnTo>
                    <a:pt x="18567" y="137267"/>
                  </a:lnTo>
                  <a:lnTo>
                    <a:pt x="4800" y="179470"/>
                  </a:lnTo>
                  <a:lnTo>
                    <a:pt x="0" y="224790"/>
                  </a:lnTo>
                  <a:lnTo>
                    <a:pt x="4800" y="270109"/>
                  </a:lnTo>
                  <a:lnTo>
                    <a:pt x="18567" y="312312"/>
                  </a:lnTo>
                  <a:lnTo>
                    <a:pt x="40351" y="350497"/>
                  </a:lnTo>
                  <a:lnTo>
                    <a:pt x="69199" y="383762"/>
                  </a:lnTo>
                  <a:lnTo>
                    <a:pt x="104161" y="411204"/>
                  </a:lnTo>
                  <a:lnTo>
                    <a:pt x="144285" y="431923"/>
                  </a:lnTo>
                  <a:lnTo>
                    <a:pt x="188622" y="445015"/>
                  </a:lnTo>
                  <a:lnTo>
                    <a:pt x="236220" y="449580"/>
                  </a:lnTo>
                  <a:lnTo>
                    <a:pt x="283817" y="445015"/>
                  </a:lnTo>
                  <a:lnTo>
                    <a:pt x="328154" y="431923"/>
                  </a:lnTo>
                  <a:lnTo>
                    <a:pt x="368278" y="411204"/>
                  </a:lnTo>
                  <a:lnTo>
                    <a:pt x="403240" y="383762"/>
                  </a:lnTo>
                  <a:lnTo>
                    <a:pt x="432088" y="350497"/>
                  </a:lnTo>
                  <a:lnTo>
                    <a:pt x="453872" y="312312"/>
                  </a:lnTo>
                  <a:lnTo>
                    <a:pt x="467639" y="270109"/>
                  </a:lnTo>
                  <a:lnTo>
                    <a:pt x="472440" y="224790"/>
                  </a:lnTo>
                  <a:lnTo>
                    <a:pt x="467639" y="179470"/>
                  </a:lnTo>
                  <a:lnTo>
                    <a:pt x="453872" y="137267"/>
                  </a:lnTo>
                  <a:lnTo>
                    <a:pt x="432088" y="99082"/>
                  </a:lnTo>
                  <a:lnTo>
                    <a:pt x="403240" y="65817"/>
                  </a:lnTo>
                  <a:lnTo>
                    <a:pt x="368278" y="38375"/>
                  </a:lnTo>
                  <a:lnTo>
                    <a:pt x="328154" y="17656"/>
                  </a:lnTo>
                  <a:lnTo>
                    <a:pt x="283817" y="4564"/>
                  </a:lnTo>
                  <a:lnTo>
                    <a:pt x="2362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5288279" y="3520440"/>
              <a:ext cx="472440" cy="449580"/>
            </a:xfrm>
            <a:custGeom>
              <a:avLst/>
              <a:gdLst/>
              <a:ahLst/>
              <a:cxnLst/>
              <a:rect l="l" t="t" r="r" b="b"/>
              <a:pathLst>
                <a:path w="472439" h="449579">
                  <a:moveTo>
                    <a:pt x="0" y="224790"/>
                  </a:moveTo>
                  <a:lnTo>
                    <a:pt x="4800" y="179470"/>
                  </a:lnTo>
                  <a:lnTo>
                    <a:pt x="18567" y="137267"/>
                  </a:lnTo>
                  <a:lnTo>
                    <a:pt x="40351" y="99082"/>
                  </a:lnTo>
                  <a:lnTo>
                    <a:pt x="69199" y="65817"/>
                  </a:lnTo>
                  <a:lnTo>
                    <a:pt x="104161" y="38375"/>
                  </a:lnTo>
                  <a:lnTo>
                    <a:pt x="144285" y="17656"/>
                  </a:lnTo>
                  <a:lnTo>
                    <a:pt x="188622" y="4564"/>
                  </a:lnTo>
                  <a:lnTo>
                    <a:pt x="236220" y="0"/>
                  </a:lnTo>
                  <a:lnTo>
                    <a:pt x="283817" y="4564"/>
                  </a:lnTo>
                  <a:lnTo>
                    <a:pt x="328154" y="17656"/>
                  </a:lnTo>
                  <a:lnTo>
                    <a:pt x="368278" y="38375"/>
                  </a:lnTo>
                  <a:lnTo>
                    <a:pt x="403240" y="65817"/>
                  </a:lnTo>
                  <a:lnTo>
                    <a:pt x="432088" y="99082"/>
                  </a:lnTo>
                  <a:lnTo>
                    <a:pt x="453872" y="137267"/>
                  </a:lnTo>
                  <a:lnTo>
                    <a:pt x="467639" y="179470"/>
                  </a:lnTo>
                  <a:lnTo>
                    <a:pt x="472440" y="224790"/>
                  </a:lnTo>
                  <a:lnTo>
                    <a:pt x="467639" y="270109"/>
                  </a:lnTo>
                  <a:lnTo>
                    <a:pt x="453872" y="312312"/>
                  </a:lnTo>
                  <a:lnTo>
                    <a:pt x="432088" y="350497"/>
                  </a:lnTo>
                  <a:lnTo>
                    <a:pt x="403240" y="383762"/>
                  </a:lnTo>
                  <a:lnTo>
                    <a:pt x="368278" y="411204"/>
                  </a:lnTo>
                  <a:lnTo>
                    <a:pt x="328154" y="431923"/>
                  </a:lnTo>
                  <a:lnTo>
                    <a:pt x="283817" y="445015"/>
                  </a:lnTo>
                  <a:lnTo>
                    <a:pt x="236220" y="449580"/>
                  </a:lnTo>
                  <a:lnTo>
                    <a:pt x="188622" y="445015"/>
                  </a:lnTo>
                  <a:lnTo>
                    <a:pt x="144285" y="431923"/>
                  </a:lnTo>
                  <a:lnTo>
                    <a:pt x="104161" y="411204"/>
                  </a:lnTo>
                  <a:lnTo>
                    <a:pt x="69199" y="383762"/>
                  </a:lnTo>
                  <a:lnTo>
                    <a:pt x="40351" y="350497"/>
                  </a:lnTo>
                  <a:lnTo>
                    <a:pt x="18567" y="312312"/>
                  </a:lnTo>
                  <a:lnTo>
                    <a:pt x="4800" y="270109"/>
                  </a:lnTo>
                  <a:lnTo>
                    <a:pt x="0" y="22479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4591811" y="4395216"/>
              <a:ext cx="472440" cy="449580"/>
            </a:xfrm>
            <a:custGeom>
              <a:avLst/>
              <a:gdLst/>
              <a:ahLst/>
              <a:cxnLst/>
              <a:rect l="l" t="t" r="r" b="b"/>
              <a:pathLst>
                <a:path w="472439" h="449579">
                  <a:moveTo>
                    <a:pt x="236220" y="0"/>
                  </a:moveTo>
                  <a:lnTo>
                    <a:pt x="188622" y="4564"/>
                  </a:lnTo>
                  <a:lnTo>
                    <a:pt x="144285" y="17656"/>
                  </a:lnTo>
                  <a:lnTo>
                    <a:pt x="104161" y="38375"/>
                  </a:lnTo>
                  <a:lnTo>
                    <a:pt x="69199" y="65817"/>
                  </a:lnTo>
                  <a:lnTo>
                    <a:pt x="40351" y="99082"/>
                  </a:lnTo>
                  <a:lnTo>
                    <a:pt x="18567" y="137267"/>
                  </a:lnTo>
                  <a:lnTo>
                    <a:pt x="4800" y="179470"/>
                  </a:lnTo>
                  <a:lnTo>
                    <a:pt x="0" y="224789"/>
                  </a:lnTo>
                  <a:lnTo>
                    <a:pt x="4800" y="270109"/>
                  </a:lnTo>
                  <a:lnTo>
                    <a:pt x="18567" y="312312"/>
                  </a:lnTo>
                  <a:lnTo>
                    <a:pt x="40351" y="350497"/>
                  </a:lnTo>
                  <a:lnTo>
                    <a:pt x="69199" y="383762"/>
                  </a:lnTo>
                  <a:lnTo>
                    <a:pt x="104161" y="411204"/>
                  </a:lnTo>
                  <a:lnTo>
                    <a:pt x="144285" y="431923"/>
                  </a:lnTo>
                  <a:lnTo>
                    <a:pt x="188622" y="445015"/>
                  </a:lnTo>
                  <a:lnTo>
                    <a:pt x="236220" y="449579"/>
                  </a:lnTo>
                  <a:lnTo>
                    <a:pt x="283817" y="445015"/>
                  </a:lnTo>
                  <a:lnTo>
                    <a:pt x="328154" y="431923"/>
                  </a:lnTo>
                  <a:lnTo>
                    <a:pt x="368278" y="411204"/>
                  </a:lnTo>
                  <a:lnTo>
                    <a:pt x="403240" y="383762"/>
                  </a:lnTo>
                  <a:lnTo>
                    <a:pt x="432088" y="350497"/>
                  </a:lnTo>
                  <a:lnTo>
                    <a:pt x="453872" y="312312"/>
                  </a:lnTo>
                  <a:lnTo>
                    <a:pt x="467639" y="270109"/>
                  </a:lnTo>
                  <a:lnTo>
                    <a:pt x="472439" y="224789"/>
                  </a:lnTo>
                  <a:lnTo>
                    <a:pt x="467639" y="179470"/>
                  </a:lnTo>
                  <a:lnTo>
                    <a:pt x="453872" y="137267"/>
                  </a:lnTo>
                  <a:lnTo>
                    <a:pt x="432088" y="99082"/>
                  </a:lnTo>
                  <a:lnTo>
                    <a:pt x="403240" y="65817"/>
                  </a:lnTo>
                  <a:lnTo>
                    <a:pt x="368278" y="38375"/>
                  </a:lnTo>
                  <a:lnTo>
                    <a:pt x="328154" y="17656"/>
                  </a:lnTo>
                  <a:lnTo>
                    <a:pt x="283817" y="4564"/>
                  </a:lnTo>
                  <a:lnTo>
                    <a:pt x="2362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4591811" y="4395216"/>
              <a:ext cx="472440" cy="449580"/>
            </a:xfrm>
            <a:custGeom>
              <a:avLst/>
              <a:gdLst/>
              <a:ahLst/>
              <a:cxnLst/>
              <a:rect l="l" t="t" r="r" b="b"/>
              <a:pathLst>
                <a:path w="472439" h="449579">
                  <a:moveTo>
                    <a:pt x="0" y="224789"/>
                  </a:moveTo>
                  <a:lnTo>
                    <a:pt x="4800" y="179470"/>
                  </a:lnTo>
                  <a:lnTo>
                    <a:pt x="18567" y="137267"/>
                  </a:lnTo>
                  <a:lnTo>
                    <a:pt x="40351" y="99082"/>
                  </a:lnTo>
                  <a:lnTo>
                    <a:pt x="69199" y="65817"/>
                  </a:lnTo>
                  <a:lnTo>
                    <a:pt x="104161" y="38375"/>
                  </a:lnTo>
                  <a:lnTo>
                    <a:pt x="144285" y="17656"/>
                  </a:lnTo>
                  <a:lnTo>
                    <a:pt x="188622" y="4564"/>
                  </a:lnTo>
                  <a:lnTo>
                    <a:pt x="236220" y="0"/>
                  </a:lnTo>
                  <a:lnTo>
                    <a:pt x="283817" y="4564"/>
                  </a:lnTo>
                  <a:lnTo>
                    <a:pt x="328154" y="17656"/>
                  </a:lnTo>
                  <a:lnTo>
                    <a:pt x="368278" y="38375"/>
                  </a:lnTo>
                  <a:lnTo>
                    <a:pt x="403240" y="65817"/>
                  </a:lnTo>
                  <a:lnTo>
                    <a:pt x="432088" y="99082"/>
                  </a:lnTo>
                  <a:lnTo>
                    <a:pt x="453872" y="137267"/>
                  </a:lnTo>
                  <a:lnTo>
                    <a:pt x="467639" y="179470"/>
                  </a:lnTo>
                  <a:lnTo>
                    <a:pt x="472439" y="224789"/>
                  </a:lnTo>
                  <a:lnTo>
                    <a:pt x="467639" y="270109"/>
                  </a:lnTo>
                  <a:lnTo>
                    <a:pt x="453872" y="312312"/>
                  </a:lnTo>
                  <a:lnTo>
                    <a:pt x="432088" y="350497"/>
                  </a:lnTo>
                  <a:lnTo>
                    <a:pt x="403240" y="383762"/>
                  </a:lnTo>
                  <a:lnTo>
                    <a:pt x="368278" y="411204"/>
                  </a:lnTo>
                  <a:lnTo>
                    <a:pt x="328154" y="431923"/>
                  </a:lnTo>
                  <a:lnTo>
                    <a:pt x="283817" y="445015"/>
                  </a:lnTo>
                  <a:lnTo>
                    <a:pt x="236220" y="449579"/>
                  </a:lnTo>
                  <a:lnTo>
                    <a:pt x="188622" y="445015"/>
                  </a:lnTo>
                  <a:lnTo>
                    <a:pt x="144285" y="431923"/>
                  </a:lnTo>
                  <a:lnTo>
                    <a:pt x="104161" y="411204"/>
                  </a:lnTo>
                  <a:lnTo>
                    <a:pt x="69199" y="383762"/>
                  </a:lnTo>
                  <a:lnTo>
                    <a:pt x="40351" y="350497"/>
                  </a:lnTo>
                  <a:lnTo>
                    <a:pt x="18567" y="312312"/>
                  </a:lnTo>
                  <a:lnTo>
                    <a:pt x="4800" y="270109"/>
                  </a:lnTo>
                  <a:lnTo>
                    <a:pt x="0" y="224789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1" name="object 71"/>
          <p:cNvSpPr txBox="1"/>
          <p:nvPr/>
        </p:nvSpPr>
        <p:spPr>
          <a:xfrm>
            <a:off x="3171570" y="3630548"/>
            <a:ext cx="1803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libri"/>
                <a:cs typeface="Calibri"/>
              </a:rPr>
              <a:t>0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4726051" y="3537915"/>
            <a:ext cx="880110" cy="1265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11835" algn="l"/>
              </a:tabLst>
            </a:pPr>
            <a:r>
              <a:rPr sz="2400" spc="-50" dirty="0">
                <a:latin typeface="Calibri"/>
                <a:cs typeface="Calibri"/>
              </a:rPr>
              <a:t>8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50" dirty="0">
                <a:latin typeface="Calibri"/>
                <a:cs typeface="Calibri"/>
              </a:rPr>
              <a:t>9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70"/>
              </a:spcBef>
            </a:pPr>
            <a:endParaRPr sz="2400">
              <a:latin typeface="Calibri"/>
              <a:cs typeface="Calibri"/>
            </a:endParaRPr>
          </a:p>
          <a:p>
            <a:pPr marL="47625">
              <a:lnSpc>
                <a:spcPct val="100000"/>
              </a:lnSpc>
            </a:pPr>
            <a:r>
              <a:rPr sz="2400" spc="-50" dirty="0">
                <a:latin typeface="Calibri"/>
                <a:cs typeface="Calibri"/>
              </a:rPr>
              <a:t>7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2777744" y="5267959"/>
            <a:ext cx="1803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libri"/>
                <a:cs typeface="Calibri"/>
              </a:rPr>
              <a:t>2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3192272" y="6169558"/>
            <a:ext cx="1803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libri"/>
                <a:cs typeface="Calibri"/>
              </a:rPr>
              <a:t>4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5" name="object 75"/>
          <p:cNvSpPr/>
          <p:nvPr/>
        </p:nvSpPr>
        <p:spPr>
          <a:xfrm>
            <a:off x="4428744" y="4796028"/>
            <a:ext cx="281940" cy="424180"/>
          </a:xfrm>
          <a:custGeom>
            <a:avLst/>
            <a:gdLst/>
            <a:ahLst/>
            <a:cxnLst/>
            <a:rect l="l" t="t" r="r" b="b"/>
            <a:pathLst>
              <a:path w="281939" h="424179">
                <a:moveTo>
                  <a:pt x="0" y="423672"/>
                </a:moveTo>
                <a:lnTo>
                  <a:pt x="281939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6" name="object 76"/>
          <p:cNvGrpSpPr/>
          <p:nvPr/>
        </p:nvGrpSpPr>
        <p:grpSpPr>
          <a:xfrm>
            <a:off x="7569517" y="3564445"/>
            <a:ext cx="2472690" cy="2781935"/>
            <a:chOff x="7569517" y="3564445"/>
            <a:chExt cx="2472690" cy="2781935"/>
          </a:xfrm>
        </p:grpSpPr>
        <p:sp>
          <p:nvSpPr>
            <p:cNvPr id="77" name="object 77"/>
            <p:cNvSpPr/>
            <p:nvPr/>
          </p:nvSpPr>
          <p:spPr>
            <a:xfrm>
              <a:off x="7821168" y="3643884"/>
              <a:ext cx="2216150" cy="2697480"/>
            </a:xfrm>
            <a:custGeom>
              <a:avLst/>
              <a:gdLst/>
              <a:ahLst/>
              <a:cxnLst/>
              <a:rect l="l" t="t" r="r" b="b"/>
              <a:pathLst>
                <a:path w="2216150" h="2697479">
                  <a:moveTo>
                    <a:pt x="0" y="173736"/>
                  </a:moveTo>
                  <a:lnTo>
                    <a:pt x="0" y="1048512"/>
                  </a:lnTo>
                </a:path>
                <a:path w="2216150" h="2697479">
                  <a:moveTo>
                    <a:pt x="76200" y="2697480"/>
                  </a:moveTo>
                  <a:lnTo>
                    <a:pt x="498348" y="1723644"/>
                  </a:lnTo>
                </a:path>
                <a:path w="2216150" h="2697479">
                  <a:moveTo>
                    <a:pt x="524255" y="1749552"/>
                  </a:moveTo>
                  <a:lnTo>
                    <a:pt x="1071372" y="1749552"/>
                  </a:lnTo>
                </a:path>
                <a:path w="2216150" h="2697479">
                  <a:moveTo>
                    <a:pt x="1046987" y="1749552"/>
                  </a:moveTo>
                  <a:lnTo>
                    <a:pt x="1571243" y="2624328"/>
                  </a:lnTo>
                </a:path>
                <a:path w="2216150" h="2697479">
                  <a:moveTo>
                    <a:pt x="1545335" y="2572512"/>
                  </a:moveTo>
                  <a:lnTo>
                    <a:pt x="1545335" y="0"/>
                  </a:lnTo>
                </a:path>
                <a:path w="2216150" h="2697479">
                  <a:moveTo>
                    <a:pt x="1545335" y="923544"/>
                  </a:moveTo>
                  <a:lnTo>
                    <a:pt x="2215896" y="124968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7574280" y="3569208"/>
              <a:ext cx="472440" cy="448309"/>
            </a:xfrm>
            <a:custGeom>
              <a:avLst/>
              <a:gdLst/>
              <a:ahLst/>
              <a:cxnLst/>
              <a:rect l="l" t="t" r="r" b="b"/>
              <a:pathLst>
                <a:path w="472440" h="448310">
                  <a:moveTo>
                    <a:pt x="236220" y="0"/>
                  </a:moveTo>
                  <a:lnTo>
                    <a:pt x="188622" y="4552"/>
                  </a:lnTo>
                  <a:lnTo>
                    <a:pt x="144285" y="17609"/>
                  </a:lnTo>
                  <a:lnTo>
                    <a:pt x="104161" y="38268"/>
                  </a:lnTo>
                  <a:lnTo>
                    <a:pt x="69199" y="65627"/>
                  </a:lnTo>
                  <a:lnTo>
                    <a:pt x="40351" y="98784"/>
                  </a:lnTo>
                  <a:lnTo>
                    <a:pt x="18567" y="136838"/>
                  </a:lnTo>
                  <a:lnTo>
                    <a:pt x="4800" y="178886"/>
                  </a:lnTo>
                  <a:lnTo>
                    <a:pt x="0" y="224027"/>
                  </a:lnTo>
                  <a:lnTo>
                    <a:pt x="4800" y="269169"/>
                  </a:lnTo>
                  <a:lnTo>
                    <a:pt x="18567" y="311217"/>
                  </a:lnTo>
                  <a:lnTo>
                    <a:pt x="40351" y="349271"/>
                  </a:lnTo>
                  <a:lnTo>
                    <a:pt x="69199" y="382428"/>
                  </a:lnTo>
                  <a:lnTo>
                    <a:pt x="104161" y="409787"/>
                  </a:lnTo>
                  <a:lnTo>
                    <a:pt x="144285" y="430446"/>
                  </a:lnTo>
                  <a:lnTo>
                    <a:pt x="188622" y="443503"/>
                  </a:lnTo>
                  <a:lnTo>
                    <a:pt x="236220" y="448055"/>
                  </a:lnTo>
                  <a:lnTo>
                    <a:pt x="283817" y="443503"/>
                  </a:lnTo>
                  <a:lnTo>
                    <a:pt x="328154" y="430446"/>
                  </a:lnTo>
                  <a:lnTo>
                    <a:pt x="368278" y="409787"/>
                  </a:lnTo>
                  <a:lnTo>
                    <a:pt x="403240" y="382428"/>
                  </a:lnTo>
                  <a:lnTo>
                    <a:pt x="432088" y="349271"/>
                  </a:lnTo>
                  <a:lnTo>
                    <a:pt x="453872" y="311217"/>
                  </a:lnTo>
                  <a:lnTo>
                    <a:pt x="467639" y="269169"/>
                  </a:lnTo>
                  <a:lnTo>
                    <a:pt x="472440" y="224027"/>
                  </a:lnTo>
                  <a:lnTo>
                    <a:pt x="467639" y="178886"/>
                  </a:lnTo>
                  <a:lnTo>
                    <a:pt x="453872" y="136838"/>
                  </a:lnTo>
                  <a:lnTo>
                    <a:pt x="432088" y="98784"/>
                  </a:lnTo>
                  <a:lnTo>
                    <a:pt x="403240" y="65627"/>
                  </a:lnTo>
                  <a:lnTo>
                    <a:pt x="368278" y="38268"/>
                  </a:lnTo>
                  <a:lnTo>
                    <a:pt x="328154" y="17609"/>
                  </a:lnTo>
                  <a:lnTo>
                    <a:pt x="283817" y="4552"/>
                  </a:lnTo>
                  <a:lnTo>
                    <a:pt x="2362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7574280" y="3569208"/>
              <a:ext cx="472440" cy="448309"/>
            </a:xfrm>
            <a:custGeom>
              <a:avLst/>
              <a:gdLst/>
              <a:ahLst/>
              <a:cxnLst/>
              <a:rect l="l" t="t" r="r" b="b"/>
              <a:pathLst>
                <a:path w="472440" h="448310">
                  <a:moveTo>
                    <a:pt x="0" y="224027"/>
                  </a:moveTo>
                  <a:lnTo>
                    <a:pt x="4800" y="178886"/>
                  </a:lnTo>
                  <a:lnTo>
                    <a:pt x="18567" y="136838"/>
                  </a:lnTo>
                  <a:lnTo>
                    <a:pt x="40351" y="98784"/>
                  </a:lnTo>
                  <a:lnTo>
                    <a:pt x="69199" y="65627"/>
                  </a:lnTo>
                  <a:lnTo>
                    <a:pt x="104161" y="38268"/>
                  </a:lnTo>
                  <a:lnTo>
                    <a:pt x="144285" y="17609"/>
                  </a:lnTo>
                  <a:lnTo>
                    <a:pt x="188622" y="4552"/>
                  </a:lnTo>
                  <a:lnTo>
                    <a:pt x="236220" y="0"/>
                  </a:lnTo>
                  <a:lnTo>
                    <a:pt x="283817" y="4552"/>
                  </a:lnTo>
                  <a:lnTo>
                    <a:pt x="328154" y="17609"/>
                  </a:lnTo>
                  <a:lnTo>
                    <a:pt x="368278" y="38268"/>
                  </a:lnTo>
                  <a:lnTo>
                    <a:pt x="403240" y="65627"/>
                  </a:lnTo>
                  <a:lnTo>
                    <a:pt x="432088" y="98784"/>
                  </a:lnTo>
                  <a:lnTo>
                    <a:pt x="453872" y="136838"/>
                  </a:lnTo>
                  <a:lnTo>
                    <a:pt x="467639" y="178886"/>
                  </a:lnTo>
                  <a:lnTo>
                    <a:pt x="472440" y="224027"/>
                  </a:lnTo>
                  <a:lnTo>
                    <a:pt x="467639" y="269169"/>
                  </a:lnTo>
                  <a:lnTo>
                    <a:pt x="453872" y="311217"/>
                  </a:lnTo>
                  <a:lnTo>
                    <a:pt x="432088" y="349271"/>
                  </a:lnTo>
                  <a:lnTo>
                    <a:pt x="403240" y="382428"/>
                  </a:lnTo>
                  <a:lnTo>
                    <a:pt x="368278" y="409787"/>
                  </a:lnTo>
                  <a:lnTo>
                    <a:pt x="328154" y="430446"/>
                  </a:lnTo>
                  <a:lnTo>
                    <a:pt x="283817" y="443503"/>
                  </a:lnTo>
                  <a:lnTo>
                    <a:pt x="236220" y="448055"/>
                  </a:lnTo>
                  <a:lnTo>
                    <a:pt x="188622" y="443503"/>
                  </a:lnTo>
                  <a:lnTo>
                    <a:pt x="144285" y="430446"/>
                  </a:lnTo>
                  <a:lnTo>
                    <a:pt x="104161" y="409787"/>
                  </a:lnTo>
                  <a:lnTo>
                    <a:pt x="69199" y="382428"/>
                  </a:lnTo>
                  <a:lnTo>
                    <a:pt x="40351" y="349271"/>
                  </a:lnTo>
                  <a:lnTo>
                    <a:pt x="18567" y="311217"/>
                  </a:lnTo>
                  <a:lnTo>
                    <a:pt x="4800" y="269169"/>
                  </a:lnTo>
                  <a:lnTo>
                    <a:pt x="0" y="224027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7616952" y="4492752"/>
              <a:ext cx="454659" cy="451484"/>
            </a:xfrm>
            <a:custGeom>
              <a:avLst/>
              <a:gdLst/>
              <a:ahLst/>
              <a:cxnLst/>
              <a:rect l="l" t="t" r="r" b="b"/>
              <a:pathLst>
                <a:path w="454659" h="451485">
                  <a:moveTo>
                    <a:pt x="227075" y="0"/>
                  </a:moveTo>
                  <a:lnTo>
                    <a:pt x="181329" y="4581"/>
                  </a:lnTo>
                  <a:lnTo>
                    <a:pt x="138713" y="17722"/>
                  </a:lnTo>
                  <a:lnTo>
                    <a:pt x="100142" y="38515"/>
                  </a:lnTo>
                  <a:lnTo>
                    <a:pt x="66532" y="66055"/>
                  </a:lnTo>
                  <a:lnTo>
                    <a:pt x="38797" y="99435"/>
                  </a:lnTo>
                  <a:lnTo>
                    <a:pt x="17853" y="137749"/>
                  </a:lnTo>
                  <a:lnTo>
                    <a:pt x="4615" y="180090"/>
                  </a:lnTo>
                  <a:lnTo>
                    <a:pt x="0" y="225552"/>
                  </a:lnTo>
                  <a:lnTo>
                    <a:pt x="4615" y="271013"/>
                  </a:lnTo>
                  <a:lnTo>
                    <a:pt x="17853" y="313354"/>
                  </a:lnTo>
                  <a:lnTo>
                    <a:pt x="38797" y="351668"/>
                  </a:lnTo>
                  <a:lnTo>
                    <a:pt x="66532" y="385048"/>
                  </a:lnTo>
                  <a:lnTo>
                    <a:pt x="100142" y="412588"/>
                  </a:lnTo>
                  <a:lnTo>
                    <a:pt x="138713" y="433381"/>
                  </a:lnTo>
                  <a:lnTo>
                    <a:pt x="181329" y="446522"/>
                  </a:lnTo>
                  <a:lnTo>
                    <a:pt x="227075" y="451104"/>
                  </a:lnTo>
                  <a:lnTo>
                    <a:pt x="272822" y="446522"/>
                  </a:lnTo>
                  <a:lnTo>
                    <a:pt x="315438" y="433381"/>
                  </a:lnTo>
                  <a:lnTo>
                    <a:pt x="354009" y="412588"/>
                  </a:lnTo>
                  <a:lnTo>
                    <a:pt x="387619" y="385048"/>
                  </a:lnTo>
                  <a:lnTo>
                    <a:pt x="415354" y="351668"/>
                  </a:lnTo>
                  <a:lnTo>
                    <a:pt x="436298" y="313354"/>
                  </a:lnTo>
                  <a:lnTo>
                    <a:pt x="449536" y="271013"/>
                  </a:lnTo>
                  <a:lnTo>
                    <a:pt x="454151" y="225552"/>
                  </a:lnTo>
                  <a:lnTo>
                    <a:pt x="449536" y="180090"/>
                  </a:lnTo>
                  <a:lnTo>
                    <a:pt x="436298" y="137749"/>
                  </a:lnTo>
                  <a:lnTo>
                    <a:pt x="415354" y="99435"/>
                  </a:lnTo>
                  <a:lnTo>
                    <a:pt x="387619" y="66055"/>
                  </a:lnTo>
                  <a:lnTo>
                    <a:pt x="354009" y="38515"/>
                  </a:lnTo>
                  <a:lnTo>
                    <a:pt x="315438" y="17722"/>
                  </a:lnTo>
                  <a:lnTo>
                    <a:pt x="272822" y="4581"/>
                  </a:lnTo>
                  <a:lnTo>
                    <a:pt x="2270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7616952" y="4492752"/>
              <a:ext cx="454659" cy="451484"/>
            </a:xfrm>
            <a:custGeom>
              <a:avLst/>
              <a:gdLst/>
              <a:ahLst/>
              <a:cxnLst/>
              <a:rect l="l" t="t" r="r" b="b"/>
              <a:pathLst>
                <a:path w="454659" h="451485">
                  <a:moveTo>
                    <a:pt x="0" y="225552"/>
                  </a:moveTo>
                  <a:lnTo>
                    <a:pt x="4615" y="180090"/>
                  </a:lnTo>
                  <a:lnTo>
                    <a:pt x="17853" y="137749"/>
                  </a:lnTo>
                  <a:lnTo>
                    <a:pt x="38797" y="99435"/>
                  </a:lnTo>
                  <a:lnTo>
                    <a:pt x="66532" y="66055"/>
                  </a:lnTo>
                  <a:lnTo>
                    <a:pt x="100142" y="38515"/>
                  </a:lnTo>
                  <a:lnTo>
                    <a:pt x="138713" y="17722"/>
                  </a:lnTo>
                  <a:lnTo>
                    <a:pt x="181329" y="4581"/>
                  </a:lnTo>
                  <a:lnTo>
                    <a:pt x="227075" y="0"/>
                  </a:lnTo>
                  <a:lnTo>
                    <a:pt x="272822" y="4581"/>
                  </a:lnTo>
                  <a:lnTo>
                    <a:pt x="315438" y="17722"/>
                  </a:lnTo>
                  <a:lnTo>
                    <a:pt x="354009" y="38515"/>
                  </a:lnTo>
                  <a:lnTo>
                    <a:pt x="387619" y="66055"/>
                  </a:lnTo>
                  <a:lnTo>
                    <a:pt x="415354" y="99435"/>
                  </a:lnTo>
                  <a:lnTo>
                    <a:pt x="436298" y="137749"/>
                  </a:lnTo>
                  <a:lnTo>
                    <a:pt x="449536" y="180090"/>
                  </a:lnTo>
                  <a:lnTo>
                    <a:pt x="454151" y="225552"/>
                  </a:lnTo>
                  <a:lnTo>
                    <a:pt x="449536" y="271013"/>
                  </a:lnTo>
                  <a:lnTo>
                    <a:pt x="436298" y="313354"/>
                  </a:lnTo>
                  <a:lnTo>
                    <a:pt x="415354" y="351668"/>
                  </a:lnTo>
                  <a:lnTo>
                    <a:pt x="387619" y="385048"/>
                  </a:lnTo>
                  <a:lnTo>
                    <a:pt x="354009" y="412588"/>
                  </a:lnTo>
                  <a:lnTo>
                    <a:pt x="315438" y="433381"/>
                  </a:lnTo>
                  <a:lnTo>
                    <a:pt x="272822" y="446522"/>
                  </a:lnTo>
                  <a:lnTo>
                    <a:pt x="227075" y="451104"/>
                  </a:lnTo>
                  <a:lnTo>
                    <a:pt x="181329" y="446522"/>
                  </a:lnTo>
                  <a:lnTo>
                    <a:pt x="138713" y="433381"/>
                  </a:lnTo>
                  <a:lnTo>
                    <a:pt x="100142" y="412588"/>
                  </a:lnTo>
                  <a:lnTo>
                    <a:pt x="66532" y="385048"/>
                  </a:lnTo>
                  <a:lnTo>
                    <a:pt x="38797" y="351668"/>
                  </a:lnTo>
                  <a:lnTo>
                    <a:pt x="17853" y="313354"/>
                  </a:lnTo>
                  <a:lnTo>
                    <a:pt x="4615" y="271013"/>
                  </a:lnTo>
                  <a:lnTo>
                    <a:pt x="0" y="225552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2" name="object 82"/>
          <p:cNvSpPr txBox="1"/>
          <p:nvPr/>
        </p:nvSpPr>
        <p:spPr>
          <a:xfrm>
            <a:off x="7763002" y="4503801"/>
            <a:ext cx="1803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libri"/>
                <a:cs typeface="Calibri"/>
              </a:rPr>
              <a:t>1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83" name="object 83"/>
          <p:cNvGrpSpPr/>
          <p:nvPr/>
        </p:nvGrpSpPr>
        <p:grpSpPr>
          <a:xfrm>
            <a:off x="7145845" y="5163121"/>
            <a:ext cx="1353820" cy="1396365"/>
            <a:chOff x="7145845" y="5163121"/>
            <a:chExt cx="1353820" cy="1396365"/>
          </a:xfrm>
        </p:grpSpPr>
        <p:sp>
          <p:nvSpPr>
            <p:cNvPr id="84" name="object 84"/>
            <p:cNvSpPr/>
            <p:nvPr/>
          </p:nvSpPr>
          <p:spPr>
            <a:xfrm>
              <a:off x="7150607" y="5218176"/>
              <a:ext cx="472440" cy="449580"/>
            </a:xfrm>
            <a:custGeom>
              <a:avLst/>
              <a:gdLst/>
              <a:ahLst/>
              <a:cxnLst/>
              <a:rect l="l" t="t" r="r" b="b"/>
              <a:pathLst>
                <a:path w="472440" h="449579">
                  <a:moveTo>
                    <a:pt x="0" y="224790"/>
                  </a:moveTo>
                  <a:lnTo>
                    <a:pt x="4800" y="179470"/>
                  </a:lnTo>
                  <a:lnTo>
                    <a:pt x="18567" y="137267"/>
                  </a:lnTo>
                  <a:lnTo>
                    <a:pt x="40351" y="99082"/>
                  </a:lnTo>
                  <a:lnTo>
                    <a:pt x="69199" y="65817"/>
                  </a:lnTo>
                  <a:lnTo>
                    <a:pt x="104161" y="38375"/>
                  </a:lnTo>
                  <a:lnTo>
                    <a:pt x="144285" y="17656"/>
                  </a:lnTo>
                  <a:lnTo>
                    <a:pt x="188622" y="4564"/>
                  </a:lnTo>
                  <a:lnTo>
                    <a:pt x="236220" y="0"/>
                  </a:lnTo>
                  <a:lnTo>
                    <a:pt x="283817" y="4564"/>
                  </a:lnTo>
                  <a:lnTo>
                    <a:pt x="328154" y="17656"/>
                  </a:lnTo>
                  <a:lnTo>
                    <a:pt x="368278" y="38375"/>
                  </a:lnTo>
                  <a:lnTo>
                    <a:pt x="403240" y="65817"/>
                  </a:lnTo>
                  <a:lnTo>
                    <a:pt x="432088" y="99082"/>
                  </a:lnTo>
                  <a:lnTo>
                    <a:pt x="453872" y="137267"/>
                  </a:lnTo>
                  <a:lnTo>
                    <a:pt x="467639" y="179470"/>
                  </a:lnTo>
                  <a:lnTo>
                    <a:pt x="472440" y="224790"/>
                  </a:lnTo>
                  <a:lnTo>
                    <a:pt x="467639" y="270109"/>
                  </a:lnTo>
                  <a:lnTo>
                    <a:pt x="453872" y="312312"/>
                  </a:lnTo>
                  <a:lnTo>
                    <a:pt x="432088" y="350497"/>
                  </a:lnTo>
                  <a:lnTo>
                    <a:pt x="403240" y="383762"/>
                  </a:lnTo>
                  <a:lnTo>
                    <a:pt x="368278" y="411204"/>
                  </a:lnTo>
                  <a:lnTo>
                    <a:pt x="328154" y="431923"/>
                  </a:lnTo>
                  <a:lnTo>
                    <a:pt x="283817" y="445015"/>
                  </a:lnTo>
                  <a:lnTo>
                    <a:pt x="236220" y="449580"/>
                  </a:lnTo>
                  <a:lnTo>
                    <a:pt x="188622" y="445015"/>
                  </a:lnTo>
                  <a:lnTo>
                    <a:pt x="144285" y="431923"/>
                  </a:lnTo>
                  <a:lnTo>
                    <a:pt x="104161" y="411204"/>
                  </a:lnTo>
                  <a:lnTo>
                    <a:pt x="69199" y="383762"/>
                  </a:lnTo>
                  <a:lnTo>
                    <a:pt x="40351" y="350497"/>
                  </a:lnTo>
                  <a:lnTo>
                    <a:pt x="18567" y="312312"/>
                  </a:lnTo>
                  <a:lnTo>
                    <a:pt x="4800" y="270109"/>
                  </a:lnTo>
                  <a:lnTo>
                    <a:pt x="0" y="22479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7623047" y="6086856"/>
              <a:ext cx="454659" cy="467995"/>
            </a:xfrm>
            <a:custGeom>
              <a:avLst/>
              <a:gdLst/>
              <a:ahLst/>
              <a:cxnLst/>
              <a:rect l="l" t="t" r="r" b="b"/>
              <a:pathLst>
                <a:path w="454659" h="467995">
                  <a:moveTo>
                    <a:pt x="227075" y="0"/>
                  </a:moveTo>
                  <a:lnTo>
                    <a:pt x="181329" y="4752"/>
                  </a:lnTo>
                  <a:lnTo>
                    <a:pt x="138713" y="18383"/>
                  </a:lnTo>
                  <a:lnTo>
                    <a:pt x="100142" y="39952"/>
                  </a:lnTo>
                  <a:lnTo>
                    <a:pt x="66532" y="68518"/>
                  </a:lnTo>
                  <a:lnTo>
                    <a:pt x="38797" y="103139"/>
                  </a:lnTo>
                  <a:lnTo>
                    <a:pt x="17853" y="142876"/>
                  </a:lnTo>
                  <a:lnTo>
                    <a:pt x="4615" y="186788"/>
                  </a:lnTo>
                  <a:lnTo>
                    <a:pt x="0" y="233934"/>
                  </a:lnTo>
                  <a:lnTo>
                    <a:pt x="4615" y="281079"/>
                  </a:lnTo>
                  <a:lnTo>
                    <a:pt x="17853" y="324991"/>
                  </a:lnTo>
                  <a:lnTo>
                    <a:pt x="38797" y="364728"/>
                  </a:lnTo>
                  <a:lnTo>
                    <a:pt x="66532" y="399349"/>
                  </a:lnTo>
                  <a:lnTo>
                    <a:pt x="100142" y="427915"/>
                  </a:lnTo>
                  <a:lnTo>
                    <a:pt x="138713" y="449484"/>
                  </a:lnTo>
                  <a:lnTo>
                    <a:pt x="181329" y="463115"/>
                  </a:lnTo>
                  <a:lnTo>
                    <a:pt x="227075" y="467868"/>
                  </a:lnTo>
                  <a:lnTo>
                    <a:pt x="272822" y="463115"/>
                  </a:lnTo>
                  <a:lnTo>
                    <a:pt x="315438" y="449484"/>
                  </a:lnTo>
                  <a:lnTo>
                    <a:pt x="354009" y="427915"/>
                  </a:lnTo>
                  <a:lnTo>
                    <a:pt x="387619" y="399349"/>
                  </a:lnTo>
                  <a:lnTo>
                    <a:pt x="415354" y="364728"/>
                  </a:lnTo>
                  <a:lnTo>
                    <a:pt x="436298" y="324991"/>
                  </a:lnTo>
                  <a:lnTo>
                    <a:pt x="449536" y="281079"/>
                  </a:lnTo>
                  <a:lnTo>
                    <a:pt x="454151" y="233934"/>
                  </a:lnTo>
                  <a:lnTo>
                    <a:pt x="449536" y="186788"/>
                  </a:lnTo>
                  <a:lnTo>
                    <a:pt x="436298" y="142876"/>
                  </a:lnTo>
                  <a:lnTo>
                    <a:pt x="415354" y="103139"/>
                  </a:lnTo>
                  <a:lnTo>
                    <a:pt x="387619" y="68518"/>
                  </a:lnTo>
                  <a:lnTo>
                    <a:pt x="354009" y="39952"/>
                  </a:lnTo>
                  <a:lnTo>
                    <a:pt x="315438" y="18383"/>
                  </a:lnTo>
                  <a:lnTo>
                    <a:pt x="272822" y="4752"/>
                  </a:lnTo>
                  <a:lnTo>
                    <a:pt x="2270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7623047" y="6086856"/>
              <a:ext cx="454659" cy="467995"/>
            </a:xfrm>
            <a:custGeom>
              <a:avLst/>
              <a:gdLst/>
              <a:ahLst/>
              <a:cxnLst/>
              <a:rect l="l" t="t" r="r" b="b"/>
              <a:pathLst>
                <a:path w="454659" h="467995">
                  <a:moveTo>
                    <a:pt x="0" y="233934"/>
                  </a:moveTo>
                  <a:lnTo>
                    <a:pt x="4615" y="186788"/>
                  </a:lnTo>
                  <a:lnTo>
                    <a:pt x="17853" y="142876"/>
                  </a:lnTo>
                  <a:lnTo>
                    <a:pt x="38797" y="103139"/>
                  </a:lnTo>
                  <a:lnTo>
                    <a:pt x="66532" y="68518"/>
                  </a:lnTo>
                  <a:lnTo>
                    <a:pt x="100142" y="39952"/>
                  </a:lnTo>
                  <a:lnTo>
                    <a:pt x="138713" y="18383"/>
                  </a:lnTo>
                  <a:lnTo>
                    <a:pt x="181329" y="4752"/>
                  </a:lnTo>
                  <a:lnTo>
                    <a:pt x="227075" y="0"/>
                  </a:lnTo>
                  <a:lnTo>
                    <a:pt x="272822" y="4752"/>
                  </a:lnTo>
                  <a:lnTo>
                    <a:pt x="315438" y="18383"/>
                  </a:lnTo>
                  <a:lnTo>
                    <a:pt x="354009" y="39952"/>
                  </a:lnTo>
                  <a:lnTo>
                    <a:pt x="387619" y="68518"/>
                  </a:lnTo>
                  <a:lnTo>
                    <a:pt x="415354" y="103139"/>
                  </a:lnTo>
                  <a:lnTo>
                    <a:pt x="436298" y="142876"/>
                  </a:lnTo>
                  <a:lnTo>
                    <a:pt x="449536" y="186788"/>
                  </a:lnTo>
                  <a:lnTo>
                    <a:pt x="454151" y="233934"/>
                  </a:lnTo>
                  <a:lnTo>
                    <a:pt x="449536" y="281079"/>
                  </a:lnTo>
                  <a:lnTo>
                    <a:pt x="436298" y="324991"/>
                  </a:lnTo>
                  <a:lnTo>
                    <a:pt x="415354" y="364728"/>
                  </a:lnTo>
                  <a:lnTo>
                    <a:pt x="387619" y="399349"/>
                  </a:lnTo>
                  <a:lnTo>
                    <a:pt x="354009" y="427915"/>
                  </a:lnTo>
                  <a:lnTo>
                    <a:pt x="315438" y="449484"/>
                  </a:lnTo>
                  <a:lnTo>
                    <a:pt x="272822" y="463115"/>
                  </a:lnTo>
                  <a:lnTo>
                    <a:pt x="227075" y="467868"/>
                  </a:lnTo>
                  <a:lnTo>
                    <a:pt x="181329" y="463115"/>
                  </a:lnTo>
                  <a:lnTo>
                    <a:pt x="138713" y="449484"/>
                  </a:lnTo>
                  <a:lnTo>
                    <a:pt x="100142" y="427915"/>
                  </a:lnTo>
                  <a:lnTo>
                    <a:pt x="66532" y="399349"/>
                  </a:lnTo>
                  <a:lnTo>
                    <a:pt x="38797" y="364728"/>
                  </a:lnTo>
                  <a:lnTo>
                    <a:pt x="17853" y="324991"/>
                  </a:lnTo>
                  <a:lnTo>
                    <a:pt x="4615" y="281079"/>
                  </a:lnTo>
                  <a:lnTo>
                    <a:pt x="0" y="233934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8022335" y="5167884"/>
              <a:ext cx="472440" cy="448309"/>
            </a:xfrm>
            <a:custGeom>
              <a:avLst/>
              <a:gdLst/>
              <a:ahLst/>
              <a:cxnLst/>
              <a:rect l="l" t="t" r="r" b="b"/>
              <a:pathLst>
                <a:path w="472440" h="448310">
                  <a:moveTo>
                    <a:pt x="236220" y="0"/>
                  </a:moveTo>
                  <a:lnTo>
                    <a:pt x="188622" y="4552"/>
                  </a:lnTo>
                  <a:lnTo>
                    <a:pt x="144285" y="17609"/>
                  </a:lnTo>
                  <a:lnTo>
                    <a:pt x="104161" y="38268"/>
                  </a:lnTo>
                  <a:lnTo>
                    <a:pt x="69199" y="65627"/>
                  </a:lnTo>
                  <a:lnTo>
                    <a:pt x="40351" y="98784"/>
                  </a:lnTo>
                  <a:lnTo>
                    <a:pt x="18567" y="136838"/>
                  </a:lnTo>
                  <a:lnTo>
                    <a:pt x="4800" y="178886"/>
                  </a:lnTo>
                  <a:lnTo>
                    <a:pt x="0" y="224028"/>
                  </a:lnTo>
                  <a:lnTo>
                    <a:pt x="4800" y="269169"/>
                  </a:lnTo>
                  <a:lnTo>
                    <a:pt x="18567" y="311217"/>
                  </a:lnTo>
                  <a:lnTo>
                    <a:pt x="40351" y="349271"/>
                  </a:lnTo>
                  <a:lnTo>
                    <a:pt x="69199" y="382428"/>
                  </a:lnTo>
                  <a:lnTo>
                    <a:pt x="104161" y="409787"/>
                  </a:lnTo>
                  <a:lnTo>
                    <a:pt x="144285" y="430446"/>
                  </a:lnTo>
                  <a:lnTo>
                    <a:pt x="188622" y="443503"/>
                  </a:lnTo>
                  <a:lnTo>
                    <a:pt x="236220" y="448056"/>
                  </a:lnTo>
                  <a:lnTo>
                    <a:pt x="283817" y="443503"/>
                  </a:lnTo>
                  <a:lnTo>
                    <a:pt x="328154" y="430446"/>
                  </a:lnTo>
                  <a:lnTo>
                    <a:pt x="368278" y="409787"/>
                  </a:lnTo>
                  <a:lnTo>
                    <a:pt x="403240" y="382428"/>
                  </a:lnTo>
                  <a:lnTo>
                    <a:pt x="432088" y="349271"/>
                  </a:lnTo>
                  <a:lnTo>
                    <a:pt x="453872" y="311217"/>
                  </a:lnTo>
                  <a:lnTo>
                    <a:pt x="467639" y="269169"/>
                  </a:lnTo>
                  <a:lnTo>
                    <a:pt x="472440" y="224028"/>
                  </a:lnTo>
                  <a:lnTo>
                    <a:pt x="467639" y="178886"/>
                  </a:lnTo>
                  <a:lnTo>
                    <a:pt x="453872" y="136838"/>
                  </a:lnTo>
                  <a:lnTo>
                    <a:pt x="432088" y="98784"/>
                  </a:lnTo>
                  <a:lnTo>
                    <a:pt x="403240" y="65627"/>
                  </a:lnTo>
                  <a:lnTo>
                    <a:pt x="368278" y="38268"/>
                  </a:lnTo>
                  <a:lnTo>
                    <a:pt x="328154" y="17609"/>
                  </a:lnTo>
                  <a:lnTo>
                    <a:pt x="283817" y="4552"/>
                  </a:lnTo>
                  <a:lnTo>
                    <a:pt x="2362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8022335" y="5167884"/>
              <a:ext cx="472440" cy="448309"/>
            </a:xfrm>
            <a:custGeom>
              <a:avLst/>
              <a:gdLst/>
              <a:ahLst/>
              <a:cxnLst/>
              <a:rect l="l" t="t" r="r" b="b"/>
              <a:pathLst>
                <a:path w="472440" h="448310">
                  <a:moveTo>
                    <a:pt x="0" y="224028"/>
                  </a:moveTo>
                  <a:lnTo>
                    <a:pt x="4800" y="178886"/>
                  </a:lnTo>
                  <a:lnTo>
                    <a:pt x="18567" y="136838"/>
                  </a:lnTo>
                  <a:lnTo>
                    <a:pt x="40351" y="98784"/>
                  </a:lnTo>
                  <a:lnTo>
                    <a:pt x="69199" y="65627"/>
                  </a:lnTo>
                  <a:lnTo>
                    <a:pt x="104161" y="38268"/>
                  </a:lnTo>
                  <a:lnTo>
                    <a:pt x="144285" y="17609"/>
                  </a:lnTo>
                  <a:lnTo>
                    <a:pt x="188622" y="4552"/>
                  </a:lnTo>
                  <a:lnTo>
                    <a:pt x="236220" y="0"/>
                  </a:lnTo>
                  <a:lnTo>
                    <a:pt x="283817" y="4552"/>
                  </a:lnTo>
                  <a:lnTo>
                    <a:pt x="328154" y="17609"/>
                  </a:lnTo>
                  <a:lnTo>
                    <a:pt x="368278" y="38268"/>
                  </a:lnTo>
                  <a:lnTo>
                    <a:pt x="403240" y="65627"/>
                  </a:lnTo>
                  <a:lnTo>
                    <a:pt x="432088" y="98784"/>
                  </a:lnTo>
                  <a:lnTo>
                    <a:pt x="453872" y="136838"/>
                  </a:lnTo>
                  <a:lnTo>
                    <a:pt x="467639" y="178886"/>
                  </a:lnTo>
                  <a:lnTo>
                    <a:pt x="472440" y="224028"/>
                  </a:lnTo>
                  <a:lnTo>
                    <a:pt x="467639" y="269169"/>
                  </a:lnTo>
                  <a:lnTo>
                    <a:pt x="453872" y="311217"/>
                  </a:lnTo>
                  <a:lnTo>
                    <a:pt x="432088" y="349271"/>
                  </a:lnTo>
                  <a:lnTo>
                    <a:pt x="403240" y="382428"/>
                  </a:lnTo>
                  <a:lnTo>
                    <a:pt x="368278" y="409787"/>
                  </a:lnTo>
                  <a:lnTo>
                    <a:pt x="328154" y="430446"/>
                  </a:lnTo>
                  <a:lnTo>
                    <a:pt x="283817" y="443503"/>
                  </a:lnTo>
                  <a:lnTo>
                    <a:pt x="236220" y="448056"/>
                  </a:lnTo>
                  <a:lnTo>
                    <a:pt x="188622" y="443503"/>
                  </a:lnTo>
                  <a:lnTo>
                    <a:pt x="144285" y="430446"/>
                  </a:lnTo>
                  <a:lnTo>
                    <a:pt x="104161" y="409787"/>
                  </a:lnTo>
                  <a:lnTo>
                    <a:pt x="69199" y="382428"/>
                  </a:lnTo>
                  <a:lnTo>
                    <a:pt x="40351" y="349271"/>
                  </a:lnTo>
                  <a:lnTo>
                    <a:pt x="18567" y="311217"/>
                  </a:lnTo>
                  <a:lnTo>
                    <a:pt x="4800" y="269169"/>
                  </a:lnTo>
                  <a:lnTo>
                    <a:pt x="0" y="224028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9" name="object 89"/>
          <p:cNvSpPr txBox="1"/>
          <p:nvPr/>
        </p:nvSpPr>
        <p:spPr>
          <a:xfrm>
            <a:off x="8170544" y="5177790"/>
            <a:ext cx="1803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libri"/>
                <a:cs typeface="Calibri"/>
              </a:rPr>
              <a:t>3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90" name="object 90"/>
          <p:cNvGrpSpPr/>
          <p:nvPr/>
        </p:nvGrpSpPr>
        <p:grpSpPr>
          <a:xfrm>
            <a:off x="8639365" y="5137213"/>
            <a:ext cx="481965" cy="461009"/>
            <a:chOff x="8639365" y="5137213"/>
            <a:chExt cx="481965" cy="461009"/>
          </a:xfrm>
        </p:grpSpPr>
        <p:sp>
          <p:nvSpPr>
            <p:cNvPr id="91" name="object 91"/>
            <p:cNvSpPr/>
            <p:nvPr/>
          </p:nvSpPr>
          <p:spPr>
            <a:xfrm>
              <a:off x="8644128" y="5141976"/>
              <a:ext cx="472440" cy="451484"/>
            </a:xfrm>
            <a:custGeom>
              <a:avLst/>
              <a:gdLst/>
              <a:ahLst/>
              <a:cxnLst/>
              <a:rect l="l" t="t" r="r" b="b"/>
              <a:pathLst>
                <a:path w="472440" h="451485">
                  <a:moveTo>
                    <a:pt x="236220" y="0"/>
                  </a:moveTo>
                  <a:lnTo>
                    <a:pt x="188622" y="4581"/>
                  </a:lnTo>
                  <a:lnTo>
                    <a:pt x="144285" y="17722"/>
                  </a:lnTo>
                  <a:lnTo>
                    <a:pt x="104161" y="38515"/>
                  </a:lnTo>
                  <a:lnTo>
                    <a:pt x="69199" y="66055"/>
                  </a:lnTo>
                  <a:lnTo>
                    <a:pt x="40351" y="99435"/>
                  </a:lnTo>
                  <a:lnTo>
                    <a:pt x="18567" y="137749"/>
                  </a:lnTo>
                  <a:lnTo>
                    <a:pt x="4800" y="180090"/>
                  </a:lnTo>
                  <a:lnTo>
                    <a:pt x="0" y="225552"/>
                  </a:lnTo>
                  <a:lnTo>
                    <a:pt x="4800" y="271013"/>
                  </a:lnTo>
                  <a:lnTo>
                    <a:pt x="18567" y="313354"/>
                  </a:lnTo>
                  <a:lnTo>
                    <a:pt x="40351" y="351668"/>
                  </a:lnTo>
                  <a:lnTo>
                    <a:pt x="69199" y="385048"/>
                  </a:lnTo>
                  <a:lnTo>
                    <a:pt x="104161" y="412588"/>
                  </a:lnTo>
                  <a:lnTo>
                    <a:pt x="144285" y="433381"/>
                  </a:lnTo>
                  <a:lnTo>
                    <a:pt x="188622" y="446522"/>
                  </a:lnTo>
                  <a:lnTo>
                    <a:pt x="236220" y="451104"/>
                  </a:lnTo>
                  <a:lnTo>
                    <a:pt x="283817" y="446522"/>
                  </a:lnTo>
                  <a:lnTo>
                    <a:pt x="328154" y="433381"/>
                  </a:lnTo>
                  <a:lnTo>
                    <a:pt x="368278" y="412588"/>
                  </a:lnTo>
                  <a:lnTo>
                    <a:pt x="403240" y="385048"/>
                  </a:lnTo>
                  <a:lnTo>
                    <a:pt x="432088" y="351668"/>
                  </a:lnTo>
                  <a:lnTo>
                    <a:pt x="453872" y="313354"/>
                  </a:lnTo>
                  <a:lnTo>
                    <a:pt x="467639" y="271013"/>
                  </a:lnTo>
                  <a:lnTo>
                    <a:pt x="472440" y="225552"/>
                  </a:lnTo>
                  <a:lnTo>
                    <a:pt x="467639" y="180090"/>
                  </a:lnTo>
                  <a:lnTo>
                    <a:pt x="453872" y="137749"/>
                  </a:lnTo>
                  <a:lnTo>
                    <a:pt x="432088" y="99435"/>
                  </a:lnTo>
                  <a:lnTo>
                    <a:pt x="403240" y="66055"/>
                  </a:lnTo>
                  <a:lnTo>
                    <a:pt x="368278" y="38515"/>
                  </a:lnTo>
                  <a:lnTo>
                    <a:pt x="328154" y="17722"/>
                  </a:lnTo>
                  <a:lnTo>
                    <a:pt x="283817" y="4581"/>
                  </a:lnTo>
                  <a:lnTo>
                    <a:pt x="2362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8644128" y="5141976"/>
              <a:ext cx="472440" cy="451484"/>
            </a:xfrm>
            <a:custGeom>
              <a:avLst/>
              <a:gdLst/>
              <a:ahLst/>
              <a:cxnLst/>
              <a:rect l="l" t="t" r="r" b="b"/>
              <a:pathLst>
                <a:path w="472440" h="451485">
                  <a:moveTo>
                    <a:pt x="0" y="225552"/>
                  </a:moveTo>
                  <a:lnTo>
                    <a:pt x="4800" y="180090"/>
                  </a:lnTo>
                  <a:lnTo>
                    <a:pt x="18567" y="137749"/>
                  </a:lnTo>
                  <a:lnTo>
                    <a:pt x="40351" y="99435"/>
                  </a:lnTo>
                  <a:lnTo>
                    <a:pt x="69199" y="66055"/>
                  </a:lnTo>
                  <a:lnTo>
                    <a:pt x="104161" y="38515"/>
                  </a:lnTo>
                  <a:lnTo>
                    <a:pt x="144285" y="17722"/>
                  </a:lnTo>
                  <a:lnTo>
                    <a:pt x="188622" y="4581"/>
                  </a:lnTo>
                  <a:lnTo>
                    <a:pt x="236220" y="0"/>
                  </a:lnTo>
                  <a:lnTo>
                    <a:pt x="283817" y="4581"/>
                  </a:lnTo>
                  <a:lnTo>
                    <a:pt x="328154" y="17722"/>
                  </a:lnTo>
                  <a:lnTo>
                    <a:pt x="368278" y="38515"/>
                  </a:lnTo>
                  <a:lnTo>
                    <a:pt x="403240" y="66055"/>
                  </a:lnTo>
                  <a:lnTo>
                    <a:pt x="432088" y="99435"/>
                  </a:lnTo>
                  <a:lnTo>
                    <a:pt x="453872" y="137749"/>
                  </a:lnTo>
                  <a:lnTo>
                    <a:pt x="467639" y="180090"/>
                  </a:lnTo>
                  <a:lnTo>
                    <a:pt x="472440" y="225552"/>
                  </a:lnTo>
                  <a:lnTo>
                    <a:pt x="467639" y="271013"/>
                  </a:lnTo>
                  <a:lnTo>
                    <a:pt x="453872" y="313354"/>
                  </a:lnTo>
                  <a:lnTo>
                    <a:pt x="432088" y="351668"/>
                  </a:lnTo>
                  <a:lnTo>
                    <a:pt x="403240" y="385048"/>
                  </a:lnTo>
                  <a:lnTo>
                    <a:pt x="368278" y="412588"/>
                  </a:lnTo>
                  <a:lnTo>
                    <a:pt x="328154" y="433381"/>
                  </a:lnTo>
                  <a:lnTo>
                    <a:pt x="283817" y="446522"/>
                  </a:lnTo>
                  <a:lnTo>
                    <a:pt x="236220" y="451104"/>
                  </a:lnTo>
                  <a:lnTo>
                    <a:pt x="188622" y="446522"/>
                  </a:lnTo>
                  <a:lnTo>
                    <a:pt x="144285" y="433381"/>
                  </a:lnTo>
                  <a:lnTo>
                    <a:pt x="104161" y="412588"/>
                  </a:lnTo>
                  <a:lnTo>
                    <a:pt x="69199" y="385048"/>
                  </a:lnTo>
                  <a:lnTo>
                    <a:pt x="40351" y="351668"/>
                  </a:lnTo>
                  <a:lnTo>
                    <a:pt x="18567" y="313354"/>
                  </a:lnTo>
                  <a:lnTo>
                    <a:pt x="4800" y="271013"/>
                  </a:lnTo>
                  <a:lnTo>
                    <a:pt x="0" y="225552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3" name="object 93"/>
          <p:cNvSpPr txBox="1"/>
          <p:nvPr/>
        </p:nvSpPr>
        <p:spPr>
          <a:xfrm>
            <a:off x="8792971" y="5152720"/>
            <a:ext cx="18034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libri"/>
                <a:cs typeface="Calibri"/>
              </a:rPr>
              <a:t>5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94" name="object 94"/>
          <p:cNvGrpSpPr/>
          <p:nvPr/>
        </p:nvGrpSpPr>
        <p:grpSpPr>
          <a:xfrm>
            <a:off x="9111805" y="6083617"/>
            <a:ext cx="483870" cy="459105"/>
            <a:chOff x="9111805" y="6083617"/>
            <a:chExt cx="483870" cy="459105"/>
          </a:xfrm>
        </p:grpSpPr>
        <p:sp>
          <p:nvSpPr>
            <p:cNvPr id="95" name="object 95"/>
            <p:cNvSpPr/>
            <p:nvPr/>
          </p:nvSpPr>
          <p:spPr>
            <a:xfrm>
              <a:off x="9116568" y="6088379"/>
              <a:ext cx="474345" cy="449580"/>
            </a:xfrm>
            <a:custGeom>
              <a:avLst/>
              <a:gdLst/>
              <a:ahLst/>
              <a:cxnLst/>
              <a:rect l="l" t="t" r="r" b="b"/>
              <a:pathLst>
                <a:path w="474345" h="449579">
                  <a:moveTo>
                    <a:pt x="236981" y="0"/>
                  </a:moveTo>
                  <a:lnTo>
                    <a:pt x="189205" y="4567"/>
                  </a:lnTo>
                  <a:lnTo>
                    <a:pt x="144714" y="17665"/>
                  </a:lnTo>
                  <a:lnTo>
                    <a:pt x="104458" y="38392"/>
                  </a:lnTo>
                  <a:lnTo>
                    <a:pt x="69389" y="65841"/>
                  </a:lnTo>
                  <a:lnTo>
                    <a:pt x="40458" y="99110"/>
                  </a:lnTo>
                  <a:lnTo>
                    <a:pt x="18615" y="137293"/>
                  </a:lnTo>
                  <a:lnTo>
                    <a:pt x="4812" y="179488"/>
                  </a:lnTo>
                  <a:lnTo>
                    <a:pt x="0" y="224790"/>
                  </a:lnTo>
                  <a:lnTo>
                    <a:pt x="4812" y="270091"/>
                  </a:lnTo>
                  <a:lnTo>
                    <a:pt x="18615" y="312286"/>
                  </a:lnTo>
                  <a:lnTo>
                    <a:pt x="40458" y="350469"/>
                  </a:lnTo>
                  <a:lnTo>
                    <a:pt x="69389" y="383738"/>
                  </a:lnTo>
                  <a:lnTo>
                    <a:pt x="104458" y="411187"/>
                  </a:lnTo>
                  <a:lnTo>
                    <a:pt x="144714" y="431914"/>
                  </a:lnTo>
                  <a:lnTo>
                    <a:pt x="189205" y="445012"/>
                  </a:lnTo>
                  <a:lnTo>
                    <a:pt x="236981" y="449580"/>
                  </a:lnTo>
                  <a:lnTo>
                    <a:pt x="284758" y="445012"/>
                  </a:lnTo>
                  <a:lnTo>
                    <a:pt x="329249" y="431914"/>
                  </a:lnTo>
                  <a:lnTo>
                    <a:pt x="369505" y="411187"/>
                  </a:lnTo>
                  <a:lnTo>
                    <a:pt x="404574" y="383738"/>
                  </a:lnTo>
                  <a:lnTo>
                    <a:pt x="433505" y="350469"/>
                  </a:lnTo>
                  <a:lnTo>
                    <a:pt x="455348" y="312286"/>
                  </a:lnTo>
                  <a:lnTo>
                    <a:pt x="469151" y="270091"/>
                  </a:lnTo>
                  <a:lnTo>
                    <a:pt x="473963" y="224790"/>
                  </a:lnTo>
                  <a:lnTo>
                    <a:pt x="469151" y="179488"/>
                  </a:lnTo>
                  <a:lnTo>
                    <a:pt x="455348" y="137293"/>
                  </a:lnTo>
                  <a:lnTo>
                    <a:pt x="433505" y="99110"/>
                  </a:lnTo>
                  <a:lnTo>
                    <a:pt x="404574" y="65841"/>
                  </a:lnTo>
                  <a:lnTo>
                    <a:pt x="369505" y="38392"/>
                  </a:lnTo>
                  <a:lnTo>
                    <a:pt x="329249" y="17665"/>
                  </a:lnTo>
                  <a:lnTo>
                    <a:pt x="284758" y="4567"/>
                  </a:lnTo>
                  <a:lnTo>
                    <a:pt x="23698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9116568" y="6088379"/>
              <a:ext cx="474345" cy="449580"/>
            </a:xfrm>
            <a:custGeom>
              <a:avLst/>
              <a:gdLst/>
              <a:ahLst/>
              <a:cxnLst/>
              <a:rect l="l" t="t" r="r" b="b"/>
              <a:pathLst>
                <a:path w="474345" h="449579">
                  <a:moveTo>
                    <a:pt x="0" y="224790"/>
                  </a:moveTo>
                  <a:lnTo>
                    <a:pt x="4812" y="179488"/>
                  </a:lnTo>
                  <a:lnTo>
                    <a:pt x="18615" y="137293"/>
                  </a:lnTo>
                  <a:lnTo>
                    <a:pt x="40458" y="99110"/>
                  </a:lnTo>
                  <a:lnTo>
                    <a:pt x="69389" y="65841"/>
                  </a:lnTo>
                  <a:lnTo>
                    <a:pt x="104458" y="38392"/>
                  </a:lnTo>
                  <a:lnTo>
                    <a:pt x="144714" y="17665"/>
                  </a:lnTo>
                  <a:lnTo>
                    <a:pt x="189205" y="4567"/>
                  </a:lnTo>
                  <a:lnTo>
                    <a:pt x="236981" y="0"/>
                  </a:lnTo>
                  <a:lnTo>
                    <a:pt x="284758" y="4567"/>
                  </a:lnTo>
                  <a:lnTo>
                    <a:pt x="329249" y="17665"/>
                  </a:lnTo>
                  <a:lnTo>
                    <a:pt x="369505" y="38392"/>
                  </a:lnTo>
                  <a:lnTo>
                    <a:pt x="404574" y="65841"/>
                  </a:lnTo>
                  <a:lnTo>
                    <a:pt x="433505" y="99110"/>
                  </a:lnTo>
                  <a:lnTo>
                    <a:pt x="455348" y="137293"/>
                  </a:lnTo>
                  <a:lnTo>
                    <a:pt x="469151" y="179488"/>
                  </a:lnTo>
                  <a:lnTo>
                    <a:pt x="473963" y="224790"/>
                  </a:lnTo>
                  <a:lnTo>
                    <a:pt x="469151" y="270091"/>
                  </a:lnTo>
                  <a:lnTo>
                    <a:pt x="455348" y="312286"/>
                  </a:lnTo>
                  <a:lnTo>
                    <a:pt x="433505" y="350469"/>
                  </a:lnTo>
                  <a:lnTo>
                    <a:pt x="404574" y="383738"/>
                  </a:lnTo>
                  <a:lnTo>
                    <a:pt x="369505" y="411187"/>
                  </a:lnTo>
                  <a:lnTo>
                    <a:pt x="329249" y="431914"/>
                  </a:lnTo>
                  <a:lnTo>
                    <a:pt x="284758" y="445012"/>
                  </a:lnTo>
                  <a:lnTo>
                    <a:pt x="236981" y="449580"/>
                  </a:lnTo>
                  <a:lnTo>
                    <a:pt x="189205" y="445012"/>
                  </a:lnTo>
                  <a:lnTo>
                    <a:pt x="144714" y="431914"/>
                  </a:lnTo>
                  <a:lnTo>
                    <a:pt x="104458" y="411187"/>
                  </a:lnTo>
                  <a:lnTo>
                    <a:pt x="69389" y="383738"/>
                  </a:lnTo>
                  <a:lnTo>
                    <a:pt x="40458" y="350469"/>
                  </a:lnTo>
                  <a:lnTo>
                    <a:pt x="18615" y="312286"/>
                  </a:lnTo>
                  <a:lnTo>
                    <a:pt x="4812" y="270091"/>
                  </a:lnTo>
                  <a:lnTo>
                    <a:pt x="0" y="22479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7" name="object 97"/>
          <p:cNvSpPr txBox="1"/>
          <p:nvPr/>
        </p:nvSpPr>
        <p:spPr>
          <a:xfrm>
            <a:off x="9266301" y="6098844"/>
            <a:ext cx="1803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libri"/>
                <a:cs typeface="Calibri"/>
              </a:rPr>
              <a:t>6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98" name="object 98"/>
          <p:cNvGrpSpPr/>
          <p:nvPr/>
        </p:nvGrpSpPr>
        <p:grpSpPr>
          <a:xfrm>
            <a:off x="9111805" y="3463861"/>
            <a:ext cx="1205865" cy="1334135"/>
            <a:chOff x="9111805" y="3463861"/>
            <a:chExt cx="1205865" cy="1334135"/>
          </a:xfrm>
        </p:grpSpPr>
        <p:sp>
          <p:nvSpPr>
            <p:cNvPr id="99" name="object 99"/>
            <p:cNvSpPr/>
            <p:nvPr/>
          </p:nvSpPr>
          <p:spPr>
            <a:xfrm>
              <a:off x="9116568" y="3468623"/>
              <a:ext cx="474345" cy="449580"/>
            </a:xfrm>
            <a:custGeom>
              <a:avLst/>
              <a:gdLst/>
              <a:ahLst/>
              <a:cxnLst/>
              <a:rect l="l" t="t" r="r" b="b"/>
              <a:pathLst>
                <a:path w="474345" h="449579">
                  <a:moveTo>
                    <a:pt x="236981" y="0"/>
                  </a:moveTo>
                  <a:lnTo>
                    <a:pt x="189205" y="4564"/>
                  </a:lnTo>
                  <a:lnTo>
                    <a:pt x="144714" y="17656"/>
                  </a:lnTo>
                  <a:lnTo>
                    <a:pt x="104458" y="38375"/>
                  </a:lnTo>
                  <a:lnTo>
                    <a:pt x="69389" y="65817"/>
                  </a:lnTo>
                  <a:lnTo>
                    <a:pt x="40458" y="99082"/>
                  </a:lnTo>
                  <a:lnTo>
                    <a:pt x="18615" y="137267"/>
                  </a:lnTo>
                  <a:lnTo>
                    <a:pt x="4812" y="179470"/>
                  </a:lnTo>
                  <a:lnTo>
                    <a:pt x="0" y="224789"/>
                  </a:lnTo>
                  <a:lnTo>
                    <a:pt x="4812" y="270109"/>
                  </a:lnTo>
                  <a:lnTo>
                    <a:pt x="18615" y="312312"/>
                  </a:lnTo>
                  <a:lnTo>
                    <a:pt x="40458" y="350497"/>
                  </a:lnTo>
                  <a:lnTo>
                    <a:pt x="69389" y="383762"/>
                  </a:lnTo>
                  <a:lnTo>
                    <a:pt x="104458" y="411204"/>
                  </a:lnTo>
                  <a:lnTo>
                    <a:pt x="144714" y="431923"/>
                  </a:lnTo>
                  <a:lnTo>
                    <a:pt x="189205" y="445015"/>
                  </a:lnTo>
                  <a:lnTo>
                    <a:pt x="236981" y="449580"/>
                  </a:lnTo>
                  <a:lnTo>
                    <a:pt x="284758" y="445015"/>
                  </a:lnTo>
                  <a:lnTo>
                    <a:pt x="329249" y="431923"/>
                  </a:lnTo>
                  <a:lnTo>
                    <a:pt x="369505" y="411204"/>
                  </a:lnTo>
                  <a:lnTo>
                    <a:pt x="404574" y="383762"/>
                  </a:lnTo>
                  <a:lnTo>
                    <a:pt x="433505" y="350497"/>
                  </a:lnTo>
                  <a:lnTo>
                    <a:pt x="455348" y="312312"/>
                  </a:lnTo>
                  <a:lnTo>
                    <a:pt x="469151" y="270109"/>
                  </a:lnTo>
                  <a:lnTo>
                    <a:pt x="473963" y="224789"/>
                  </a:lnTo>
                  <a:lnTo>
                    <a:pt x="469151" y="179470"/>
                  </a:lnTo>
                  <a:lnTo>
                    <a:pt x="455348" y="137267"/>
                  </a:lnTo>
                  <a:lnTo>
                    <a:pt x="433505" y="99082"/>
                  </a:lnTo>
                  <a:lnTo>
                    <a:pt x="404574" y="65817"/>
                  </a:lnTo>
                  <a:lnTo>
                    <a:pt x="369505" y="38375"/>
                  </a:lnTo>
                  <a:lnTo>
                    <a:pt x="329249" y="17656"/>
                  </a:lnTo>
                  <a:lnTo>
                    <a:pt x="284758" y="4564"/>
                  </a:lnTo>
                  <a:lnTo>
                    <a:pt x="23698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9116568" y="3468623"/>
              <a:ext cx="474345" cy="449580"/>
            </a:xfrm>
            <a:custGeom>
              <a:avLst/>
              <a:gdLst/>
              <a:ahLst/>
              <a:cxnLst/>
              <a:rect l="l" t="t" r="r" b="b"/>
              <a:pathLst>
                <a:path w="474345" h="449579">
                  <a:moveTo>
                    <a:pt x="0" y="224789"/>
                  </a:moveTo>
                  <a:lnTo>
                    <a:pt x="4812" y="179470"/>
                  </a:lnTo>
                  <a:lnTo>
                    <a:pt x="18615" y="137267"/>
                  </a:lnTo>
                  <a:lnTo>
                    <a:pt x="40458" y="99082"/>
                  </a:lnTo>
                  <a:lnTo>
                    <a:pt x="69389" y="65817"/>
                  </a:lnTo>
                  <a:lnTo>
                    <a:pt x="104458" y="38375"/>
                  </a:lnTo>
                  <a:lnTo>
                    <a:pt x="144714" y="17656"/>
                  </a:lnTo>
                  <a:lnTo>
                    <a:pt x="189205" y="4564"/>
                  </a:lnTo>
                  <a:lnTo>
                    <a:pt x="236981" y="0"/>
                  </a:lnTo>
                  <a:lnTo>
                    <a:pt x="284758" y="4564"/>
                  </a:lnTo>
                  <a:lnTo>
                    <a:pt x="329249" y="17656"/>
                  </a:lnTo>
                  <a:lnTo>
                    <a:pt x="369505" y="38375"/>
                  </a:lnTo>
                  <a:lnTo>
                    <a:pt x="404574" y="65817"/>
                  </a:lnTo>
                  <a:lnTo>
                    <a:pt x="433505" y="99082"/>
                  </a:lnTo>
                  <a:lnTo>
                    <a:pt x="455348" y="137267"/>
                  </a:lnTo>
                  <a:lnTo>
                    <a:pt x="469151" y="179470"/>
                  </a:lnTo>
                  <a:lnTo>
                    <a:pt x="473963" y="224789"/>
                  </a:lnTo>
                  <a:lnTo>
                    <a:pt x="469151" y="270109"/>
                  </a:lnTo>
                  <a:lnTo>
                    <a:pt x="455348" y="312312"/>
                  </a:lnTo>
                  <a:lnTo>
                    <a:pt x="433505" y="350497"/>
                  </a:lnTo>
                  <a:lnTo>
                    <a:pt x="404574" y="383762"/>
                  </a:lnTo>
                  <a:lnTo>
                    <a:pt x="369505" y="411204"/>
                  </a:lnTo>
                  <a:lnTo>
                    <a:pt x="329249" y="431923"/>
                  </a:lnTo>
                  <a:lnTo>
                    <a:pt x="284758" y="445015"/>
                  </a:lnTo>
                  <a:lnTo>
                    <a:pt x="236981" y="449580"/>
                  </a:lnTo>
                  <a:lnTo>
                    <a:pt x="189205" y="445015"/>
                  </a:lnTo>
                  <a:lnTo>
                    <a:pt x="144714" y="431923"/>
                  </a:lnTo>
                  <a:lnTo>
                    <a:pt x="104458" y="411204"/>
                  </a:lnTo>
                  <a:lnTo>
                    <a:pt x="69389" y="383762"/>
                  </a:lnTo>
                  <a:lnTo>
                    <a:pt x="40458" y="350497"/>
                  </a:lnTo>
                  <a:lnTo>
                    <a:pt x="18615" y="312312"/>
                  </a:lnTo>
                  <a:lnTo>
                    <a:pt x="4812" y="270109"/>
                  </a:lnTo>
                  <a:lnTo>
                    <a:pt x="0" y="224789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9838944" y="3468623"/>
              <a:ext cx="474345" cy="449580"/>
            </a:xfrm>
            <a:custGeom>
              <a:avLst/>
              <a:gdLst/>
              <a:ahLst/>
              <a:cxnLst/>
              <a:rect l="l" t="t" r="r" b="b"/>
              <a:pathLst>
                <a:path w="474345" h="449579">
                  <a:moveTo>
                    <a:pt x="236981" y="0"/>
                  </a:moveTo>
                  <a:lnTo>
                    <a:pt x="189205" y="4564"/>
                  </a:lnTo>
                  <a:lnTo>
                    <a:pt x="144714" y="17656"/>
                  </a:lnTo>
                  <a:lnTo>
                    <a:pt x="104458" y="38375"/>
                  </a:lnTo>
                  <a:lnTo>
                    <a:pt x="69389" y="65817"/>
                  </a:lnTo>
                  <a:lnTo>
                    <a:pt x="40458" y="99082"/>
                  </a:lnTo>
                  <a:lnTo>
                    <a:pt x="18615" y="137267"/>
                  </a:lnTo>
                  <a:lnTo>
                    <a:pt x="4812" y="179470"/>
                  </a:lnTo>
                  <a:lnTo>
                    <a:pt x="0" y="224789"/>
                  </a:lnTo>
                  <a:lnTo>
                    <a:pt x="4812" y="270109"/>
                  </a:lnTo>
                  <a:lnTo>
                    <a:pt x="18615" y="312312"/>
                  </a:lnTo>
                  <a:lnTo>
                    <a:pt x="40458" y="350497"/>
                  </a:lnTo>
                  <a:lnTo>
                    <a:pt x="69389" y="383762"/>
                  </a:lnTo>
                  <a:lnTo>
                    <a:pt x="104458" y="411204"/>
                  </a:lnTo>
                  <a:lnTo>
                    <a:pt x="144714" y="431923"/>
                  </a:lnTo>
                  <a:lnTo>
                    <a:pt x="189205" y="445015"/>
                  </a:lnTo>
                  <a:lnTo>
                    <a:pt x="236981" y="449580"/>
                  </a:lnTo>
                  <a:lnTo>
                    <a:pt x="284758" y="445015"/>
                  </a:lnTo>
                  <a:lnTo>
                    <a:pt x="329249" y="431923"/>
                  </a:lnTo>
                  <a:lnTo>
                    <a:pt x="369505" y="411204"/>
                  </a:lnTo>
                  <a:lnTo>
                    <a:pt x="404574" y="383762"/>
                  </a:lnTo>
                  <a:lnTo>
                    <a:pt x="433505" y="350497"/>
                  </a:lnTo>
                  <a:lnTo>
                    <a:pt x="455348" y="312312"/>
                  </a:lnTo>
                  <a:lnTo>
                    <a:pt x="469151" y="270109"/>
                  </a:lnTo>
                  <a:lnTo>
                    <a:pt x="473963" y="224789"/>
                  </a:lnTo>
                  <a:lnTo>
                    <a:pt x="469151" y="179470"/>
                  </a:lnTo>
                  <a:lnTo>
                    <a:pt x="455348" y="137267"/>
                  </a:lnTo>
                  <a:lnTo>
                    <a:pt x="433505" y="99082"/>
                  </a:lnTo>
                  <a:lnTo>
                    <a:pt x="404574" y="65817"/>
                  </a:lnTo>
                  <a:lnTo>
                    <a:pt x="369505" y="38375"/>
                  </a:lnTo>
                  <a:lnTo>
                    <a:pt x="329249" y="17656"/>
                  </a:lnTo>
                  <a:lnTo>
                    <a:pt x="284758" y="4564"/>
                  </a:lnTo>
                  <a:lnTo>
                    <a:pt x="23698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9838944" y="3468623"/>
              <a:ext cx="474345" cy="449580"/>
            </a:xfrm>
            <a:custGeom>
              <a:avLst/>
              <a:gdLst/>
              <a:ahLst/>
              <a:cxnLst/>
              <a:rect l="l" t="t" r="r" b="b"/>
              <a:pathLst>
                <a:path w="474345" h="449579">
                  <a:moveTo>
                    <a:pt x="0" y="224789"/>
                  </a:moveTo>
                  <a:lnTo>
                    <a:pt x="4812" y="179470"/>
                  </a:lnTo>
                  <a:lnTo>
                    <a:pt x="18615" y="137267"/>
                  </a:lnTo>
                  <a:lnTo>
                    <a:pt x="40458" y="99082"/>
                  </a:lnTo>
                  <a:lnTo>
                    <a:pt x="69389" y="65817"/>
                  </a:lnTo>
                  <a:lnTo>
                    <a:pt x="104458" y="38375"/>
                  </a:lnTo>
                  <a:lnTo>
                    <a:pt x="144714" y="17656"/>
                  </a:lnTo>
                  <a:lnTo>
                    <a:pt x="189205" y="4564"/>
                  </a:lnTo>
                  <a:lnTo>
                    <a:pt x="236981" y="0"/>
                  </a:lnTo>
                  <a:lnTo>
                    <a:pt x="284758" y="4564"/>
                  </a:lnTo>
                  <a:lnTo>
                    <a:pt x="329249" y="17656"/>
                  </a:lnTo>
                  <a:lnTo>
                    <a:pt x="369505" y="38375"/>
                  </a:lnTo>
                  <a:lnTo>
                    <a:pt x="404574" y="65817"/>
                  </a:lnTo>
                  <a:lnTo>
                    <a:pt x="433505" y="99082"/>
                  </a:lnTo>
                  <a:lnTo>
                    <a:pt x="455348" y="137267"/>
                  </a:lnTo>
                  <a:lnTo>
                    <a:pt x="469151" y="179470"/>
                  </a:lnTo>
                  <a:lnTo>
                    <a:pt x="473963" y="224789"/>
                  </a:lnTo>
                  <a:lnTo>
                    <a:pt x="469151" y="270109"/>
                  </a:lnTo>
                  <a:lnTo>
                    <a:pt x="455348" y="312312"/>
                  </a:lnTo>
                  <a:lnTo>
                    <a:pt x="433505" y="350497"/>
                  </a:lnTo>
                  <a:lnTo>
                    <a:pt x="404574" y="383762"/>
                  </a:lnTo>
                  <a:lnTo>
                    <a:pt x="369505" y="411204"/>
                  </a:lnTo>
                  <a:lnTo>
                    <a:pt x="329249" y="431923"/>
                  </a:lnTo>
                  <a:lnTo>
                    <a:pt x="284758" y="445015"/>
                  </a:lnTo>
                  <a:lnTo>
                    <a:pt x="236981" y="449580"/>
                  </a:lnTo>
                  <a:lnTo>
                    <a:pt x="189205" y="445015"/>
                  </a:lnTo>
                  <a:lnTo>
                    <a:pt x="144714" y="431923"/>
                  </a:lnTo>
                  <a:lnTo>
                    <a:pt x="104458" y="411204"/>
                  </a:lnTo>
                  <a:lnTo>
                    <a:pt x="69389" y="383762"/>
                  </a:lnTo>
                  <a:lnTo>
                    <a:pt x="40458" y="350497"/>
                  </a:lnTo>
                  <a:lnTo>
                    <a:pt x="18615" y="312312"/>
                  </a:lnTo>
                  <a:lnTo>
                    <a:pt x="4812" y="270109"/>
                  </a:lnTo>
                  <a:lnTo>
                    <a:pt x="0" y="224789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9142476" y="4343399"/>
              <a:ext cx="472440" cy="449580"/>
            </a:xfrm>
            <a:custGeom>
              <a:avLst/>
              <a:gdLst/>
              <a:ahLst/>
              <a:cxnLst/>
              <a:rect l="l" t="t" r="r" b="b"/>
              <a:pathLst>
                <a:path w="472440" h="449579">
                  <a:moveTo>
                    <a:pt x="236220" y="0"/>
                  </a:moveTo>
                  <a:lnTo>
                    <a:pt x="188622" y="4564"/>
                  </a:lnTo>
                  <a:lnTo>
                    <a:pt x="144285" y="17656"/>
                  </a:lnTo>
                  <a:lnTo>
                    <a:pt x="104161" y="38375"/>
                  </a:lnTo>
                  <a:lnTo>
                    <a:pt x="69199" y="65817"/>
                  </a:lnTo>
                  <a:lnTo>
                    <a:pt x="40351" y="99082"/>
                  </a:lnTo>
                  <a:lnTo>
                    <a:pt x="18567" y="137267"/>
                  </a:lnTo>
                  <a:lnTo>
                    <a:pt x="4800" y="179470"/>
                  </a:lnTo>
                  <a:lnTo>
                    <a:pt x="0" y="224789"/>
                  </a:lnTo>
                  <a:lnTo>
                    <a:pt x="4800" y="270109"/>
                  </a:lnTo>
                  <a:lnTo>
                    <a:pt x="18567" y="312312"/>
                  </a:lnTo>
                  <a:lnTo>
                    <a:pt x="40351" y="350497"/>
                  </a:lnTo>
                  <a:lnTo>
                    <a:pt x="69199" y="383762"/>
                  </a:lnTo>
                  <a:lnTo>
                    <a:pt x="104161" y="411204"/>
                  </a:lnTo>
                  <a:lnTo>
                    <a:pt x="144285" y="431923"/>
                  </a:lnTo>
                  <a:lnTo>
                    <a:pt x="188622" y="445015"/>
                  </a:lnTo>
                  <a:lnTo>
                    <a:pt x="236220" y="449580"/>
                  </a:lnTo>
                  <a:lnTo>
                    <a:pt x="283817" y="445015"/>
                  </a:lnTo>
                  <a:lnTo>
                    <a:pt x="328154" y="431923"/>
                  </a:lnTo>
                  <a:lnTo>
                    <a:pt x="368278" y="411204"/>
                  </a:lnTo>
                  <a:lnTo>
                    <a:pt x="403240" y="383762"/>
                  </a:lnTo>
                  <a:lnTo>
                    <a:pt x="432088" y="350497"/>
                  </a:lnTo>
                  <a:lnTo>
                    <a:pt x="453872" y="312312"/>
                  </a:lnTo>
                  <a:lnTo>
                    <a:pt x="467639" y="270109"/>
                  </a:lnTo>
                  <a:lnTo>
                    <a:pt x="472440" y="224789"/>
                  </a:lnTo>
                  <a:lnTo>
                    <a:pt x="467639" y="179470"/>
                  </a:lnTo>
                  <a:lnTo>
                    <a:pt x="453872" y="137267"/>
                  </a:lnTo>
                  <a:lnTo>
                    <a:pt x="432088" y="99082"/>
                  </a:lnTo>
                  <a:lnTo>
                    <a:pt x="403240" y="65817"/>
                  </a:lnTo>
                  <a:lnTo>
                    <a:pt x="368278" y="38375"/>
                  </a:lnTo>
                  <a:lnTo>
                    <a:pt x="328154" y="17656"/>
                  </a:lnTo>
                  <a:lnTo>
                    <a:pt x="283817" y="4564"/>
                  </a:lnTo>
                  <a:lnTo>
                    <a:pt x="2362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9142476" y="4343399"/>
              <a:ext cx="472440" cy="449580"/>
            </a:xfrm>
            <a:custGeom>
              <a:avLst/>
              <a:gdLst/>
              <a:ahLst/>
              <a:cxnLst/>
              <a:rect l="l" t="t" r="r" b="b"/>
              <a:pathLst>
                <a:path w="472440" h="449579">
                  <a:moveTo>
                    <a:pt x="0" y="224789"/>
                  </a:moveTo>
                  <a:lnTo>
                    <a:pt x="4800" y="179470"/>
                  </a:lnTo>
                  <a:lnTo>
                    <a:pt x="18567" y="137267"/>
                  </a:lnTo>
                  <a:lnTo>
                    <a:pt x="40351" y="99082"/>
                  </a:lnTo>
                  <a:lnTo>
                    <a:pt x="69199" y="65817"/>
                  </a:lnTo>
                  <a:lnTo>
                    <a:pt x="104161" y="38375"/>
                  </a:lnTo>
                  <a:lnTo>
                    <a:pt x="144285" y="17656"/>
                  </a:lnTo>
                  <a:lnTo>
                    <a:pt x="188622" y="4564"/>
                  </a:lnTo>
                  <a:lnTo>
                    <a:pt x="236220" y="0"/>
                  </a:lnTo>
                  <a:lnTo>
                    <a:pt x="283817" y="4564"/>
                  </a:lnTo>
                  <a:lnTo>
                    <a:pt x="328154" y="17656"/>
                  </a:lnTo>
                  <a:lnTo>
                    <a:pt x="368278" y="38375"/>
                  </a:lnTo>
                  <a:lnTo>
                    <a:pt x="403240" y="65817"/>
                  </a:lnTo>
                  <a:lnTo>
                    <a:pt x="432088" y="99082"/>
                  </a:lnTo>
                  <a:lnTo>
                    <a:pt x="453872" y="137267"/>
                  </a:lnTo>
                  <a:lnTo>
                    <a:pt x="467639" y="179470"/>
                  </a:lnTo>
                  <a:lnTo>
                    <a:pt x="472440" y="224789"/>
                  </a:lnTo>
                  <a:lnTo>
                    <a:pt x="467639" y="270109"/>
                  </a:lnTo>
                  <a:lnTo>
                    <a:pt x="453872" y="312312"/>
                  </a:lnTo>
                  <a:lnTo>
                    <a:pt x="432088" y="350497"/>
                  </a:lnTo>
                  <a:lnTo>
                    <a:pt x="403240" y="383762"/>
                  </a:lnTo>
                  <a:lnTo>
                    <a:pt x="368278" y="411204"/>
                  </a:lnTo>
                  <a:lnTo>
                    <a:pt x="328154" y="431923"/>
                  </a:lnTo>
                  <a:lnTo>
                    <a:pt x="283817" y="445015"/>
                  </a:lnTo>
                  <a:lnTo>
                    <a:pt x="236220" y="449580"/>
                  </a:lnTo>
                  <a:lnTo>
                    <a:pt x="188622" y="445015"/>
                  </a:lnTo>
                  <a:lnTo>
                    <a:pt x="144285" y="431923"/>
                  </a:lnTo>
                  <a:lnTo>
                    <a:pt x="104161" y="411204"/>
                  </a:lnTo>
                  <a:lnTo>
                    <a:pt x="69199" y="383762"/>
                  </a:lnTo>
                  <a:lnTo>
                    <a:pt x="40351" y="350497"/>
                  </a:lnTo>
                  <a:lnTo>
                    <a:pt x="18567" y="312312"/>
                  </a:lnTo>
                  <a:lnTo>
                    <a:pt x="4800" y="270109"/>
                  </a:lnTo>
                  <a:lnTo>
                    <a:pt x="0" y="224789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5" name="object 105"/>
          <p:cNvSpPr txBox="1"/>
          <p:nvPr/>
        </p:nvSpPr>
        <p:spPr>
          <a:xfrm>
            <a:off x="7723378" y="3578097"/>
            <a:ext cx="1803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libri"/>
                <a:cs typeface="Calibri"/>
              </a:rPr>
              <a:t>0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06" name="object 106"/>
          <p:cNvSpPr txBox="1"/>
          <p:nvPr/>
        </p:nvSpPr>
        <p:spPr>
          <a:xfrm>
            <a:off x="9277857" y="3485464"/>
            <a:ext cx="880110" cy="1265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11835" algn="l"/>
              </a:tabLst>
            </a:pPr>
            <a:r>
              <a:rPr sz="2400" spc="-50" dirty="0">
                <a:latin typeface="Calibri"/>
                <a:cs typeface="Calibri"/>
              </a:rPr>
              <a:t>8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50" dirty="0">
                <a:latin typeface="Calibri"/>
                <a:cs typeface="Calibri"/>
              </a:rPr>
              <a:t>9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70"/>
              </a:spcBef>
            </a:pPr>
            <a:endParaRPr sz="2400">
              <a:latin typeface="Calibri"/>
              <a:cs typeface="Calibri"/>
            </a:endParaRPr>
          </a:p>
          <a:p>
            <a:pPr marL="48260">
              <a:lnSpc>
                <a:spcPct val="100000"/>
              </a:lnSpc>
            </a:pPr>
            <a:r>
              <a:rPr sz="2400" spc="-50" dirty="0">
                <a:latin typeface="Calibri"/>
                <a:cs typeface="Calibri"/>
              </a:rPr>
              <a:t>7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07" name="object 107"/>
          <p:cNvSpPr txBox="1"/>
          <p:nvPr/>
        </p:nvSpPr>
        <p:spPr>
          <a:xfrm>
            <a:off x="7329678" y="5215508"/>
            <a:ext cx="1803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libri"/>
                <a:cs typeface="Calibri"/>
              </a:rPr>
              <a:t>2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08" name="object 108"/>
          <p:cNvSpPr txBox="1"/>
          <p:nvPr/>
        </p:nvSpPr>
        <p:spPr>
          <a:xfrm>
            <a:off x="7744206" y="6117132"/>
            <a:ext cx="1803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libri"/>
                <a:cs typeface="Calibri"/>
              </a:rPr>
              <a:t>4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09" name="object 109"/>
          <p:cNvSpPr/>
          <p:nvPr/>
        </p:nvSpPr>
        <p:spPr>
          <a:xfrm>
            <a:off x="7973568" y="4744211"/>
            <a:ext cx="1287780" cy="440690"/>
          </a:xfrm>
          <a:custGeom>
            <a:avLst/>
            <a:gdLst/>
            <a:ahLst/>
            <a:cxnLst/>
            <a:rect l="l" t="t" r="r" b="b"/>
            <a:pathLst>
              <a:path w="1287779" h="440689">
                <a:moveTo>
                  <a:pt x="0" y="175260"/>
                </a:moveTo>
                <a:lnTo>
                  <a:pt x="230124" y="440436"/>
                </a:lnTo>
              </a:path>
              <a:path w="1287779" h="440689">
                <a:moveTo>
                  <a:pt x="1007363" y="423671"/>
                </a:moveTo>
                <a:lnTo>
                  <a:pt x="1287779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10"/>
          <p:cNvSpPr txBox="1"/>
          <p:nvPr/>
        </p:nvSpPr>
        <p:spPr>
          <a:xfrm>
            <a:off x="7779257" y="2969463"/>
            <a:ext cx="264350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one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connected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graph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9493" y="261315"/>
            <a:ext cx="367601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Priority</a:t>
            </a:r>
            <a:r>
              <a:rPr spc="-25" dirty="0"/>
              <a:t> </a:t>
            </a:r>
            <a:r>
              <a:rPr spc="-10" dirty="0"/>
              <a:t>Queues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69493" y="1304036"/>
            <a:ext cx="11256645" cy="4566920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240029" marR="5715" indent="-227329" algn="just">
              <a:lnSpc>
                <a:spcPts val="3030"/>
              </a:lnSpc>
              <a:spcBef>
                <a:spcPts val="47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sz="2800" spc="26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73139"/>
                </a:solidFill>
                <a:latin typeface="Times New Roman"/>
                <a:cs typeface="Times New Roman"/>
              </a:rPr>
              <a:t>priority</a:t>
            </a:r>
            <a:r>
              <a:rPr sz="2800" spc="42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73139"/>
                </a:solidFill>
                <a:latin typeface="Times New Roman"/>
                <a:cs typeface="Times New Roman"/>
              </a:rPr>
              <a:t>queue</a:t>
            </a:r>
            <a:r>
              <a:rPr sz="2800" spc="41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73139"/>
                </a:solidFill>
                <a:latin typeface="Times New Roman"/>
                <a:cs typeface="Times New Roman"/>
              </a:rPr>
              <a:t>is</a:t>
            </a:r>
            <a:r>
              <a:rPr sz="2800" spc="409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sz="2800" spc="41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73139"/>
                </a:solidFill>
                <a:latin typeface="Times New Roman"/>
                <a:cs typeface="Times New Roman"/>
              </a:rPr>
              <a:t>type</a:t>
            </a:r>
            <a:r>
              <a:rPr sz="2800" spc="41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73139"/>
                </a:solidFill>
                <a:latin typeface="Times New Roman"/>
                <a:cs typeface="Times New Roman"/>
              </a:rPr>
              <a:t>of</a:t>
            </a:r>
            <a:r>
              <a:rPr sz="2800" spc="42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73139"/>
                </a:solidFill>
                <a:latin typeface="Times New Roman"/>
                <a:cs typeface="Times New Roman"/>
              </a:rPr>
              <a:t>queue</a:t>
            </a:r>
            <a:r>
              <a:rPr sz="2800" spc="41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73139"/>
                </a:solidFill>
                <a:latin typeface="Times New Roman"/>
                <a:cs typeface="Times New Roman"/>
              </a:rPr>
              <a:t>that</a:t>
            </a:r>
            <a:r>
              <a:rPr sz="2800" spc="409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73139"/>
                </a:solidFill>
                <a:latin typeface="Times New Roman"/>
                <a:cs typeface="Times New Roman"/>
              </a:rPr>
              <a:t>arranges</a:t>
            </a:r>
            <a:r>
              <a:rPr sz="2800" spc="42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73139"/>
                </a:solidFill>
                <a:latin typeface="Times New Roman"/>
                <a:cs typeface="Times New Roman"/>
              </a:rPr>
              <a:t>elements</a:t>
            </a:r>
            <a:r>
              <a:rPr sz="2800" spc="43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73139"/>
                </a:solidFill>
                <a:latin typeface="Times New Roman"/>
                <a:cs typeface="Times New Roman"/>
              </a:rPr>
              <a:t>based</a:t>
            </a:r>
            <a:r>
              <a:rPr sz="2800" spc="42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73139"/>
                </a:solidFill>
                <a:latin typeface="Times New Roman"/>
                <a:cs typeface="Times New Roman"/>
              </a:rPr>
              <a:t>on</a:t>
            </a:r>
            <a:r>
              <a:rPr sz="2800" spc="42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273139"/>
                </a:solidFill>
                <a:latin typeface="Times New Roman"/>
                <a:cs typeface="Times New Roman"/>
              </a:rPr>
              <a:t>their 	</a:t>
            </a:r>
            <a:r>
              <a:rPr sz="2800" dirty="0">
                <a:solidFill>
                  <a:srgbClr val="273139"/>
                </a:solidFill>
                <a:latin typeface="Times New Roman"/>
                <a:cs typeface="Times New Roman"/>
              </a:rPr>
              <a:t>priority</a:t>
            </a:r>
            <a:r>
              <a:rPr sz="2800" spc="29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73139"/>
                </a:solidFill>
                <a:latin typeface="Times New Roman"/>
                <a:cs typeface="Times New Roman"/>
              </a:rPr>
              <a:t>values.</a:t>
            </a:r>
            <a:r>
              <a:rPr sz="2800" spc="28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73139"/>
                </a:solidFill>
                <a:latin typeface="Times New Roman"/>
                <a:cs typeface="Times New Roman"/>
              </a:rPr>
              <a:t>Elements</a:t>
            </a:r>
            <a:r>
              <a:rPr sz="2800" spc="29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73139"/>
                </a:solidFill>
                <a:latin typeface="Times New Roman"/>
                <a:cs typeface="Times New Roman"/>
              </a:rPr>
              <a:t>with</a:t>
            </a:r>
            <a:r>
              <a:rPr sz="2800" spc="27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73139"/>
                </a:solidFill>
                <a:latin typeface="Times New Roman"/>
                <a:cs typeface="Times New Roman"/>
              </a:rPr>
              <a:t>higher</a:t>
            </a:r>
            <a:r>
              <a:rPr sz="2800" spc="28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73139"/>
                </a:solidFill>
                <a:latin typeface="Times New Roman"/>
                <a:cs typeface="Times New Roman"/>
              </a:rPr>
              <a:t>priority</a:t>
            </a:r>
            <a:r>
              <a:rPr sz="2800" spc="27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73139"/>
                </a:solidFill>
                <a:latin typeface="Times New Roman"/>
                <a:cs typeface="Times New Roman"/>
              </a:rPr>
              <a:t>values</a:t>
            </a:r>
            <a:r>
              <a:rPr sz="2800" spc="28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73139"/>
                </a:solidFill>
                <a:latin typeface="Times New Roman"/>
                <a:cs typeface="Times New Roman"/>
              </a:rPr>
              <a:t>are</a:t>
            </a:r>
            <a:r>
              <a:rPr sz="2800" spc="28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73139"/>
                </a:solidFill>
                <a:latin typeface="Times New Roman"/>
                <a:cs typeface="Times New Roman"/>
              </a:rPr>
              <a:t>typically</a:t>
            </a:r>
            <a:r>
              <a:rPr sz="2800" spc="30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273139"/>
                </a:solidFill>
                <a:latin typeface="Times New Roman"/>
                <a:cs typeface="Times New Roman"/>
              </a:rPr>
              <a:t>retrieved 	</a:t>
            </a:r>
            <a:r>
              <a:rPr sz="2800" dirty="0">
                <a:solidFill>
                  <a:srgbClr val="273139"/>
                </a:solidFill>
                <a:latin typeface="Times New Roman"/>
                <a:cs typeface="Times New Roman"/>
              </a:rPr>
              <a:t>before</a:t>
            </a:r>
            <a:r>
              <a:rPr sz="2800" spc="-5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73139"/>
                </a:solidFill>
                <a:latin typeface="Times New Roman"/>
                <a:cs typeface="Times New Roman"/>
              </a:rPr>
              <a:t>elements</a:t>
            </a:r>
            <a:r>
              <a:rPr sz="2800" spc="-3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73139"/>
                </a:solidFill>
                <a:latin typeface="Times New Roman"/>
                <a:cs typeface="Times New Roman"/>
              </a:rPr>
              <a:t>with</a:t>
            </a:r>
            <a:r>
              <a:rPr sz="2800" spc="-4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73139"/>
                </a:solidFill>
                <a:latin typeface="Times New Roman"/>
                <a:cs typeface="Times New Roman"/>
              </a:rPr>
              <a:t>lower</a:t>
            </a:r>
            <a:r>
              <a:rPr sz="2800" spc="-5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73139"/>
                </a:solidFill>
                <a:latin typeface="Times New Roman"/>
                <a:cs typeface="Times New Roman"/>
              </a:rPr>
              <a:t>priority</a:t>
            </a:r>
            <a:r>
              <a:rPr sz="2800" spc="-6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273139"/>
                </a:solidFill>
                <a:latin typeface="Times New Roman"/>
                <a:cs typeface="Times New Roman"/>
              </a:rPr>
              <a:t>values.</a:t>
            </a:r>
            <a:endParaRPr sz="2800">
              <a:latin typeface="Times New Roman"/>
              <a:cs typeface="Times New Roman"/>
            </a:endParaRPr>
          </a:p>
          <a:p>
            <a:pPr marL="240029" marR="5080" indent="-227329" algn="just">
              <a:lnSpc>
                <a:spcPct val="90000"/>
              </a:lnSpc>
              <a:spcBef>
                <a:spcPts val="95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5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5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priority</a:t>
            </a:r>
            <a:r>
              <a:rPr sz="2800" spc="5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queue,</a:t>
            </a:r>
            <a:r>
              <a:rPr sz="2800" spc="5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each</a:t>
            </a:r>
            <a:r>
              <a:rPr sz="2800" spc="5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element</a:t>
            </a:r>
            <a:r>
              <a:rPr sz="2800" spc="5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has</a:t>
            </a:r>
            <a:r>
              <a:rPr sz="2800" spc="5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5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priority</a:t>
            </a:r>
            <a:r>
              <a:rPr sz="2800" spc="5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value</a:t>
            </a:r>
            <a:r>
              <a:rPr sz="2800" spc="5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associated</a:t>
            </a:r>
            <a:r>
              <a:rPr sz="2800" spc="5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with</a:t>
            </a:r>
            <a:r>
              <a:rPr sz="2800" spc="545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it. 	</a:t>
            </a:r>
            <a:r>
              <a:rPr sz="2800" dirty="0">
                <a:latin typeface="Times New Roman"/>
                <a:cs typeface="Times New Roman"/>
              </a:rPr>
              <a:t>When</a:t>
            </a:r>
            <a:r>
              <a:rPr sz="2800" spc="1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you</a:t>
            </a:r>
            <a:r>
              <a:rPr sz="2800" spc="1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add</a:t>
            </a:r>
            <a:r>
              <a:rPr sz="2800" spc="1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</a:t>
            </a:r>
            <a:r>
              <a:rPr sz="2800" spc="1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element</a:t>
            </a:r>
            <a:r>
              <a:rPr sz="2800" spc="1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1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1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queue,</a:t>
            </a:r>
            <a:r>
              <a:rPr sz="2800" spc="1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it</a:t>
            </a:r>
            <a:r>
              <a:rPr sz="2800" spc="1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1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inserted</a:t>
            </a:r>
            <a:r>
              <a:rPr sz="2800" spc="1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1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1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position</a:t>
            </a:r>
            <a:r>
              <a:rPr sz="2800" spc="1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based</a:t>
            </a:r>
            <a:r>
              <a:rPr sz="2800" spc="18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on 	</a:t>
            </a:r>
            <a:r>
              <a:rPr sz="2800" dirty="0">
                <a:latin typeface="Times New Roman"/>
                <a:cs typeface="Times New Roman"/>
              </a:rPr>
              <a:t>its</a:t>
            </a:r>
            <a:r>
              <a:rPr sz="2800" spc="3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priority</a:t>
            </a:r>
            <a:r>
              <a:rPr sz="2800" spc="3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value.</a:t>
            </a:r>
            <a:r>
              <a:rPr sz="2800" spc="3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For</a:t>
            </a:r>
            <a:r>
              <a:rPr sz="2800" spc="3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example,</a:t>
            </a:r>
            <a:r>
              <a:rPr sz="2800" spc="3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if</a:t>
            </a:r>
            <a:r>
              <a:rPr sz="2800" spc="3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you</a:t>
            </a:r>
            <a:r>
              <a:rPr sz="2800" spc="3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add</a:t>
            </a:r>
            <a:r>
              <a:rPr sz="2800" spc="3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</a:t>
            </a:r>
            <a:r>
              <a:rPr sz="2800" spc="3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element</a:t>
            </a:r>
            <a:r>
              <a:rPr sz="2800" spc="3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with</a:t>
            </a:r>
            <a:r>
              <a:rPr sz="2800" spc="3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30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high</a:t>
            </a:r>
            <a:r>
              <a:rPr sz="2800" spc="33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priority 	</a:t>
            </a:r>
            <a:r>
              <a:rPr sz="2800" dirty="0">
                <a:latin typeface="Times New Roman"/>
                <a:cs typeface="Times New Roman"/>
              </a:rPr>
              <a:t>value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priority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queue,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it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may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inserted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near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front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queue,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while 	</a:t>
            </a:r>
            <a:r>
              <a:rPr sz="2800" dirty="0">
                <a:latin typeface="Times New Roman"/>
                <a:cs typeface="Times New Roman"/>
              </a:rPr>
              <a:t>an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element with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low priority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value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may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inserted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near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0" dirty="0">
                <a:latin typeface="Times New Roman"/>
                <a:cs typeface="Times New Roman"/>
              </a:rPr>
              <a:t> back</a:t>
            </a:r>
            <a:endParaRPr sz="2800">
              <a:latin typeface="Times New Roman"/>
              <a:cs typeface="Times New Roman"/>
            </a:endParaRPr>
          </a:p>
          <a:p>
            <a:pPr marL="227329" marR="8956040" indent="-227329" algn="r">
              <a:lnSpc>
                <a:spcPct val="100000"/>
              </a:lnSpc>
              <a:spcBef>
                <a:spcPts val="665"/>
              </a:spcBef>
              <a:buFont typeface="Arial MT"/>
              <a:buChar char="•"/>
              <a:tabLst>
                <a:tab pos="227329" algn="l"/>
              </a:tabLst>
            </a:pPr>
            <a:r>
              <a:rPr sz="2800" spc="-60" dirty="0">
                <a:latin typeface="Times New Roman"/>
                <a:cs typeface="Times New Roman"/>
              </a:rPr>
              <a:t>Two</a:t>
            </a:r>
            <a:r>
              <a:rPr sz="2800" spc="-114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Varieties:</a:t>
            </a:r>
            <a:endParaRPr sz="2800">
              <a:latin typeface="Times New Roman"/>
              <a:cs typeface="Times New Roman"/>
            </a:endParaRPr>
          </a:p>
          <a:p>
            <a:pPr marL="227329" marR="8939530" lvl="1" indent="-227329" algn="r">
              <a:lnSpc>
                <a:spcPct val="100000"/>
              </a:lnSpc>
              <a:spcBef>
                <a:spcPts val="220"/>
              </a:spcBef>
              <a:buFont typeface="Arial MT"/>
              <a:buChar char="•"/>
              <a:tabLst>
                <a:tab pos="227329" algn="l"/>
              </a:tabLst>
            </a:pPr>
            <a:r>
              <a:rPr sz="2400" spc="-10" dirty="0">
                <a:latin typeface="Times New Roman"/>
                <a:cs typeface="Times New Roman"/>
              </a:rPr>
              <a:t>Single-ended</a:t>
            </a:r>
            <a:endParaRPr sz="2400">
              <a:latin typeface="Times New Roman"/>
              <a:cs typeface="Times New Roman"/>
            </a:endParaRPr>
          </a:p>
          <a:p>
            <a:pPr marL="697230" lvl="1" indent="-227329">
              <a:lnSpc>
                <a:spcPct val="100000"/>
              </a:lnSpc>
              <a:spcBef>
                <a:spcPts val="215"/>
              </a:spcBef>
              <a:buFont typeface="Arial MT"/>
              <a:buChar char="•"/>
              <a:tabLst>
                <a:tab pos="697230" algn="l"/>
              </a:tabLst>
            </a:pPr>
            <a:r>
              <a:rPr sz="2400" spc="-10" dirty="0">
                <a:latin typeface="Times New Roman"/>
                <a:cs typeface="Times New Roman"/>
              </a:rPr>
              <a:t>Double-ended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>
                <a:solidFill>
                  <a:srgbClr val="000000"/>
                </a:solidFill>
              </a:rPr>
              <a:t>Single-</a:t>
            </a:r>
            <a:r>
              <a:rPr dirty="0">
                <a:solidFill>
                  <a:srgbClr val="000000"/>
                </a:solidFill>
              </a:rPr>
              <a:t>ended</a:t>
            </a:r>
            <a:r>
              <a:rPr spc="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Priority</a:t>
            </a:r>
            <a:r>
              <a:rPr spc="10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Queue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2021586"/>
            <a:ext cx="8719820" cy="24974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Times New Roman"/>
                <a:cs typeface="Times New Roman"/>
              </a:rPr>
              <a:t>Operations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supported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by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single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ended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priority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queue: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475"/>
              </a:spcBef>
            </a:pPr>
            <a:endParaRPr sz="280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latin typeface="Times New Roman"/>
                <a:cs typeface="Times New Roman"/>
              </a:rPr>
              <a:t>SP1: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Return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element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with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minimum/maximum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priority.</a:t>
            </a:r>
            <a:endParaRPr sz="280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latin typeface="Times New Roman"/>
                <a:cs typeface="Times New Roman"/>
              </a:rPr>
              <a:t>SP2: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Insert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element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with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arbitrary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priority.</a:t>
            </a:r>
            <a:endParaRPr sz="280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spcBef>
                <a:spcPts val="670"/>
              </a:spcBef>
              <a:buFont typeface="Arial MT"/>
              <a:buChar char="•"/>
              <a:tabLst>
                <a:tab pos="240029" algn="l"/>
                <a:tab pos="7569834" algn="l"/>
              </a:tabLst>
            </a:pPr>
            <a:r>
              <a:rPr sz="2800" dirty="0">
                <a:latin typeface="Times New Roman"/>
                <a:cs typeface="Times New Roman"/>
              </a:rPr>
              <a:t>SP3: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Delete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element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with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minimum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/maximum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20" dirty="0">
                <a:latin typeface="Times New Roman"/>
                <a:cs typeface="Times New Roman"/>
              </a:rPr>
              <a:t>priority.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52244" y="381000"/>
            <a:ext cx="8392668" cy="5795772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>
                <a:solidFill>
                  <a:srgbClr val="000000"/>
                </a:solidFill>
              </a:rPr>
              <a:t>Double-</a:t>
            </a:r>
            <a:r>
              <a:rPr dirty="0">
                <a:solidFill>
                  <a:srgbClr val="000000"/>
                </a:solidFill>
              </a:rPr>
              <a:t>ended</a:t>
            </a:r>
            <a:r>
              <a:rPr spc="-3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Priority</a:t>
            </a:r>
            <a:r>
              <a:rPr spc="35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Queue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2021586"/>
            <a:ext cx="7780655" cy="35185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Times New Roman"/>
                <a:cs typeface="Times New Roman"/>
              </a:rPr>
              <a:t>Operations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supported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by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Double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ended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priority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queue: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475"/>
              </a:spcBef>
            </a:pPr>
            <a:endParaRPr sz="280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latin typeface="Times New Roman"/>
                <a:cs typeface="Times New Roman"/>
              </a:rPr>
              <a:t>DP1: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Return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element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with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minimum</a:t>
            </a:r>
            <a:r>
              <a:rPr sz="2800" spc="-10" dirty="0">
                <a:latin typeface="Times New Roman"/>
                <a:cs typeface="Times New Roman"/>
              </a:rPr>
              <a:t> priority.</a:t>
            </a:r>
            <a:endParaRPr sz="280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latin typeface="Times New Roman"/>
                <a:cs typeface="Times New Roman"/>
              </a:rPr>
              <a:t>DP2: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Return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element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with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maximum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priority.</a:t>
            </a:r>
            <a:endParaRPr sz="280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spcBef>
                <a:spcPts val="670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latin typeface="Times New Roman"/>
                <a:cs typeface="Times New Roman"/>
              </a:rPr>
              <a:t>DP3: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Insert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element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with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arbitrary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priority.</a:t>
            </a:r>
            <a:endParaRPr sz="280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spcBef>
                <a:spcPts val="66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latin typeface="Times New Roman"/>
                <a:cs typeface="Times New Roman"/>
              </a:rPr>
              <a:t>DP4: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Delete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element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with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minimum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priority.</a:t>
            </a:r>
            <a:endParaRPr sz="280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0029" algn="l"/>
                <a:tab pos="6056630" algn="l"/>
              </a:tabLst>
            </a:pPr>
            <a:r>
              <a:rPr sz="2800" dirty="0">
                <a:latin typeface="Times New Roman"/>
                <a:cs typeface="Times New Roman"/>
              </a:rPr>
              <a:t>DP5: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Delete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element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with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maximum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10" dirty="0">
                <a:latin typeface="Times New Roman"/>
                <a:cs typeface="Times New Roman"/>
              </a:rPr>
              <a:t>priority.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000000"/>
                </a:solidFill>
              </a:rPr>
              <a:t>DEPQ used</a:t>
            </a:r>
            <a:r>
              <a:rPr spc="-2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as network</a:t>
            </a:r>
            <a:r>
              <a:rPr spc="-20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buffer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804161"/>
            <a:ext cx="10089515" cy="3137535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12700" marR="343535">
              <a:lnSpc>
                <a:spcPts val="3030"/>
              </a:lnSpc>
              <a:spcBef>
                <a:spcPts val="470"/>
              </a:spcBef>
            </a:pP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buffer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holds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packets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that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are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waiting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their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turn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sent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out </a:t>
            </a:r>
            <a:r>
              <a:rPr sz="2800" dirty="0">
                <a:latin typeface="Times New Roman"/>
                <a:cs typeface="Times New Roman"/>
              </a:rPr>
              <a:t>over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network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link,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each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packet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as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associated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priority.</a:t>
            </a:r>
            <a:endParaRPr sz="2800">
              <a:latin typeface="Times New Roman"/>
              <a:cs typeface="Times New Roman"/>
            </a:endParaRPr>
          </a:p>
          <a:p>
            <a:pPr marL="12700" marR="281940">
              <a:lnSpc>
                <a:spcPts val="3020"/>
              </a:lnSpc>
              <a:spcBef>
                <a:spcPts val="1005"/>
              </a:spcBef>
            </a:pPr>
            <a:r>
              <a:rPr sz="2800" b="1" i="1" dirty="0">
                <a:latin typeface="Times New Roman"/>
                <a:cs typeface="Times New Roman"/>
              </a:rPr>
              <a:t>DeleteMax</a:t>
            </a:r>
            <a:r>
              <a:rPr sz="2800" b="1" i="1" spc="-3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: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When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network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link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become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available,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packet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with </a:t>
            </a:r>
            <a:r>
              <a:rPr sz="2800" dirty="0">
                <a:latin typeface="Times New Roman"/>
                <a:cs typeface="Times New Roman"/>
              </a:rPr>
              <a:t>highest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priority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deleted.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sz="2800" b="1" i="1" dirty="0">
                <a:latin typeface="Times New Roman"/>
                <a:cs typeface="Times New Roman"/>
              </a:rPr>
              <a:t>Insert</a:t>
            </a:r>
            <a:r>
              <a:rPr sz="2800" b="1" i="1" spc="-3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: </a:t>
            </a:r>
            <a:r>
              <a:rPr sz="2800" dirty="0">
                <a:latin typeface="Times New Roman"/>
                <a:cs typeface="Times New Roman"/>
              </a:rPr>
              <a:t>When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packet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arrives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network,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added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buffer.</a:t>
            </a:r>
            <a:endParaRPr sz="2800">
              <a:latin typeface="Times New Roman"/>
              <a:cs typeface="Times New Roman"/>
            </a:endParaRPr>
          </a:p>
          <a:p>
            <a:pPr marL="12700" marR="5080">
              <a:lnSpc>
                <a:spcPts val="3020"/>
              </a:lnSpc>
              <a:spcBef>
                <a:spcPts val="1045"/>
              </a:spcBef>
              <a:tabLst>
                <a:tab pos="1826895" algn="l"/>
              </a:tabLst>
            </a:pPr>
            <a:r>
              <a:rPr sz="2800" b="1" i="1" spc="-10" dirty="0">
                <a:latin typeface="Times New Roman"/>
                <a:cs typeface="Times New Roman"/>
              </a:rPr>
              <a:t>DeleteMin</a:t>
            </a:r>
            <a:r>
              <a:rPr sz="2800" spc="-10" dirty="0">
                <a:latin typeface="Times New Roman"/>
                <a:cs typeface="Times New Roman"/>
              </a:rPr>
              <a:t>:</a:t>
            </a:r>
            <a:r>
              <a:rPr sz="2800" dirty="0">
                <a:latin typeface="Times New Roman"/>
                <a:cs typeface="Times New Roman"/>
              </a:rPr>
              <a:t>	If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buffer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full,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packets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with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minimum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priority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are </a:t>
            </a:r>
            <a:r>
              <a:rPr sz="2800" spc="-10" dirty="0">
                <a:latin typeface="Times New Roman"/>
                <a:cs typeface="Times New Roman"/>
              </a:rPr>
              <a:t>dropped.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000000"/>
                </a:solidFill>
              </a:rPr>
              <a:t>Merge</a:t>
            </a:r>
            <a:r>
              <a:rPr spc="25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Sort-</a:t>
            </a:r>
            <a:r>
              <a:rPr spc="-20" dirty="0">
                <a:solidFill>
                  <a:srgbClr val="000000"/>
                </a:solidFill>
              </a:rPr>
              <a:t>DEPQ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804161"/>
            <a:ext cx="5556885" cy="339534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0029" marR="59690" indent="-227329">
              <a:lnSpc>
                <a:spcPct val="90000"/>
              </a:lnSpc>
              <a:spcBef>
                <a:spcPts val="43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Times New Roman"/>
                <a:cs typeface="Times New Roman"/>
              </a:rPr>
              <a:t>Read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as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many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elements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as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will</a:t>
            </a:r>
            <a:r>
              <a:rPr sz="2800" spc="-25" dirty="0">
                <a:latin typeface="Times New Roman"/>
                <a:cs typeface="Times New Roman"/>
              </a:rPr>
              <a:t> fit 	</a:t>
            </a:r>
            <a:r>
              <a:rPr sz="2800" dirty="0">
                <a:latin typeface="Times New Roman"/>
                <a:cs typeface="Times New Roman"/>
              </a:rPr>
              <a:t>into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internal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DEPQ.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elements 	</a:t>
            </a: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DEPQ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will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eventually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the 	</a:t>
            </a:r>
            <a:r>
              <a:rPr sz="2800" dirty="0">
                <a:latin typeface="Times New Roman"/>
                <a:cs typeface="Times New Roman"/>
              </a:rPr>
              <a:t>middle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group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elements.</a:t>
            </a:r>
            <a:endParaRPr sz="2800">
              <a:latin typeface="Times New Roman"/>
              <a:cs typeface="Times New Roman"/>
            </a:endParaRPr>
          </a:p>
          <a:p>
            <a:pPr marL="240029" marR="5080" indent="-227329">
              <a:lnSpc>
                <a:spcPts val="3030"/>
              </a:lnSpc>
              <a:spcBef>
                <a:spcPts val="105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Times New Roman"/>
                <a:cs typeface="Times New Roman"/>
              </a:rPr>
              <a:t>Process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remaining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element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one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at 	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time.</a:t>
            </a:r>
            <a:endParaRPr sz="2800">
              <a:latin typeface="Times New Roman"/>
              <a:cs typeface="Times New Roman"/>
            </a:endParaRPr>
          </a:p>
          <a:p>
            <a:pPr marL="240029" marR="1203960" indent="-227329">
              <a:lnSpc>
                <a:spcPts val="3020"/>
              </a:lnSpc>
              <a:spcBef>
                <a:spcPts val="99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Times New Roman"/>
                <a:cs typeface="Times New Roman"/>
              </a:rPr>
              <a:t>Sort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left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right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groups 	recursively.</a:t>
            </a:r>
            <a:endParaRPr sz="28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93052" y="1496567"/>
            <a:ext cx="4358640" cy="3864863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4248"/>
            <a:ext cx="265938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000000"/>
                </a:solidFill>
              </a:rPr>
              <a:t>Leftist</a:t>
            </a:r>
            <a:r>
              <a:rPr spc="-15" dirty="0">
                <a:solidFill>
                  <a:srgbClr val="000000"/>
                </a:solidFill>
              </a:rPr>
              <a:t> </a:t>
            </a:r>
            <a:r>
              <a:rPr spc="-30" dirty="0">
                <a:solidFill>
                  <a:srgbClr val="000000"/>
                </a:solidFill>
              </a:rPr>
              <a:t>Tree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804161"/>
            <a:ext cx="9941560" cy="3924935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240029" marR="21590" indent="-227329">
              <a:lnSpc>
                <a:spcPts val="3030"/>
              </a:lnSpc>
              <a:spcBef>
                <a:spcPts val="47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Times New Roman"/>
                <a:cs typeface="Times New Roman"/>
              </a:rPr>
              <a:t>Leftist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tree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provide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efficient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implementation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meldable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priority 	queues.,</a:t>
            </a:r>
            <a:endParaRPr sz="2800">
              <a:latin typeface="Times New Roman"/>
              <a:cs typeface="Times New Roman"/>
            </a:endParaRPr>
          </a:p>
          <a:p>
            <a:pPr marL="240029" marR="5080" indent="-227329">
              <a:lnSpc>
                <a:spcPts val="302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Times New Roman"/>
                <a:cs typeface="Times New Roman"/>
              </a:rPr>
              <a:t>Let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total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number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elements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two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priority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queues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that 	</a:t>
            </a:r>
            <a:r>
              <a:rPr sz="2800" dirty="0">
                <a:latin typeface="Times New Roman"/>
                <a:cs typeface="Times New Roman"/>
              </a:rPr>
              <a:t>are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melded,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if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heap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are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used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represent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meldable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queues,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it 	</a:t>
            </a:r>
            <a:r>
              <a:rPr sz="2800" dirty="0">
                <a:latin typeface="Times New Roman"/>
                <a:cs typeface="Times New Roman"/>
              </a:rPr>
              <a:t>takes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o(n) time.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Usage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leftist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tree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takes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logarithmic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time.</a:t>
            </a:r>
            <a:endParaRPr sz="280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spcBef>
                <a:spcPts val="630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latin typeface="Times New Roman"/>
                <a:cs typeface="Times New Roman"/>
              </a:rPr>
              <a:t>It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used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concept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extended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binary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tree.</a:t>
            </a:r>
            <a:endParaRPr sz="280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spc="-65" dirty="0">
                <a:latin typeface="Times New Roman"/>
                <a:cs typeface="Times New Roman"/>
              </a:rPr>
              <a:t>Two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Varieties:</a:t>
            </a:r>
            <a:endParaRPr sz="2800">
              <a:latin typeface="Times New Roman"/>
              <a:cs typeface="Times New Roman"/>
            </a:endParaRPr>
          </a:p>
          <a:p>
            <a:pPr marL="697230" lvl="1" indent="-227329">
              <a:lnSpc>
                <a:spcPct val="100000"/>
              </a:lnSpc>
              <a:spcBef>
                <a:spcPts val="235"/>
              </a:spcBef>
              <a:buFont typeface="Arial MT"/>
              <a:buChar char="•"/>
              <a:tabLst>
                <a:tab pos="697230" algn="l"/>
              </a:tabLst>
            </a:pPr>
            <a:r>
              <a:rPr sz="2400" dirty="0">
                <a:latin typeface="Times New Roman"/>
                <a:cs typeface="Times New Roman"/>
              </a:rPr>
              <a:t>Height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Biased</a:t>
            </a:r>
            <a:endParaRPr sz="2400">
              <a:latin typeface="Times New Roman"/>
              <a:cs typeface="Times New Roman"/>
            </a:endParaRPr>
          </a:p>
          <a:p>
            <a:pPr marL="697230" lvl="1" indent="-227329">
              <a:lnSpc>
                <a:spcPct val="100000"/>
              </a:lnSpc>
              <a:spcBef>
                <a:spcPts val="200"/>
              </a:spcBef>
              <a:buFont typeface="Arial MT"/>
              <a:buChar char="•"/>
              <a:tabLst>
                <a:tab pos="697230" algn="l"/>
              </a:tabLst>
            </a:pPr>
            <a:r>
              <a:rPr sz="2400" spc="-20" dirty="0">
                <a:latin typeface="Times New Roman"/>
                <a:cs typeface="Times New Roman"/>
              </a:rPr>
              <a:t>Weight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Biased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4248"/>
            <a:ext cx="607822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000000"/>
                </a:solidFill>
              </a:rPr>
              <a:t>Height</a:t>
            </a:r>
            <a:r>
              <a:rPr spc="-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Biased</a:t>
            </a:r>
            <a:r>
              <a:rPr spc="-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Leftist</a:t>
            </a:r>
            <a:r>
              <a:rPr spc="-5" dirty="0">
                <a:solidFill>
                  <a:srgbClr val="000000"/>
                </a:solidFill>
              </a:rPr>
              <a:t> </a:t>
            </a:r>
            <a:r>
              <a:rPr spc="-25" dirty="0">
                <a:solidFill>
                  <a:srgbClr val="000000"/>
                </a:solidFill>
              </a:rPr>
              <a:t>Tree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459482" y="1782826"/>
            <a:ext cx="567690" cy="556895"/>
            <a:chOff x="2459482" y="1782826"/>
            <a:chExt cx="567690" cy="556895"/>
          </a:xfrm>
        </p:grpSpPr>
        <p:sp>
          <p:nvSpPr>
            <p:cNvPr id="4" name="object 4"/>
            <p:cNvSpPr/>
            <p:nvPr/>
          </p:nvSpPr>
          <p:spPr>
            <a:xfrm>
              <a:off x="2465832" y="1789176"/>
              <a:ext cx="554990" cy="544195"/>
            </a:xfrm>
            <a:custGeom>
              <a:avLst/>
              <a:gdLst/>
              <a:ahLst/>
              <a:cxnLst/>
              <a:rect l="l" t="t" r="r" b="b"/>
              <a:pathLst>
                <a:path w="554989" h="544194">
                  <a:moveTo>
                    <a:pt x="277368" y="0"/>
                  </a:moveTo>
                  <a:lnTo>
                    <a:pt x="227517" y="4382"/>
                  </a:lnTo>
                  <a:lnTo>
                    <a:pt x="180595" y="17019"/>
                  </a:lnTo>
                  <a:lnTo>
                    <a:pt x="137385" y="37140"/>
                  </a:lnTo>
                  <a:lnTo>
                    <a:pt x="98673" y="63978"/>
                  </a:lnTo>
                  <a:lnTo>
                    <a:pt x="65241" y="96765"/>
                  </a:lnTo>
                  <a:lnTo>
                    <a:pt x="37874" y="134732"/>
                  </a:lnTo>
                  <a:lnTo>
                    <a:pt x="17355" y="177112"/>
                  </a:lnTo>
                  <a:lnTo>
                    <a:pt x="4469" y="223135"/>
                  </a:lnTo>
                  <a:lnTo>
                    <a:pt x="0" y="272034"/>
                  </a:lnTo>
                  <a:lnTo>
                    <a:pt x="4469" y="320932"/>
                  </a:lnTo>
                  <a:lnTo>
                    <a:pt x="17355" y="366955"/>
                  </a:lnTo>
                  <a:lnTo>
                    <a:pt x="37874" y="409335"/>
                  </a:lnTo>
                  <a:lnTo>
                    <a:pt x="65241" y="447302"/>
                  </a:lnTo>
                  <a:lnTo>
                    <a:pt x="98673" y="480089"/>
                  </a:lnTo>
                  <a:lnTo>
                    <a:pt x="137385" y="506927"/>
                  </a:lnTo>
                  <a:lnTo>
                    <a:pt x="180595" y="527048"/>
                  </a:lnTo>
                  <a:lnTo>
                    <a:pt x="227517" y="539685"/>
                  </a:lnTo>
                  <a:lnTo>
                    <a:pt x="277368" y="544068"/>
                  </a:lnTo>
                  <a:lnTo>
                    <a:pt x="327218" y="539685"/>
                  </a:lnTo>
                  <a:lnTo>
                    <a:pt x="374140" y="527048"/>
                  </a:lnTo>
                  <a:lnTo>
                    <a:pt x="417350" y="506927"/>
                  </a:lnTo>
                  <a:lnTo>
                    <a:pt x="456062" y="480089"/>
                  </a:lnTo>
                  <a:lnTo>
                    <a:pt x="489494" y="447302"/>
                  </a:lnTo>
                  <a:lnTo>
                    <a:pt x="516861" y="409335"/>
                  </a:lnTo>
                  <a:lnTo>
                    <a:pt x="537380" y="366955"/>
                  </a:lnTo>
                  <a:lnTo>
                    <a:pt x="550266" y="320932"/>
                  </a:lnTo>
                  <a:lnTo>
                    <a:pt x="554736" y="272034"/>
                  </a:lnTo>
                  <a:lnTo>
                    <a:pt x="550266" y="223135"/>
                  </a:lnTo>
                  <a:lnTo>
                    <a:pt x="537380" y="177112"/>
                  </a:lnTo>
                  <a:lnTo>
                    <a:pt x="516861" y="134732"/>
                  </a:lnTo>
                  <a:lnTo>
                    <a:pt x="489494" y="96765"/>
                  </a:lnTo>
                  <a:lnTo>
                    <a:pt x="456062" y="63978"/>
                  </a:lnTo>
                  <a:lnTo>
                    <a:pt x="417350" y="37140"/>
                  </a:lnTo>
                  <a:lnTo>
                    <a:pt x="374140" y="17019"/>
                  </a:lnTo>
                  <a:lnTo>
                    <a:pt x="327218" y="4382"/>
                  </a:lnTo>
                  <a:lnTo>
                    <a:pt x="277368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465832" y="1789176"/>
              <a:ext cx="554990" cy="544195"/>
            </a:xfrm>
            <a:custGeom>
              <a:avLst/>
              <a:gdLst/>
              <a:ahLst/>
              <a:cxnLst/>
              <a:rect l="l" t="t" r="r" b="b"/>
              <a:pathLst>
                <a:path w="554989" h="544194">
                  <a:moveTo>
                    <a:pt x="0" y="272034"/>
                  </a:moveTo>
                  <a:lnTo>
                    <a:pt x="4469" y="223135"/>
                  </a:lnTo>
                  <a:lnTo>
                    <a:pt x="17355" y="177112"/>
                  </a:lnTo>
                  <a:lnTo>
                    <a:pt x="37874" y="134732"/>
                  </a:lnTo>
                  <a:lnTo>
                    <a:pt x="65241" y="96765"/>
                  </a:lnTo>
                  <a:lnTo>
                    <a:pt x="98673" y="63978"/>
                  </a:lnTo>
                  <a:lnTo>
                    <a:pt x="137385" y="37140"/>
                  </a:lnTo>
                  <a:lnTo>
                    <a:pt x="180595" y="17019"/>
                  </a:lnTo>
                  <a:lnTo>
                    <a:pt x="227517" y="4382"/>
                  </a:lnTo>
                  <a:lnTo>
                    <a:pt x="277368" y="0"/>
                  </a:lnTo>
                  <a:lnTo>
                    <a:pt x="327218" y="4382"/>
                  </a:lnTo>
                  <a:lnTo>
                    <a:pt x="374140" y="17019"/>
                  </a:lnTo>
                  <a:lnTo>
                    <a:pt x="417350" y="37140"/>
                  </a:lnTo>
                  <a:lnTo>
                    <a:pt x="456062" y="63978"/>
                  </a:lnTo>
                  <a:lnTo>
                    <a:pt x="489494" y="96765"/>
                  </a:lnTo>
                  <a:lnTo>
                    <a:pt x="516861" y="134732"/>
                  </a:lnTo>
                  <a:lnTo>
                    <a:pt x="537380" y="177112"/>
                  </a:lnTo>
                  <a:lnTo>
                    <a:pt x="550266" y="223135"/>
                  </a:lnTo>
                  <a:lnTo>
                    <a:pt x="554736" y="272034"/>
                  </a:lnTo>
                  <a:lnTo>
                    <a:pt x="550266" y="320932"/>
                  </a:lnTo>
                  <a:lnTo>
                    <a:pt x="537380" y="366955"/>
                  </a:lnTo>
                  <a:lnTo>
                    <a:pt x="516861" y="409335"/>
                  </a:lnTo>
                  <a:lnTo>
                    <a:pt x="489494" y="447302"/>
                  </a:lnTo>
                  <a:lnTo>
                    <a:pt x="456062" y="480089"/>
                  </a:lnTo>
                  <a:lnTo>
                    <a:pt x="417350" y="506927"/>
                  </a:lnTo>
                  <a:lnTo>
                    <a:pt x="374140" y="527048"/>
                  </a:lnTo>
                  <a:lnTo>
                    <a:pt x="327218" y="539685"/>
                  </a:lnTo>
                  <a:lnTo>
                    <a:pt x="277368" y="544068"/>
                  </a:lnTo>
                  <a:lnTo>
                    <a:pt x="227517" y="539685"/>
                  </a:lnTo>
                  <a:lnTo>
                    <a:pt x="180595" y="527048"/>
                  </a:lnTo>
                  <a:lnTo>
                    <a:pt x="137385" y="506927"/>
                  </a:lnTo>
                  <a:lnTo>
                    <a:pt x="98673" y="480089"/>
                  </a:lnTo>
                  <a:lnTo>
                    <a:pt x="65241" y="447302"/>
                  </a:lnTo>
                  <a:lnTo>
                    <a:pt x="37874" y="409335"/>
                  </a:lnTo>
                  <a:lnTo>
                    <a:pt x="17355" y="366955"/>
                  </a:lnTo>
                  <a:lnTo>
                    <a:pt x="4469" y="320932"/>
                  </a:lnTo>
                  <a:lnTo>
                    <a:pt x="0" y="272034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2663444" y="1896236"/>
            <a:ext cx="1581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905002" y="3794505"/>
            <a:ext cx="567690" cy="556895"/>
            <a:chOff x="905002" y="3794505"/>
            <a:chExt cx="567690" cy="556895"/>
          </a:xfrm>
        </p:grpSpPr>
        <p:sp>
          <p:nvSpPr>
            <p:cNvPr id="8" name="object 8"/>
            <p:cNvSpPr/>
            <p:nvPr/>
          </p:nvSpPr>
          <p:spPr>
            <a:xfrm>
              <a:off x="911352" y="3800855"/>
              <a:ext cx="554990" cy="544195"/>
            </a:xfrm>
            <a:custGeom>
              <a:avLst/>
              <a:gdLst/>
              <a:ahLst/>
              <a:cxnLst/>
              <a:rect l="l" t="t" r="r" b="b"/>
              <a:pathLst>
                <a:path w="554990" h="544195">
                  <a:moveTo>
                    <a:pt x="277367" y="0"/>
                  </a:moveTo>
                  <a:lnTo>
                    <a:pt x="227510" y="4382"/>
                  </a:lnTo>
                  <a:lnTo>
                    <a:pt x="180584" y="17019"/>
                  </a:lnTo>
                  <a:lnTo>
                    <a:pt x="137374" y="37140"/>
                  </a:lnTo>
                  <a:lnTo>
                    <a:pt x="98662" y="63978"/>
                  </a:lnTo>
                  <a:lnTo>
                    <a:pt x="65233" y="96765"/>
                  </a:lnTo>
                  <a:lnTo>
                    <a:pt x="37868" y="134732"/>
                  </a:lnTo>
                  <a:lnTo>
                    <a:pt x="17352" y="177112"/>
                  </a:lnTo>
                  <a:lnTo>
                    <a:pt x="4468" y="223135"/>
                  </a:lnTo>
                  <a:lnTo>
                    <a:pt x="0" y="272034"/>
                  </a:lnTo>
                  <a:lnTo>
                    <a:pt x="4468" y="320932"/>
                  </a:lnTo>
                  <a:lnTo>
                    <a:pt x="17352" y="366955"/>
                  </a:lnTo>
                  <a:lnTo>
                    <a:pt x="37868" y="409335"/>
                  </a:lnTo>
                  <a:lnTo>
                    <a:pt x="65233" y="447302"/>
                  </a:lnTo>
                  <a:lnTo>
                    <a:pt x="98662" y="480089"/>
                  </a:lnTo>
                  <a:lnTo>
                    <a:pt x="137374" y="506927"/>
                  </a:lnTo>
                  <a:lnTo>
                    <a:pt x="180584" y="527048"/>
                  </a:lnTo>
                  <a:lnTo>
                    <a:pt x="227510" y="539685"/>
                  </a:lnTo>
                  <a:lnTo>
                    <a:pt x="277367" y="544068"/>
                  </a:lnTo>
                  <a:lnTo>
                    <a:pt x="327218" y="539685"/>
                  </a:lnTo>
                  <a:lnTo>
                    <a:pt x="374140" y="527048"/>
                  </a:lnTo>
                  <a:lnTo>
                    <a:pt x="417350" y="506927"/>
                  </a:lnTo>
                  <a:lnTo>
                    <a:pt x="456062" y="480089"/>
                  </a:lnTo>
                  <a:lnTo>
                    <a:pt x="489494" y="447302"/>
                  </a:lnTo>
                  <a:lnTo>
                    <a:pt x="516861" y="409335"/>
                  </a:lnTo>
                  <a:lnTo>
                    <a:pt x="537380" y="366955"/>
                  </a:lnTo>
                  <a:lnTo>
                    <a:pt x="550266" y="320932"/>
                  </a:lnTo>
                  <a:lnTo>
                    <a:pt x="554735" y="272034"/>
                  </a:lnTo>
                  <a:lnTo>
                    <a:pt x="550266" y="223135"/>
                  </a:lnTo>
                  <a:lnTo>
                    <a:pt x="537380" y="177112"/>
                  </a:lnTo>
                  <a:lnTo>
                    <a:pt x="516861" y="134732"/>
                  </a:lnTo>
                  <a:lnTo>
                    <a:pt x="489494" y="96765"/>
                  </a:lnTo>
                  <a:lnTo>
                    <a:pt x="456062" y="63978"/>
                  </a:lnTo>
                  <a:lnTo>
                    <a:pt x="417350" y="37140"/>
                  </a:lnTo>
                  <a:lnTo>
                    <a:pt x="374140" y="17019"/>
                  </a:lnTo>
                  <a:lnTo>
                    <a:pt x="327218" y="4382"/>
                  </a:lnTo>
                  <a:lnTo>
                    <a:pt x="277367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11352" y="3800855"/>
              <a:ext cx="554990" cy="544195"/>
            </a:xfrm>
            <a:custGeom>
              <a:avLst/>
              <a:gdLst/>
              <a:ahLst/>
              <a:cxnLst/>
              <a:rect l="l" t="t" r="r" b="b"/>
              <a:pathLst>
                <a:path w="554990" h="544195">
                  <a:moveTo>
                    <a:pt x="0" y="272034"/>
                  </a:moveTo>
                  <a:lnTo>
                    <a:pt x="4468" y="223135"/>
                  </a:lnTo>
                  <a:lnTo>
                    <a:pt x="17352" y="177112"/>
                  </a:lnTo>
                  <a:lnTo>
                    <a:pt x="37868" y="134732"/>
                  </a:lnTo>
                  <a:lnTo>
                    <a:pt x="65233" y="96765"/>
                  </a:lnTo>
                  <a:lnTo>
                    <a:pt x="98662" y="63978"/>
                  </a:lnTo>
                  <a:lnTo>
                    <a:pt x="137374" y="37140"/>
                  </a:lnTo>
                  <a:lnTo>
                    <a:pt x="180584" y="17019"/>
                  </a:lnTo>
                  <a:lnTo>
                    <a:pt x="227510" y="4382"/>
                  </a:lnTo>
                  <a:lnTo>
                    <a:pt x="277367" y="0"/>
                  </a:lnTo>
                  <a:lnTo>
                    <a:pt x="327218" y="4382"/>
                  </a:lnTo>
                  <a:lnTo>
                    <a:pt x="374140" y="17019"/>
                  </a:lnTo>
                  <a:lnTo>
                    <a:pt x="417350" y="37140"/>
                  </a:lnTo>
                  <a:lnTo>
                    <a:pt x="456062" y="63978"/>
                  </a:lnTo>
                  <a:lnTo>
                    <a:pt x="489494" y="96765"/>
                  </a:lnTo>
                  <a:lnTo>
                    <a:pt x="516861" y="134732"/>
                  </a:lnTo>
                  <a:lnTo>
                    <a:pt x="537380" y="177112"/>
                  </a:lnTo>
                  <a:lnTo>
                    <a:pt x="550266" y="223135"/>
                  </a:lnTo>
                  <a:lnTo>
                    <a:pt x="554735" y="272034"/>
                  </a:lnTo>
                  <a:lnTo>
                    <a:pt x="550266" y="320932"/>
                  </a:lnTo>
                  <a:lnTo>
                    <a:pt x="537380" y="366955"/>
                  </a:lnTo>
                  <a:lnTo>
                    <a:pt x="516861" y="409335"/>
                  </a:lnTo>
                  <a:lnTo>
                    <a:pt x="489494" y="447302"/>
                  </a:lnTo>
                  <a:lnTo>
                    <a:pt x="456062" y="480089"/>
                  </a:lnTo>
                  <a:lnTo>
                    <a:pt x="417350" y="506927"/>
                  </a:lnTo>
                  <a:lnTo>
                    <a:pt x="374140" y="527048"/>
                  </a:lnTo>
                  <a:lnTo>
                    <a:pt x="327218" y="539685"/>
                  </a:lnTo>
                  <a:lnTo>
                    <a:pt x="277367" y="544068"/>
                  </a:lnTo>
                  <a:lnTo>
                    <a:pt x="227510" y="539685"/>
                  </a:lnTo>
                  <a:lnTo>
                    <a:pt x="180584" y="527048"/>
                  </a:lnTo>
                  <a:lnTo>
                    <a:pt x="137374" y="506927"/>
                  </a:lnTo>
                  <a:lnTo>
                    <a:pt x="98662" y="480089"/>
                  </a:lnTo>
                  <a:lnTo>
                    <a:pt x="65233" y="447302"/>
                  </a:lnTo>
                  <a:lnTo>
                    <a:pt x="37868" y="409335"/>
                  </a:lnTo>
                  <a:lnTo>
                    <a:pt x="17352" y="366955"/>
                  </a:lnTo>
                  <a:lnTo>
                    <a:pt x="4468" y="320932"/>
                  </a:lnTo>
                  <a:lnTo>
                    <a:pt x="0" y="272034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105306" y="3908552"/>
            <a:ext cx="1663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246122" y="3861561"/>
            <a:ext cx="566420" cy="558800"/>
            <a:chOff x="2246122" y="3861561"/>
            <a:chExt cx="566420" cy="558800"/>
          </a:xfrm>
        </p:grpSpPr>
        <p:sp>
          <p:nvSpPr>
            <p:cNvPr id="12" name="object 12"/>
            <p:cNvSpPr/>
            <p:nvPr/>
          </p:nvSpPr>
          <p:spPr>
            <a:xfrm>
              <a:off x="2252472" y="3867911"/>
              <a:ext cx="553720" cy="546100"/>
            </a:xfrm>
            <a:custGeom>
              <a:avLst/>
              <a:gdLst/>
              <a:ahLst/>
              <a:cxnLst/>
              <a:rect l="l" t="t" r="r" b="b"/>
              <a:pathLst>
                <a:path w="553719" h="546100">
                  <a:moveTo>
                    <a:pt x="276605" y="0"/>
                  </a:moveTo>
                  <a:lnTo>
                    <a:pt x="226881" y="4396"/>
                  </a:lnTo>
                  <a:lnTo>
                    <a:pt x="180082" y="17071"/>
                  </a:lnTo>
                  <a:lnTo>
                    <a:pt x="136990" y="37253"/>
                  </a:lnTo>
                  <a:lnTo>
                    <a:pt x="98385" y="64171"/>
                  </a:lnTo>
                  <a:lnTo>
                    <a:pt x="65049" y="97053"/>
                  </a:lnTo>
                  <a:lnTo>
                    <a:pt x="37761" y="135127"/>
                  </a:lnTo>
                  <a:lnTo>
                    <a:pt x="17303" y="177624"/>
                  </a:lnTo>
                  <a:lnTo>
                    <a:pt x="4455" y="223770"/>
                  </a:lnTo>
                  <a:lnTo>
                    <a:pt x="0" y="272795"/>
                  </a:lnTo>
                  <a:lnTo>
                    <a:pt x="4455" y="321821"/>
                  </a:lnTo>
                  <a:lnTo>
                    <a:pt x="17303" y="367967"/>
                  </a:lnTo>
                  <a:lnTo>
                    <a:pt x="37761" y="410463"/>
                  </a:lnTo>
                  <a:lnTo>
                    <a:pt x="65049" y="448538"/>
                  </a:lnTo>
                  <a:lnTo>
                    <a:pt x="98385" y="481420"/>
                  </a:lnTo>
                  <a:lnTo>
                    <a:pt x="136990" y="508338"/>
                  </a:lnTo>
                  <a:lnTo>
                    <a:pt x="180082" y="528520"/>
                  </a:lnTo>
                  <a:lnTo>
                    <a:pt x="226881" y="541195"/>
                  </a:lnTo>
                  <a:lnTo>
                    <a:pt x="276605" y="545592"/>
                  </a:lnTo>
                  <a:lnTo>
                    <a:pt x="326330" y="541195"/>
                  </a:lnTo>
                  <a:lnTo>
                    <a:pt x="373129" y="528520"/>
                  </a:lnTo>
                  <a:lnTo>
                    <a:pt x="416221" y="508338"/>
                  </a:lnTo>
                  <a:lnTo>
                    <a:pt x="454826" y="481420"/>
                  </a:lnTo>
                  <a:lnTo>
                    <a:pt x="488162" y="448538"/>
                  </a:lnTo>
                  <a:lnTo>
                    <a:pt x="515450" y="410464"/>
                  </a:lnTo>
                  <a:lnTo>
                    <a:pt x="535908" y="367967"/>
                  </a:lnTo>
                  <a:lnTo>
                    <a:pt x="548756" y="321821"/>
                  </a:lnTo>
                  <a:lnTo>
                    <a:pt x="553211" y="272795"/>
                  </a:lnTo>
                  <a:lnTo>
                    <a:pt x="548756" y="223770"/>
                  </a:lnTo>
                  <a:lnTo>
                    <a:pt x="535908" y="177624"/>
                  </a:lnTo>
                  <a:lnTo>
                    <a:pt x="515450" y="135127"/>
                  </a:lnTo>
                  <a:lnTo>
                    <a:pt x="488162" y="97053"/>
                  </a:lnTo>
                  <a:lnTo>
                    <a:pt x="454826" y="64171"/>
                  </a:lnTo>
                  <a:lnTo>
                    <a:pt x="416221" y="37253"/>
                  </a:lnTo>
                  <a:lnTo>
                    <a:pt x="373129" y="17071"/>
                  </a:lnTo>
                  <a:lnTo>
                    <a:pt x="326330" y="4396"/>
                  </a:lnTo>
                  <a:lnTo>
                    <a:pt x="276605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252472" y="3867911"/>
              <a:ext cx="553720" cy="546100"/>
            </a:xfrm>
            <a:custGeom>
              <a:avLst/>
              <a:gdLst/>
              <a:ahLst/>
              <a:cxnLst/>
              <a:rect l="l" t="t" r="r" b="b"/>
              <a:pathLst>
                <a:path w="553719" h="546100">
                  <a:moveTo>
                    <a:pt x="0" y="272795"/>
                  </a:moveTo>
                  <a:lnTo>
                    <a:pt x="4455" y="223770"/>
                  </a:lnTo>
                  <a:lnTo>
                    <a:pt x="17303" y="177624"/>
                  </a:lnTo>
                  <a:lnTo>
                    <a:pt x="37761" y="135127"/>
                  </a:lnTo>
                  <a:lnTo>
                    <a:pt x="65049" y="97053"/>
                  </a:lnTo>
                  <a:lnTo>
                    <a:pt x="98385" y="64171"/>
                  </a:lnTo>
                  <a:lnTo>
                    <a:pt x="136990" y="37253"/>
                  </a:lnTo>
                  <a:lnTo>
                    <a:pt x="180082" y="17071"/>
                  </a:lnTo>
                  <a:lnTo>
                    <a:pt x="226881" y="4396"/>
                  </a:lnTo>
                  <a:lnTo>
                    <a:pt x="276605" y="0"/>
                  </a:lnTo>
                  <a:lnTo>
                    <a:pt x="326330" y="4396"/>
                  </a:lnTo>
                  <a:lnTo>
                    <a:pt x="373129" y="17071"/>
                  </a:lnTo>
                  <a:lnTo>
                    <a:pt x="416221" y="37253"/>
                  </a:lnTo>
                  <a:lnTo>
                    <a:pt x="454826" y="64171"/>
                  </a:lnTo>
                  <a:lnTo>
                    <a:pt x="488162" y="97053"/>
                  </a:lnTo>
                  <a:lnTo>
                    <a:pt x="515450" y="135127"/>
                  </a:lnTo>
                  <a:lnTo>
                    <a:pt x="535908" y="177624"/>
                  </a:lnTo>
                  <a:lnTo>
                    <a:pt x="548756" y="223770"/>
                  </a:lnTo>
                  <a:lnTo>
                    <a:pt x="553211" y="272795"/>
                  </a:lnTo>
                  <a:lnTo>
                    <a:pt x="548756" y="321821"/>
                  </a:lnTo>
                  <a:lnTo>
                    <a:pt x="535908" y="367967"/>
                  </a:lnTo>
                  <a:lnTo>
                    <a:pt x="515450" y="410464"/>
                  </a:lnTo>
                  <a:lnTo>
                    <a:pt x="488162" y="448538"/>
                  </a:lnTo>
                  <a:lnTo>
                    <a:pt x="454826" y="481420"/>
                  </a:lnTo>
                  <a:lnTo>
                    <a:pt x="416221" y="508338"/>
                  </a:lnTo>
                  <a:lnTo>
                    <a:pt x="373129" y="528520"/>
                  </a:lnTo>
                  <a:lnTo>
                    <a:pt x="326330" y="541195"/>
                  </a:lnTo>
                  <a:lnTo>
                    <a:pt x="276605" y="545592"/>
                  </a:lnTo>
                  <a:lnTo>
                    <a:pt x="226881" y="541195"/>
                  </a:lnTo>
                  <a:lnTo>
                    <a:pt x="180082" y="528520"/>
                  </a:lnTo>
                  <a:lnTo>
                    <a:pt x="136990" y="508338"/>
                  </a:lnTo>
                  <a:lnTo>
                    <a:pt x="98385" y="481420"/>
                  </a:lnTo>
                  <a:lnTo>
                    <a:pt x="65049" y="448538"/>
                  </a:lnTo>
                  <a:lnTo>
                    <a:pt x="37761" y="410463"/>
                  </a:lnTo>
                  <a:lnTo>
                    <a:pt x="17303" y="367967"/>
                  </a:lnTo>
                  <a:lnTo>
                    <a:pt x="4455" y="321821"/>
                  </a:lnTo>
                  <a:lnTo>
                    <a:pt x="0" y="272795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2460117" y="3976878"/>
            <a:ext cx="1371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213605" y="3722878"/>
            <a:ext cx="567690" cy="556895"/>
            <a:chOff x="4213605" y="3722878"/>
            <a:chExt cx="567690" cy="556895"/>
          </a:xfrm>
        </p:grpSpPr>
        <p:sp>
          <p:nvSpPr>
            <p:cNvPr id="16" name="object 16"/>
            <p:cNvSpPr/>
            <p:nvPr/>
          </p:nvSpPr>
          <p:spPr>
            <a:xfrm>
              <a:off x="4219955" y="3729228"/>
              <a:ext cx="554990" cy="544195"/>
            </a:xfrm>
            <a:custGeom>
              <a:avLst/>
              <a:gdLst/>
              <a:ahLst/>
              <a:cxnLst/>
              <a:rect l="l" t="t" r="r" b="b"/>
              <a:pathLst>
                <a:path w="554989" h="544195">
                  <a:moveTo>
                    <a:pt x="277368" y="0"/>
                  </a:moveTo>
                  <a:lnTo>
                    <a:pt x="227517" y="4382"/>
                  </a:lnTo>
                  <a:lnTo>
                    <a:pt x="180595" y="17019"/>
                  </a:lnTo>
                  <a:lnTo>
                    <a:pt x="137385" y="37140"/>
                  </a:lnTo>
                  <a:lnTo>
                    <a:pt x="98673" y="63978"/>
                  </a:lnTo>
                  <a:lnTo>
                    <a:pt x="65241" y="96765"/>
                  </a:lnTo>
                  <a:lnTo>
                    <a:pt x="37874" y="134732"/>
                  </a:lnTo>
                  <a:lnTo>
                    <a:pt x="17355" y="177112"/>
                  </a:lnTo>
                  <a:lnTo>
                    <a:pt x="4469" y="223135"/>
                  </a:lnTo>
                  <a:lnTo>
                    <a:pt x="0" y="272034"/>
                  </a:lnTo>
                  <a:lnTo>
                    <a:pt x="4469" y="320932"/>
                  </a:lnTo>
                  <a:lnTo>
                    <a:pt x="17355" y="366955"/>
                  </a:lnTo>
                  <a:lnTo>
                    <a:pt x="37874" y="409335"/>
                  </a:lnTo>
                  <a:lnTo>
                    <a:pt x="65241" y="447302"/>
                  </a:lnTo>
                  <a:lnTo>
                    <a:pt x="98673" y="480089"/>
                  </a:lnTo>
                  <a:lnTo>
                    <a:pt x="137385" y="506927"/>
                  </a:lnTo>
                  <a:lnTo>
                    <a:pt x="180595" y="527048"/>
                  </a:lnTo>
                  <a:lnTo>
                    <a:pt x="227517" y="539685"/>
                  </a:lnTo>
                  <a:lnTo>
                    <a:pt x="277368" y="544068"/>
                  </a:lnTo>
                  <a:lnTo>
                    <a:pt x="327218" y="539685"/>
                  </a:lnTo>
                  <a:lnTo>
                    <a:pt x="374140" y="527048"/>
                  </a:lnTo>
                  <a:lnTo>
                    <a:pt x="417350" y="506927"/>
                  </a:lnTo>
                  <a:lnTo>
                    <a:pt x="456062" y="480089"/>
                  </a:lnTo>
                  <a:lnTo>
                    <a:pt x="489494" y="447302"/>
                  </a:lnTo>
                  <a:lnTo>
                    <a:pt x="516861" y="409335"/>
                  </a:lnTo>
                  <a:lnTo>
                    <a:pt x="537380" y="366955"/>
                  </a:lnTo>
                  <a:lnTo>
                    <a:pt x="550266" y="320932"/>
                  </a:lnTo>
                  <a:lnTo>
                    <a:pt x="554736" y="272034"/>
                  </a:lnTo>
                  <a:lnTo>
                    <a:pt x="550266" y="223135"/>
                  </a:lnTo>
                  <a:lnTo>
                    <a:pt x="537380" y="177112"/>
                  </a:lnTo>
                  <a:lnTo>
                    <a:pt x="516861" y="134732"/>
                  </a:lnTo>
                  <a:lnTo>
                    <a:pt x="489494" y="96765"/>
                  </a:lnTo>
                  <a:lnTo>
                    <a:pt x="456062" y="63978"/>
                  </a:lnTo>
                  <a:lnTo>
                    <a:pt x="417350" y="37140"/>
                  </a:lnTo>
                  <a:lnTo>
                    <a:pt x="374140" y="17019"/>
                  </a:lnTo>
                  <a:lnTo>
                    <a:pt x="327218" y="4382"/>
                  </a:lnTo>
                  <a:lnTo>
                    <a:pt x="277368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219955" y="3729228"/>
              <a:ext cx="554990" cy="544195"/>
            </a:xfrm>
            <a:custGeom>
              <a:avLst/>
              <a:gdLst/>
              <a:ahLst/>
              <a:cxnLst/>
              <a:rect l="l" t="t" r="r" b="b"/>
              <a:pathLst>
                <a:path w="554989" h="544195">
                  <a:moveTo>
                    <a:pt x="0" y="272034"/>
                  </a:moveTo>
                  <a:lnTo>
                    <a:pt x="4469" y="223135"/>
                  </a:lnTo>
                  <a:lnTo>
                    <a:pt x="17355" y="177112"/>
                  </a:lnTo>
                  <a:lnTo>
                    <a:pt x="37874" y="134732"/>
                  </a:lnTo>
                  <a:lnTo>
                    <a:pt x="65241" y="96765"/>
                  </a:lnTo>
                  <a:lnTo>
                    <a:pt x="98673" y="63978"/>
                  </a:lnTo>
                  <a:lnTo>
                    <a:pt x="137385" y="37140"/>
                  </a:lnTo>
                  <a:lnTo>
                    <a:pt x="180595" y="17019"/>
                  </a:lnTo>
                  <a:lnTo>
                    <a:pt x="227517" y="4382"/>
                  </a:lnTo>
                  <a:lnTo>
                    <a:pt x="277368" y="0"/>
                  </a:lnTo>
                  <a:lnTo>
                    <a:pt x="327218" y="4382"/>
                  </a:lnTo>
                  <a:lnTo>
                    <a:pt x="374140" y="17019"/>
                  </a:lnTo>
                  <a:lnTo>
                    <a:pt x="417350" y="37140"/>
                  </a:lnTo>
                  <a:lnTo>
                    <a:pt x="456062" y="63978"/>
                  </a:lnTo>
                  <a:lnTo>
                    <a:pt x="489494" y="96765"/>
                  </a:lnTo>
                  <a:lnTo>
                    <a:pt x="516861" y="134732"/>
                  </a:lnTo>
                  <a:lnTo>
                    <a:pt x="537380" y="177112"/>
                  </a:lnTo>
                  <a:lnTo>
                    <a:pt x="550266" y="223135"/>
                  </a:lnTo>
                  <a:lnTo>
                    <a:pt x="554736" y="272034"/>
                  </a:lnTo>
                  <a:lnTo>
                    <a:pt x="550266" y="320932"/>
                  </a:lnTo>
                  <a:lnTo>
                    <a:pt x="537380" y="366955"/>
                  </a:lnTo>
                  <a:lnTo>
                    <a:pt x="516861" y="409335"/>
                  </a:lnTo>
                  <a:lnTo>
                    <a:pt x="489494" y="447302"/>
                  </a:lnTo>
                  <a:lnTo>
                    <a:pt x="456062" y="480089"/>
                  </a:lnTo>
                  <a:lnTo>
                    <a:pt x="417350" y="506927"/>
                  </a:lnTo>
                  <a:lnTo>
                    <a:pt x="374140" y="527048"/>
                  </a:lnTo>
                  <a:lnTo>
                    <a:pt x="327218" y="539685"/>
                  </a:lnTo>
                  <a:lnTo>
                    <a:pt x="277368" y="544068"/>
                  </a:lnTo>
                  <a:lnTo>
                    <a:pt x="227517" y="539685"/>
                  </a:lnTo>
                  <a:lnTo>
                    <a:pt x="180595" y="527048"/>
                  </a:lnTo>
                  <a:lnTo>
                    <a:pt x="137385" y="506927"/>
                  </a:lnTo>
                  <a:lnTo>
                    <a:pt x="98673" y="480089"/>
                  </a:lnTo>
                  <a:lnTo>
                    <a:pt x="65241" y="447302"/>
                  </a:lnTo>
                  <a:lnTo>
                    <a:pt x="37874" y="409335"/>
                  </a:lnTo>
                  <a:lnTo>
                    <a:pt x="17355" y="366955"/>
                  </a:lnTo>
                  <a:lnTo>
                    <a:pt x="4469" y="320932"/>
                  </a:lnTo>
                  <a:lnTo>
                    <a:pt x="0" y="272034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4431538" y="3837178"/>
            <a:ext cx="1308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332734" y="2695701"/>
            <a:ext cx="567690" cy="558800"/>
            <a:chOff x="3332734" y="2695701"/>
            <a:chExt cx="567690" cy="558800"/>
          </a:xfrm>
        </p:grpSpPr>
        <p:sp>
          <p:nvSpPr>
            <p:cNvPr id="20" name="object 20"/>
            <p:cNvSpPr/>
            <p:nvPr/>
          </p:nvSpPr>
          <p:spPr>
            <a:xfrm>
              <a:off x="3339084" y="2702051"/>
              <a:ext cx="554990" cy="546100"/>
            </a:xfrm>
            <a:custGeom>
              <a:avLst/>
              <a:gdLst/>
              <a:ahLst/>
              <a:cxnLst/>
              <a:rect l="l" t="t" r="r" b="b"/>
              <a:pathLst>
                <a:path w="554989" h="546100">
                  <a:moveTo>
                    <a:pt x="277367" y="0"/>
                  </a:moveTo>
                  <a:lnTo>
                    <a:pt x="227517" y="4396"/>
                  </a:lnTo>
                  <a:lnTo>
                    <a:pt x="180595" y="17071"/>
                  </a:lnTo>
                  <a:lnTo>
                    <a:pt x="137385" y="37253"/>
                  </a:lnTo>
                  <a:lnTo>
                    <a:pt x="98673" y="64171"/>
                  </a:lnTo>
                  <a:lnTo>
                    <a:pt x="65241" y="97053"/>
                  </a:lnTo>
                  <a:lnTo>
                    <a:pt x="37874" y="135128"/>
                  </a:lnTo>
                  <a:lnTo>
                    <a:pt x="17355" y="177624"/>
                  </a:lnTo>
                  <a:lnTo>
                    <a:pt x="4469" y="223770"/>
                  </a:lnTo>
                  <a:lnTo>
                    <a:pt x="0" y="272796"/>
                  </a:lnTo>
                  <a:lnTo>
                    <a:pt x="4469" y="321821"/>
                  </a:lnTo>
                  <a:lnTo>
                    <a:pt x="17355" y="367967"/>
                  </a:lnTo>
                  <a:lnTo>
                    <a:pt x="37874" y="410464"/>
                  </a:lnTo>
                  <a:lnTo>
                    <a:pt x="65241" y="448538"/>
                  </a:lnTo>
                  <a:lnTo>
                    <a:pt x="98673" y="481420"/>
                  </a:lnTo>
                  <a:lnTo>
                    <a:pt x="137385" y="508338"/>
                  </a:lnTo>
                  <a:lnTo>
                    <a:pt x="180595" y="528520"/>
                  </a:lnTo>
                  <a:lnTo>
                    <a:pt x="227517" y="541195"/>
                  </a:lnTo>
                  <a:lnTo>
                    <a:pt x="277367" y="545592"/>
                  </a:lnTo>
                  <a:lnTo>
                    <a:pt x="327218" y="541195"/>
                  </a:lnTo>
                  <a:lnTo>
                    <a:pt x="374140" y="528520"/>
                  </a:lnTo>
                  <a:lnTo>
                    <a:pt x="417350" y="508338"/>
                  </a:lnTo>
                  <a:lnTo>
                    <a:pt x="456062" y="481420"/>
                  </a:lnTo>
                  <a:lnTo>
                    <a:pt x="489494" y="448538"/>
                  </a:lnTo>
                  <a:lnTo>
                    <a:pt x="516861" y="410463"/>
                  </a:lnTo>
                  <a:lnTo>
                    <a:pt x="537380" y="367967"/>
                  </a:lnTo>
                  <a:lnTo>
                    <a:pt x="550266" y="321821"/>
                  </a:lnTo>
                  <a:lnTo>
                    <a:pt x="554736" y="272796"/>
                  </a:lnTo>
                  <a:lnTo>
                    <a:pt x="550266" y="223770"/>
                  </a:lnTo>
                  <a:lnTo>
                    <a:pt x="537380" y="177624"/>
                  </a:lnTo>
                  <a:lnTo>
                    <a:pt x="516861" y="135127"/>
                  </a:lnTo>
                  <a:lnTo>
                    <a:pt x="489494" y="97053"/>
                  </a:lnTo>
                  <a:lnTo>
                    <a:pt x="456062" y="64171"/>
                  </a:lnTo>
                  <a:lnTo>
                    <a:pt x="417350" y="37253"/>
                  </a:lnTo>
                  <a:lnTo>
                    <a:pt x="374140" y="17071"/>
                  </a:lnTo>
                  <a:lnTo>
                    <a:pt x="327218" y="4396"/>
                  </a:lnTo>
                  <a:lnTo>
                    <a:pt x="277367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339084" y="2702051"/>
              <a:ext cx="554990" cy="546100"/>
            </a:xfrm>
            <a:custGeom>
              <a:avLst/>
              <a:gdLst/>
              <a:ahLst/>
              <a:cxnLst/>
              <a:rect l="l" t="t" r="r" b="b"/>
              <a:pathLst>
                <a:path w="554989" h="546100">
                  <a:moveTo>
                    <a:pt x="0" y="272796"/>
                  </a:moveTo>
                  <a:lnTo>
                    <a:pt x="4469" y="223770"/>
                  </a:lnTo>
                  <a:lnTo>
                    <a:pt x="17355" y="177624"/>
                  </a:lnTo>
                  <a:lnTo>
                    <a:pt x="37874" y="135128"/>
                  </a:lnTo>
                  <a:lnTo>
                    <a:pt x="65241" y="97053"/>
                  </a:lnTo>
                  <a:lnTo>
                    <a:pt x="98673" y="64171"/>
                  </a:lnTo>
                  <a:lnTo>
                    <a:pt x="137385" y="37253"/>
                  </a:lnTo>
                  <a:lnTo>
                    <a:pt x="180595" y="17071"/>
                  </a:lnTo>
                  <a:lnTo>
                    <a:pt x="227517" y="4396"/>
                  </a:lnTo>
                  <a:lnTo>
                    <a:pt x="277367" y="0"/>
                  </a:lnTo>
                  <a:lnTo>
                    <a:pt x="327218" y="4396"/>
                  </a:lnTo>
                  <a:lnTo>
                    <a:pt x="374140" y="17071"/>
                  </a:lnTo>
                  <a:lnTo>
                    <a:pt x="417350" y="37253"/>
                  </a:lnTo>
                  <a:lnTo>
                    <a:pt x="456062" y="64171"/>
                  </a:lnTo>
                  <a:lnTo>
                    <a:pt x="489494" y="97053"/>
                  </a:lnTo>
                  <a:lnTo>
                    <a:pt x="516861" y="135127"/>
                  </a:lnTo>
                  <a:lnTo>
                    <a:pt x="537380" y="177624"/>
                  </a:lnTo>
                  <a:lnTo>
                    <a:pt x="550266" y="223770"/>
                  </a:lnTo>
                  <a:lnTo>
                    <a:pt x="554736" y="272796"/>
                  </a:lnTo>
                  <a:lnTo>
                    <a:pt x="550266" y="321821"/>
                  </a:lnTo>
                  <a:lnTo>
                    <a:pt x="537380" y="367967"/>
                  </a:lnTo>
                  <a:lnTo>
                    <a:pt x="516861" y="410463"/>
                  </a:lnTo>
                  <a:lnTo>
                    <a:pt x="489494" y="448538"/>
                  </a:lnTo>
                  <a:lnTo>
                    <a:pt x="456062" y="481420"/>
                  </a:lnTo>
                  <a:lnTo>
                    <a:pt x="417350" y="508338"/>
                  </a:lnTo>
                  <a:lnTo>
                    <a:pt x="374140" y="528520"/>
                  </a:lnTo>
                  <a:lnTo>
                    <a:pt x="327218" y="541195"/>
                  </a:lnTo>
                  <a:lnTo>
                    <a:pt x="277367" y="545592"/>
                  </a:lnTo>
                  <a:lnTo>
                    <a:pt x="227517" y="541195"/>
                  </a:lnTo>
                  <a:lnTo>
                    <a:pt x="180595" y="528520"/>
                  </a:lnTo>
                  <a:lnTo>
                    <a:pt x="137385" y="508338"/>
                  </a:lnTo>
                  <a:lnTo>
                    <a:pt x="98673" y="481420"/>
                  </a:lnTo>
                  <a:lnTo>
                    <a:pt x="65241" y="448538"/>
                  </a:lnTo>
                  <a:lnTo>
                    <a:pt x="37874" y="410464"/>
                  </a:lnTo>
                  <a:lnTo>
                    <a:pt x="17355" y="367967"/>
                  </a:lnTo>
                  <a:lnTo>
                    <a:pt x="4469" y="321821"/>
                  </a:lnTo>
                  <a:lnTo>
                    <a:pt x="0" y="272796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3542791" y="2810383"/>
            <a:ext cx="1473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1691385" y="2674366"/>
            <a:ext cx="567690" cy="558800"/>
            <a:chOff x="1691385" y="2674366"/>
            <a:chExt cx="567690" cy="558800"/>
          </a:xfrm>
        </p:grpSpPr>
        <p:sp>
          <p:nvSpPr>
            <p:cNvPr id="24" name="object 24"/>
            <p:cNvSpPr/>
            <p:nvPr/>
          </p:nvSpPr>
          <p:spPr>
            <a:xfrm>
              <a:off x="1697735" y="2680716"/>
              <a:ext cx="554990" cy="546100"/>
            </a:xfrm>
            <a:custGeom>
              <a:avLst/>
              <a:gdLst/>
              <a:ahLst/>
              <a:cxnLst/>
              <a:rect l="l" t="t" r="r" b="b"/>
              <a:pathLst>
                <a:path w="554989" h="546100">
                  <a:moveTo>
                    <a:pt x="277368" y="0"/>
                  </a:moveTo>
                  <a:lnTo>
                    <a:pt x="227517" y="4396"/>
                  </a:lnTo>
                  <a:lnTo>
                    <a:pt x="180595" y="17071"/>
                  </a:lnTo>
                  <a:lnTo>
                    <a:pt x="137385" y="37253"/>
                  </a:lnTo>
                  <a:lnTo>
                    <a:pt x="98673" y="64171"/>
                  </a:lnTo>
                  <a:lnTo>
                    <a:pt x="65241" y="97053"/>
                  </a:lnTo>
                  <a:lnTo>
                    <a:pt x="37874" y="135128"/>
                  </a:lnTo>
                  <a:lnTo>
                    <a:pt x="17355" y="177624"/>
                  </a:lnTo>
                  <a:lnTo>
                    <a:pt x="4469" y="223770"/>
                  </a:lnTo>
                  <a:lnTo>
                    <a:pt x="0" y="272796"/>
                  </a:lnTo>
                  <a:lnTo>
                    <a:pt x="4469" y="321821"/>
                  </a:lnTo>
                  <a:lnTo>
                    <a:pt x="17355" y="367967"/>
                  </a:lnTo>
                  <a:lnTo>
                    <a:pt x="37874" y="410464"/>
                  </a:lnTo>
                  <a:lnTo>
                    <a:pt x="65241" y="448538"/>
                  </a:lnTo>
                  <a:lnTo>
                    <a:pt x="98673" y="481420"/>
                  </a:lnTo>
                  <a:lnTo>
                    <a:pt x="137385" y="508338"/>
                  </a:lnTo>
                  <a:lnTo>
                    <a:pt x="180595" y="528520"/>
                  </a:lnTo>
                  <a:lnTo>
                    <a:pt x="227517" y="541195"/>
                  </a:lnTo>
                  <a:lnTo>
                    <a:pt x="277368" y="545592"/>
                  </a:lnTo>
                  <a:lnTo>
                    <a:pt x="327218" y="541195"/>
                  </a:lnTo>
                  <a:lnTo>
                    <a:pt x="374140" y="528520"/>
                  </a:lnTo>
                  <a:lnTo>
                    <a:pt x="417350" y="508338"/>
                  </a:lnTo>
                  <a:lnTo>
                    <a:pt x="456062" y="481420"/>
                  </a:lnTo>
                  <a:lnTo>
                    <a:pt x="489494" y="448538"/>
                  </a:lnTo>
                  <a:lnTo>
                    <a:pt x="516861" y="410463"/>
                  </a:lnTo>
                  <a:lnTo>
                    <a:pt x="537380" y="367967"/>
                  </a:lnTo>
                  <a:lnTo>
                    <a:pt x="550266" y="321821"/>
                  </a:lnTo>
                  <a:lnTo>
                    <a:pt x="554736" y="272796"/>
                  </a:lnTo>
                  <a:lnTo>
                    <a:pt x="550266" y="223770"/>
                  </a:lnTo>
                  <a:lnTo>
                    <a:pt x="537380" y="177624"/>
                  </a:lnTo>
                  <a:lnTo>
                    <a:pt x="516861" y="135127"/>
                  </a:lnTo>
                  <a:lnTo>
                    <a:pt x="489494" y="97053"/>
                  </a:lnTo>
                  <a:lnTo>
                    <a:pt x="456062" y="64171"/>
                  </a:lnTo>
                  <a:lnTo>
                    <a:pt x="417350" y="37253"/>
                  </a:lnTo>
                  <a:lnTo>
                    <a:pt x="374140" y="17071"/>
                  </a:lnTo>
                  <a:lnTo>
                    <a:pt x="327218" y="4396"/>
                  </a:lnTo>
                  <a:lnTo>
                    <a:pt x="277368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697735" y="2680716"/>
              <a:ext cx="554990" cy="546100"/>
            </a:xfrm>
            <a:custGeom>
              <a:avLst/>
              <a:gdLst/>
              <a:ahLst/>
              <a:cxnLst/>
              <a:rect l="l" t="t" r="r" b="b"/>
              <a:pathLst>
                <a:path w="554989" h="546100">
                  <a:moveTo>
                    <a:pt x="0" y="272796"/>
                  </a:moveTo>
                  <a:lnTo>
                    <a:pt x="4469" y="223770"/>
                  </a:lnTo>
                  <a:lnTo>
                    <a:pt x="17355" y="177624"/>
                  </a:lnTo>
                  <a:lnTo>
                    <a:pt x="37874" y="135128"/>
                  </a:lnTo>
                  <a:lnTo>
                    <a:pt x="65241" y="97053"/>
                  </a:lnTo>
                  <a:lnTo>
                    <a:pt x="98673" y="64171"/>
                  </a:lnTo>
                  <a:lnTo>
                    <a:pt x="137385" y="37253"/>
                  </a:lnTo>
                  <a:lnTo>
                    <a:pt x="180595" y="17071"/>
                  </a:lnTo>
                  <a:lnTo>
                    <a:pt x="227517" y="4396"/>
                  </a:lnTo>
                  <a:lnTo>
                    <a:pt x="277368" y="0"/>
                  </a:lnTo>
                  <a:lnTo>
                    <a:pt x="327218" y="4396"/>
                  </a:lnTo>
                  <a:lnTo>
                    <a:pt x="374140" y="17071"/>
                  </a:lnTo>
                  <a:lnTo>
                    <a:pt x="417350" y="37253"/>
                  </a:lnTo>
                  <a:lnTo>
                    <a:pt x="456062" y="64171"/>
                  </a:lnTo>
                  <a:lnTo>
                    <a:pt x="489494" y="97053"/>
                  </a:lnTo>
                  <a:lnTo>
                    <a:pt x="516861" y="135127"/>
                  </a:lnTo>
                  <a:lnTo>
                    <a:pt x="537380" y="177624"/>
                  </a:lnTo>
                  <a:lnTo>
                    <a:pt x="550266" y="223770"/>
                  </a:lnTo>
                  <a:lnTo>
                    <a:pt x="554736" y="272796"/>
                  </a:lnTo>
                  <a:lnTo>
                    <a:pt x="550266" y="321821"/>
                  </a:lnTo>
                  <a:lnTo>
                    <a:pt x="537380" y="367967"/>
                  </a:lnTo>
                  <a:lnTo>
                    <a:pt x="516861" y="410463"/>
                  </a:lnTo>
                  <a:lnTo>
                    <a:pt x="489494" y="448538"/>
                  </a:lnTo>
                  <a:lnTo>
                    <a:pt x="456062" y="481420"/>
                  </a:lnTo>
                  <a:lnTo>
                    <a:pt x="417350" y="508338"/>
                  </a:lnTo>
                  <a:lnTo>
                    <a:pt x="374140" y="528520"/>
                  </a:lnTo>
                  <a:lnTo>
                    <a:pt x="327218" y="541195"/>
                  </a:lnTo>
                  <a:lnTo>
                    <a:pt x="277368" y="545592"/>
                  </a:lnTo>
                  <a:lnTo>
                    <a:pt x="227517" y="541195"/>
                  </a:lnTo>
                  <a:lnTo>
                    <a:pt x="180595" y="528520"/>
                  </a:lnTo>
                  <a:lnTo>
                    <a:pt x="137385" y="508338"/>
                  </a:lnTo>
                  <a:lnTo>
                    <a:pt x="98673" y="481420"/>
                  </a:lnTo>
                  <a:lnTo>
                    <a:pt x="65241" y="448538"/>
                  </a:lnTo>
                  <a:lnTo>
                    <a:pt x="37874" y="410464"/>
                  </a:lnTo>
                  <a:lnTo>
                    <a:pt x="17355" y="367967"/>
                  </a:lnTo>
                  <a:lnTo>
                    <a:pt x="4469" y="321821"/>
                  </a:lnTo>
                  <a:lnTo>
                    <a:pt x="0" y="272796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1899285" y="2789301"/>
            <a:ext cx="1498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B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286255" y="2237232"/>
            <a:ext cx="3014980" cy="1670050"/>
          </a:xfrm>
          <a:custGeom>
            <a:avLst/>
            <a:gdLst/>
            <a:ahLst/>
            <a:cxnLst/>
            <a:rect l="l" t="t" r="r" b="b"/>
            <a:pathLst>
              <a:path w="3014979" h="1670050">
                <a:moveTo>
                  <a:pt x="1242314" y="19812"/>
                </a:moveTo>
                <a:lnTo>
                  <a:pt x="883919" y="524001"/>
                </a:lnTo>
              </a:path>
              <a:path w="3014979" h="1670050">
                <a:moveTo>
                  <a:pt x="492251" y="908303"/>
                </a:moveTo>
                <a:lnTo>
                  <a:pt x="0" y="1581022"/>
                </a:lnTo>
              </a:path>
              <a:path w="3014979" h="1670050">
                <a:moveTo>
                  <a:pt x="1682495" y="0"/>
                </a:moveTo>
                <a:lnTo>
                  <a:pt x="2134361" y="544194"/>
                </a:lnTo>
              </a:path>
              <a:path w="3014979" h="1670050">
                <a:moveTo>
                  <a:pt x="883919" y="908303"/>
                </a:moveTo>
                <a:lnTo>
                  <a:pt x="1098931" y="1669795"/>
                </a:lnTo>
              </a:path>
              <a:path w="3014979" h="1670050">
                <a:moveTo>
                  <a:pt x="2513076" y="989076"/>
                </a:moveTo>
                <a:lnTo>
                  <a:pt x="3014980" y="1571751"/>
                </a:lnTo>
              </a:path>
            </a:pathLst>
          </a:custGeom>
          <a:ln w="76200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8" name="object 28"/>
          <p:cNvGrpSpPr/>
          <p:nvPr/>
        </p:nvGrpSpPr>
        <p:grpSpPr>
          <a:xfrm>
            <a:off x="8211057" y="1945894"/>
            <a:ext cx="567690" cy="556895"/>
            <a:chOff x="8211057" y="1945894"/>
            <a:chExt cx="567690" cy="556895"/>
          </a:xfrm>
        </p:grpSpPr>
        <p:sp>
          <p:nvSpPr>
            <p:cNvPr id="29" name="object 29"/>
            <p:cNvSpPr/>
            <p:nvPr/>
          </p:nvSpPr>
          <p:spPr>
            <a:xfrm>
              <a:off x="8217407" y="1952244"/>
              <a:ext cx="554990" cy="544195"/>
            </a:xfrm>
            <a:custGeom>
              <a:avLst/>
              <a:gdLst/>
              <a:ahLst/>
              <a:cxnLst/>
              <a:rect l="l" t="t" r="r" b="b"/>
              <a:pathLst>
                <a:path w="554990" h="544194">
                  <a:moveTo>
                    <a:pt x="277368" y="0"/>
                  </a:moveTo>
                  <a:lnTo>
                    <a:pt x="227517" y="4382"/>
                  </a:lnTo>
                  <a:lnTo>
                    <a:pt x="180595" y="17019"/>
                  </a:lnTo>
                  <a:lnTo>
                    <a:pt x="137385" y="37140"/>
                  </a:lnTo>
                  <a:lnTo>
                    <a:pt x="98673" y="63978"/>
                  </a:lnTo>
                  <a:lnTo>
                    <a:pt x="65241" y="96765"/>
                  </a:lnTo>
                  <a:lnTo>
                    <a:pt x="37874" y="134732"/>
                  </a:lnTo>
                  <a:lnTo>
                    <a:pt x="17355" y="177112"/>
                  </a:lnTo>
                  <a:lnTo>
                    <a:pt x="4469" y="223135"/>
                  </a:lnTo>
                  <a:lnTo>
                    <a:pt x="0" y="272033"/>
                  </a:lnTo>
                  <a:lnTo>
                    <a:pt x="4469" y="320932"/>
                  </a:lnTo>
                  <a:lnTo>
                    <a:pt x="17355" y="366955"/>
                  </a:lnTo>
                  <a:lnTo>
                    <a:pt x="37874" y="409335"/>
                  </a:lnTo>
                  <a:lnTo>
                    <a:pt x="65241" y="447302"/>
                  </a:lnTo>
                  <a:lnTo>
                    <a:pt x="98673" y="480089"/>
                  </a:lnTo>
                  <a:lnTo>
                    <a:pt x="137385" y="506927"/>
                  </a:lnTo>
                  <a:lnTo>
                    <a:pt x="180595" y="527048"/>
                  </a:lnTo>
                  <a:lnTo>
                    <a:pt x="227517" y="539685"/>
                  </a:lnTo>
                  <a:lnTo>
                    <a:pt x="277368" y="544067"/>
                  </a:lnTo>
                  <a:lnTo>
                    <a:pt x="327218" y="539685"/>
                  </a:lnTo>
                  <a:lnTo>
                    <a:pt x="374140" y="527048"/>
                  </a:lnTo>
                  <a:lnTo>
                    <a:pt x="417350" y="506927"/>
                  </a:lnTo>
                  <a:lnTo>
                    <a:pt x="456062" y="480089"/>
                  </a:lnTo>
                  <a:lnTo>
                    <a:pt x="489494" y="447302"/>
                  </a:lnTo>
                  <a:lnTo>
                    <a:pt x="516861" y="409335"/>
                  </a:lnTo>
                  <a:lnTo>
                    <a:pt x="537380" y="366955"/>
                  </a:lnTo>
                  <a:lnTo>
                    <a:pt x="550266" y="320932"/>
                  </a:lnTo>
                  <a:lnTo>
                    <a:pt x="554736" y="272033"/>
                  </a:lnTo>
                  <a:lnTo>
                    <a:pt x="550266" y="223135"/>
                  </a:lnTo>
                  <a:lnTo>
                    <a:pt x="537380" y="177112"/>
                  </a:lnTo>
                  <a:lnTo>
                    <a:pt x="516861" y="134732"/>
                  </a:lnTo>
                  <a:lnTo>
                    <a:pt x="489494" y="96765"/>
                  </a:lnTo>
                  <a:lnTo>
                    <a:pt x="456062" y="63978"/>
                  </a:lnTo>
                  <a:lnTo>
                    <a:pt x="417350" y="37140"/>
                  </a:lnTo>
                  <a:lnTo>
                    <a:pt x="374140" y="17019"/>
                  </a:lnTo>
                  <a:lnTo>
                    <a:pt x="327218" y="4382"/>
                  </a:lnTo>
                  <a:lnTo>
                    <a:pt x="277368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8217407" y="1952244"/>
              <a:ext cx="554990" cy="544195"/>
            </a:xfrm>
            <a:custGeom>
              <a:avLst/>
              <a:gdLst/>
              <a:ahLst/>
              <a:cxnLst/>
              <a:rect l="l" t="t" r="r" b="b"/>
              <a:pathLst>
                <a:path w="554990" h="544194">
                  <a:moveTo>
                    <a:pt x="0" y="272033"/>
                  </a:moveTo>
                  <a:lnTo>
                    <a:pt x="4469" y="223135"/>
                  </a:lnTo>
                  <a:lnTo>
                    <a:pt x="17355" y="177112"/>
                  </a:lnTo>
                  <a:lnTo>
                    <a:pt x="37874" y="134732"/>
                  </a:lnTo>
                  <a:lnTo>
                    <a:pt x="65241" y="96765"/>
                  </a:lnTo>
                  <a:lnTo>
                    <a:pt x="98673" y="63978"/>
                  </a:lnTo>
                  <a:lnTo>
                    <a:pt x="137385" y="37140"/>
                  </a:lnTo>
                  <a:lnTo>
                    <a:pt x="180595" y="17019"/>
                  </a:lnTo>
                  <a:lnTo>
                    <a:pt x="227517" y="4382"/>
                  </a:lnTo>
                  <a:lnTo>
                    <a:pt x="277368" y="0"/>
                  </a:lnTo>
                  <a:lnTo>
                    <a:pt x="327218" y="4382"/>
                  </a:lnTo>
                  <a:lnTo>
                    <a:pt x="374140" y="17019"/>
                  </a:lnTo>
                  <a:lnTo>
                    <a:pt x="417350" y="37140"/>
                  </a:lnTo>
                  <a:lnTo>
                    <a:pt x="456062" y="63978"/>
                  </a:lnTo>
                  <a:lnTo>
                    <a:pt x="489494" y="96765"/>
                  </a:lnTo>
                  <a:lnTo>
                    <a:pt x="516861" y="134732"/>
                  </a:lnTo>
                  <a:lnTo>
                    <a:pt x="537380" y="177112"/>
                  </a:lnTo>
                  <a:lnTo>
                    <a:pt x="550266" y="223135"/>
                  </a:lnTo>
                  <a:lnTo>
                    <a:pt x="554736" y="272033"/>
                  </a:lnTo>
                  <a:lnTo>
                    <a:pt x="550266" y="320932"/>
                  </a:lnTo>
                  <a:lnTo>
                    <a:pt x="537380" y="366955"/>
                  </a:lnTo>
                  <a:lnTo>
                    <a:pt x="516861" y="409335"/>
                  </a:lnTo>
                  <a:lnTo>
                    <a:pt x="489494" y="447302"/>
                  </a:lnTo>
                  <a:lnTo>
                    <a:pt x="456062" y="480089"/>
                  </a:lnTo>
                  <a:lnTo>
                    <a:pt x="417350" y="506927"/>
                  </a:lnTo>
                  <a:lnTo>
                    <a:pt x="374140" y="527048"/>
                  </a:lnTo>
                  <a:lnTo>
                    <a:pt x="327218" y="539685"/>
                  </a:lnTo>
                  <a:lnTo>
                    <a:pt x="277368" y="544067"/>
                  </a:lnTo>
                  <a:lnTo>
                    <a:pt x="227517" y="539685"/>
                  </a:lnTo>
                  <a:lnTo>
                    <a:pt x="180595" y="527048"/>
                  </a:lnTo>
                  <a:lnTo>
                    <a:pt x="137385" y="506927"/>
                  </a:lnTo>
                  <a:lnTo>
                    <a:pt x="98673" y="480089"/>
                  </a:lnTo>
                  <a:lnTo>
                    <a:pt x="65241" y="447302"/>
                  </a:lnTo>
                  <a:lnTo>
                    <a:pt x="37874" y="409335"/>
                  </a:lnTo>
                  <a:lnTo>
                    <a:pt x="17355" y="366955"/>
                  </a:lnTo>
                  <a:lnTo>
                    <a:pt x="4469" y="320932"/>
                  </a:lnTo>
                  <a:lnTo>
                    <a:pt x="0" y="272033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8409178" y="2059685"/>
            <a:ext cx="1701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G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7526781" y="2776473"/>
            <a:ext cx="567690" cy="556895"/>
            <a:chOff x="7526781" y="2776473"/>
            <a:chExt cx="567690" cy="556895"/>
          </a:xfrm>
        </p:grpSpPr>
        <p:sp>
          <p:nvSpPr>
            <p:cNvPr id="33" name="object 33"/>
            <p:cNvSpPr/>
            <p:nvPr/>
          </p:nvSpPr>
          <p:spPr>
            <a:xfrm>
              <a:off x="7533131" y="2782823"/>
              <a:ext cx="554990" cy="544195"/>
            </a:xfrm>
            <a:custGeom>
              <a:avLst/>
              <a:gdLst/>
              <a:ahLst/>
              <a:cxnLst/>
              <a:rect l="l" t="t" r="r" b="b"/>
              <a:pathLst>
                <a:path w="554990" h="544195">
                  <a:moveTo>
                    <a:pt x="277368" y="0"/>
                  </a:moveTo>
                  <a:lnTo>
                    <a:pt x="227517" y="4382"/>
                  </a:lnTo>
                  <a:lnTo>
                    <a:pt x="180595" y="17019"/>
                  </a:lnTo>
                  <a:lnTo>
                    <a:pt x="137385" y="37140"/>
                  </a:lnTo>
                  <a:lnTo>
                    <a:pt x="98673" y="63978"/>
                  </a:lnTo>
                  <a:lnTo>
                    <a:pt x="65241" y="96765"/>
                  </a:lnTo>
                  <a:lnTo>
                    <a:pt x="37874" y="134732"/>
                  </a:lnTo>
                  <a:lnTo>
                    <a:pt x="17355" y="177112"/>
                  </a:lnTo>
                  <a:lnTo>
                    <a:pt x="4469" y="223135"/>
                  </a:lnTo>
                  <a:lnTo>
                    <a:pt x="0" y="272034"/>
                  </a:lnTo>
                  <a:lnTo>
                    <a:pt x="4469" y="320932"/>
                  </a:lnTo>
                  <a:lnTo>
                    <a:pt x="17355" y="366955"/>
                  </a:lnTo>
                  <a:lnTo>
                    <a:pt x="37874" y="409335"/>
                  </a:lnTo>
                  <a:lnTo>
                    <a:pt x="65241" y="447302"/>
                  </a:lnTo>
                  <a:lnTo>
                    <a:pt x="98673" y="480089"/>
                  </a:lnTo>
                  <a:lnTo>
                    <a:pt x="137385" y="506927"/>
                  </a:lnTo>
                  <a:lnTo>
                    <a:pt x="180595" y="527048"/>
                  </a:lnTo>
                  <a:lnTo>
                    <a:pt x="227517" y="539685"/>
                  </a:lnTo>
                  <a:lnTo>
                    <a:pt x="277368" y="544067"/>
                  </a:lnTo>
                  <a:lnTo>
                    <a:pt x="327218" y="539685"/>
                  </a:lnTo>
                  <a:lnTo>
                    <a:pt x="374140" y="527048"/>
                  </a:lnTo>
                  <a:lnTo>
                    <a:pt x="417350" y="506927"/>
                  </a:lnTo>
                  <a:lnTo>
                    <a:pt x="456062" y="480089"/>
                  </a:lnTo>
                  <a:lnTo>
                    <a:pt x="489494" y="447302"/>
                  </a:lnTo>
                  <a:lnTo>
                    <a:pt x="516861" y="409335"/>
                  </a:lnTo>
                  <a:lnTo>
                    <a:pt x="537380" y="366955"/>
                  </a:lnTo>
                  <a:lnTo>
                    <a:pt x="550266" y="320932"/>
                  </a:lnTo>
                  <a:lnTo>
                    <a:pt x="554736" y="272034"/>
                  </a:lnTo>
                  <a:lnTo>
                    <a:pt x="550266" y="223135"/>
                  </a:lnTo>
                  <a:lnTo>
                    <a:pt x="537380" y="177112"/>
                  </a:lnTo>
                  <a:lnTo>
                    <a:pt x="516861" y="134732"/>
                  </a:lnTo>
                  <a:lnTo>
                    <a:pt x="489494" y="96765"/>
                  </a:lnTo>
                  <a:lnTo>
                    <a:pt x="456062" y="63978"/>
                  </a:lnTo>
                  <a:lnTo>
                    <a:pt x="417350" y="37140"/>
                  </a:lnTo>
                  <a:lnTo>
                    <a:pt x="374140" y="17019"/>
                  </a:lnTo>
                  <a:lnTo>
                    <a:pt x="327218" y="4382"/>
                  </a:lnTo>
                  <a:lnTo>
                    <a:pt x="277368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533131" y="2782823"/>
              <a:ext cx="554990" cy="544195"/>
            </a:xfrm>
            <a:custGeom>
              <a:avLst/>
              <a:gdLst/>
              <a:ahLst/>
              <a:cxnLst/>
              <a:rect l="l" t="t" r="r" b="b"/>
              <a:pathLst>
                <a:path w="554990" h="544195">
                  <a:moveTo>
                    <a:pt x="0" y="272034"/>
                  </a:moveTo>
                  <a:lnTo>
                    <a:pt x="4469" y="223135"/>
                  </a:lnTo>
                  <a:lnTo>
                    <a:pt x="17355" y="177112"/>
                  </a:lnTo>
                  <a:lnTo>
                    <a:pt x="37874" y="134732"/>
                  </a:lnTo>
                  <a:lnTo>
                    <a:pt x="65241" y="96765"/>
                  </a:lnTo>
                  <a:lnTo>
                    <a:pt x="98673" y="63978"/>
                  </a:lnTo>
                  <a:lnTo>
                    <a:pt x="137385" y="37140"/>
                  </a:lnTo>
                  <a:lnTo>
                    <a:pt x="180595" y="17019"/>
                  </a:lnTo>
                  <a:lnTo>
                    <a:pt x="227517" y="4382"/>
                  </a:lnTo>
                  <a:lnTo>
                    <a:pt x="277368" y="0"/>
                  </a:lnTo>
                  <a:lnTo>
                    <a:pt x="327218" y="4382"/>
                  </a:lnTo>
                  <a:lnTo>
                    <a:pt x="374140" y="17019"/>
                  </a:lnTo>
                  <a:lnTo>
                    <a:pt x="417350" y="37140"/>
                  </a:lnTo>
                  <a:lnTo>
                    <a:pt x="456062" y="63978"/>
                  </a:lnTo>
                  <a:lnTo>
                    <a:pt x="489494" y="96765"/>
                  </a:lnTo>
                  <a:lnTo>
                    <a:pt x="516861" y="134732"/>
                  </a:lnTo>
                  <a:lnTo>
                    <a:pt x="537380" y="177112"/>
                  </a:lnTo>
                  <a:lnTo>
                    <a:pt x="550266" y="223135"/>
                  </a:lnTo>
                  <a:lnTo>
                    <a:pt x="554736" y="272034"/>
                  </a:lnTo>
                  <a:lnTo>
                    <a:pt x="550266" y="320932"/>
                  </a:lnTo>
                  <a:lnTo>
                    <a:pt x="537380" y="366955"/>
                  </a:lnTo>
                  <a:lnTo>
                    <a:pt x="516861" y="409335"/>
                  </a:lnTo>
                  <a:lnTo>
                    <a:pt x="489494" y="447302"/>
                  </a:lnTo>
                  <a:lnTo>
                    <a:pt x="456062" y="480089"/>
                  </a:lnTo>
                  <a:lnTo>
                    <a:pt x="417350" y="506927"/>
                  </a:lnTo>
                  <a:lnTo>
                    <a:pt x="374140" y="527048"/>
                  </a:lnTo>
                  <a:lnTo>
                    <a:pt x="327218" y="539685"/>
                  </a:lnTo>
                  <a:lnTo>
                    <a:pt x="277368" y="544067"/>
                  </a:lnTo>
                  <a:lnTo>
                    <a:pt x="227517" y="539685"/>
                  </a:lnTo>
                  <a:lnTo>
                    <a:pt x="180595" y="527048"/>
                  </a:lnTo>
                  <a:lnTo>
                    <a:pt x="137385" y="506927"/>
                  </a:lnTo>
                  <a:lnTo>
                    <a:pt x="98673" y="480089"/>
                  </a:lnTo>
                  <a:lnTo>
                    <a:pt x="65241" y="447302"/>
                  </a:lnTo>
                  <a:lnTo>
                    <a:pt x="37874" y="409335"/>
                  </a:lnTo>
                  <a:lnTo>
                    <a:pt x="17355" y="366955"/>
                  </a:lnTo>
                  <a:lnTo>
                    <a:pt x="4469" y="320932"/>
                  </a:lnTo>
                  <a:lnTo>
                    <a:pt x="0" y="272034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7726806" y="2890265"/>
            <a:ext cx="1682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9050781" y="2749042"/>
            <a:ext cx="567690" cy="556895"/>
            <a:chOff x="9050781" y="2749042"/>
            <a:chExt cx="567690" cy="556895"/>
          </a:xfrm>
        </p:grpSpPr>
        <p:sp>
          <p:nvSpPr>
            <p:cNvPr id="37" name="object 37"/>
            <p:cNvSpPr/>
            <p:nvPr/>
          </p:nvSpPr>
          <p:spPr>
            <a:xfrm>
              <a:off x="9057131" y="2755392"/>
              <a:ext cx="554990" cy="544195"/>
            </a:xfrm>
            <a:custGeom>
              <a:avLst/>
              <a:gdLst/>
              <a:ahLst/>
              <a:cxnLst/>
              <a:rect l="l" t="t" r="r" b="b"/>
              <a:pathLst>
                <a:path w="554990" h="544195">
                  <a:moveTo>
                    <a:pt x="277368" y="0"/>
                  </a:moveTo>
                  <a:lnTo>
                    <a:pt x="227517" y="4382"/>
                  </a:lnTo>
                  <a:lnTo>
                    <a:pt x="180595" y="17019"/>
                  </a:lnTo>
                  <a:lnTo>
                    <a:pt x="137385" y="37140"/>
                  </a:lnTo>
                  <a:lnTo>
                    <a:pt x="98673" y="63978"/>
                  </a:lnTo>
                  <a:lnTo>
                    <a:pt x="65241" y="96765"/>
                  </a:lnTo>
                  <a:lnTo>
                    <a:pt x="37874" y="134732"/>
                  </a:lnTo>
                  <a:lnTo>
                    <a:pt x="17355" y="177112"/>
                  </a:lnTo>
                  <a:lnTo>
                    <a:pt x="4469" y="223135"/>
                  </a:lnTo>
                  <a:lnTo>
                    <a:pt x="0" y="272034"/>
                  </a:lnTo>
                  <a:lnTo>
                    <a:pt x="4469" y="320932"/>
                  </a:lnTo>
                  <a:lnTo>
                    <a:pt x="17355" y="366955"/>
                  </a:lnTo>
                  <a:lnTo>
                    <a:pt x="37874" y="409335"/>
                  </a:lnTo>
                  <a:lnTo>
                    <a:pt x="65241" y="447302"/>
                  </a:lnTo>
                  <a:lnTo>
                    <a:pt x="98673" y="480089"/>
                  </a:lnTo>
                  <a:lnTo>
                    <a:pt x="137385" y="506927"/>
                  </a:lnTo>
                  <a:lnTo>
                    <a:pt x="180595" y="527048"/>
                  </a:lnTo>
                  <a:lnTo>
                    <a:pt x="227517" y="539685"/>
                  </a:lnTo>
                  <a:lnTo>
                    <a:pt x="277368" y="544068"/>
                  </a:lnTo>
                  <a:lnTo>
                    <a:pt x="327218" y="539685"/>
                  </a:lnTo>
                  <a:lnTo>
                    <a:pt x="374140" y="527048"/>
                  </a:lnTo>
                  <a:lnTo>
                    <a:pt x="417350" y="506927"/>
                  </a:lnTo>
                  <a:lnTo>
                    <a:pt x="456062" y="480089"/>
                  </a:lnTo>
                  <a:lnTo>
                    <a:pt x="489494" y="447302"/>
                  </a:lnTo>
                  <a:lnTo>
                    <a:pt x="516861" y="409335"/>
                  </a:lnTo>
                  <a:lnTo>
                    <a:pt x="537380" y="366955"/>
                  </a:lnTo>
                  <a:lnTo>
                    <a:pt x="550266" y="320932"/>
                  </a:lnTo>
                  <a:lnTo>
                    <a:pt x="554736" y="272034"/>
                  </a:lnTo>
                  <a:lnTo>
                    <a:pt x="550266" y="223135"/>
                  </a:lnTo>
                  <a:lnTo>
                    <a:pt x="537380" y="177112"/>
                  </a:lnTo>
                  <a:lnTo>
                    <a:pt x="516861" y="134732"/>
                  </a:lnTo>
                  <a:lnTo>
                    <a:pt x="489494" y="96765"/>
                  </a:lnTo>
                  <a:lnTo>
                    <a:pt x="456062" y="63978"/>
                  </a:lnTo>
                  <a:lnTo>
                    <a:pt x="417350" y="37140"/>
                  </a:lnTo>
                  <a:lnTo>
                    <a:pt x="374140" y="17019"/>
                  </a:lnTo>
                  <a:lnTo>
                    <a:pt x="327218" y="4382"/>
                  </a:lnTo>
                  <a:lnTo>
                    <a:pt x="277368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9057131" y="2755392"/>
              <a:ext cx="554990" cy="544195"/>
            </a:xfrm>
            <a:custGeom>
              <a:avLst/>
              <a:gdLst/>
              <a:ahLst/>
              <a:cxnLst/>
              <a:rect l="l" t="t" r="r" b="b"/>
              <a:pathLst>
                <a:path w="554990" h="544195">
                  <a:moveTo>
                    <a:pt x="0" y="272034"/>
                  </a:moveTo>
                  <a:lnTo>
                    <a:pt x="4469" y="223135"/>
                  </a:lnTo>
                  <a:lnTo>
                    <a:pt x="17355" y="177112"/>
                  </a:lnTo>
                  <a:lnTo>
                    <a:pt x="37874" y="134732"/>
                  </a:lnTo>
                  <a:lnTo>
                    <a:pt x="65241" y="96765"/>
                  </a:lnTo>
                  <a:lnTo>
                    <a:pt x="98673" y="63978"/>
                  </a:lnTo>
                  <a:lnTo>
                    <a:pt x="137385" y="37140"/>
                  </a:lnTo>
                  <a:lnTo>
                    <a:pt x="180595" y="17019"/>
                  </a:lnTo>
                  <a:lnTo>
                    <a:pt x="227517" y="4382"/>
                  </a:lnTo>
                  <a:lnTo>
                    <a:pt x="277368" y="0"/>
                  </a:lnTo>
                  <a:lnTo>
                    <a:pt x="327218" y="4382"/>
                  </a:lnTo>
                  <a:lnTo>
                    <a:pt x="374140" y="17019"/>
                  </a:lnTo>
                  <a:lnTo>
                    <a:pt x="417350" y="37140"/>
                  </a:lnTo>
                  <a:lnTo>
                    <a:pt x="456062" y="63978"/>
                  </a:lnTo>
                  <a:lnTo>
                    <a:pt x="489494" y="96765"/>
                  </a:lnTo>
                  <a:lnTo>
                    <a:pt x="516861" y="134732"/>
                  </a:lnTo>
                  <a:lnTo>
                    <a:pt x="537380" y="177112"/>
                  </a:lnTo>
                  <a:lnTo>
                    <a:pt x="550266" y="223135"/>
                  </a:lnTo>
                  <a:lnTo>
                    <a:pt x="554736" y="272034"/>
                  </a:lnTo>
                  <a:lnTo>
                    <a:pt x="550266" y="320932"/>
                  </a:lnTo>
                  <a:lnTo>
                    <a:pt x="537380" y="366955"/>
                  </a:lnTo>
                  <a:lnTo>
                    <a:pt x="516861" y="409335"/>
                  </a:lnTo>
                  <a:lnTo>
                    <a:pt x="489494" y="447302"/>
                  </a:lnTo>
                  <a:lnTo>
                    <a:pt x="456062" y="480089"/>
                  </a:lnTo>
                  <a:lnTo>
                    <a:pt x="417350" y="506927"/>
                  </a:lnTo>
                  <a:lnTo>
                    <a:pt x="374140" y="527048"/>
                  </a:lnTo>
                  <a:lnTo>
                    <a:pt x="327218" y="539685"/>
                  </a:lnTo>
                  <a:lnTo>
                    <a:pt x="277368" y="544068"/>
                  </a:lnTo>
                  <a:lnTo>
                    <a:pt x="227517" y="539685"/>
                  </a:lnTo>
                  <a:lnTo>
                    <a:pt x="180595" y="527048"/>
                  </a:lnTo>
                  <a:lnTo>
                    <a:pt x="137385" y="506927"/>
                  </a:lnTo>
                  <a:lnTo>
                    <a:pt x="98673" y="480089"/>
                  </a:lnTo>
                  <a:lnTo>
                    <a:pt x="65241" y="447302"/>
                  </a:lnTo>
                  <a:lnTo>
                    <a:pt x="37874" y="409335"/>
                  </a:lnTo>
                  <a:lnTo>
                    <a:pt x="17355" y="366955"/>
                  </a:lnTo>
                  <a:lnTo>
                    <a:pt x="4469" y="320932"/>
                  </a:lnTo>
                  <a:lnTo>
                    <a:pt x="0" y="272034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9293732" y="2862529"/>
            <a:ext cx="8318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6894321" y="3722878"/>
            <a:ext cx="567690" cy="556895"/>
            <a:chOff x="6894321" y="3722878"/>
            <a:chExt cx="567690" cy="556895"/>
          </a:xfrm>
        </p:grpSpPr>
        <p:sp>
          <p:nvSpPr>
            <p:cNvPr id="41" name="object 41"/>
            <p:cNvSpPr/>
            <p:nvPr/>
          </p:nvSpPr>
          <p:spPr>
            <a:xfrm>
              <a:off x="6900671" y="3729228"/>
              <a:ext cx="554990" cy="544195"/>
            </a:xfrm>
            <a:custGeom>
              <a:avLst/>
              <a:gdLst/>
              <a:ahLst/>
              <a:cxnLst/>
              <a:rect l="l" t="t" r="r" b="b"/>
              <a:pathLst>
                <a:path w="554990" h="544195">
                  <a:moveTo>
                    <a:pt x="277368" y="0"/>
                  </a:moveTo>
                  <a:lnTo>
                    <a:pt x="227517" y="4382"/>
                  </a:lnTo>
                  <a:lnTo>
                    <a:pt x="180595" y="17019"/>
                  </a:lnTo>
                  <a:lnTo>
                    <a:pt x="137385" y="37140"/>
                  </a:lnTo>
                  <a:lnTo>
                    <a:pt x="98673" y="63978"/>
                  </a:lnTo>
                  <a:lnTo>
                    <a:pt x="65241" y="96765"/>
                  </a:lnTo>
                  <a:lnTo>
                    <a:pt x="37874" y="134732"/>
                  </a:lnTo>
                  <a:lnTo>
                    <a:pt x="17355" y="177112"/>
                  </a:lnTo>
                  <a:lnTo>
                    <a:pt x="4469" y="223135"/>
                  </a:lnTo>
                  <a:lnTo>
                    <a:pt x="0" y="272034"/>
                  </a:lnTo>
                  <a:lnTo>
                    <a:pt x="4469" y="320932"/>
                  </a:lnTo>
                  <a:lnTo>
                    <a:pt x="17355" y="366955"/>
                  </a:lnTo>
                  <a:lnTo>
                    <a:pt x="37874" y="409335"/>
                  </a:lnTo>
                  <a:lnTo>
                    <a:pt x="65241" y="447302"/>
                  </a:lnTo>
                  <a:lnTo>
                    <a:pt x="98673" y="480089"/>
                  </a:lnTo>
                  <a:lnTo>
                    <a:pt x="137385" y="506927"/>
                  </a:lnTo>
                  <a:lnTo>
                    <a:pt x="180595" y="527048"/>
                  </a:lnTo>
                  <a:lnTo>
                    <a:pt x="227517" y="539685"/>
                  </a:lnTo>
                  <a:lnTo>
                    <a:pt x="277368" y="544068"/>
                  </a:lnTo>
                  <a:lnTo>
                    <a:pt x="327218" y="539685"/>
                  </a:lnTo>
                  <a:lnTo>
                    <a:pt x="374140" y="527048"/>
                  </a:lnTo>
                  <a:lnTo>
                    <a:pt x="417350" y="506927"/>
                  </a:lnTo>
                  <a:lnTo>
                    <a:pt x="456062" y="480089"/>
                  </a:lnTo>
                  <a:lnTo>
                    <a:pt x="489494" y="447302"/>
                  </a:lnTo>
                  <a:lnTo>
                    <a:pt x="516861" y="409335"/>
                  </a:lnTo>
                  <a:lnTo>
                    <a:pt x="537380" y="366955"/>
                  </a:lnTo>
                  <a:lnTo>
                    <a:pt x="550266" y="320932"/>
                  </a:lnTo>
                  <a:lnTo>
                    <a:pt x="554735" y="272034"/>
                  </a:lnTo>
                  <a:lnTo>
                    <a:pt x="550266" y="223135"/>
                  </a:lnTo>
                  <a:lnTo>
                    <a:pt x="537380" y="177112"/>
                  </a:lnTo>
                  <a:lnTo>
                    <a:pt x="516861" y="134732"/>
                  </a:lnTo>
                  <a:lnTo>
                    <a:pt x="489494" y="96765"/>
                  </a:lnTo>
                  <a:lnTo>
                    <a:pt x="456062" y="63978"/>
                  </a:lnTo>
                  <a:lnTo>
                    <a:pt x="417350" y="37140"/>
                  </a:lnTo>
                  <a:lnTo>
                    <a:pt x="374140" y="17019"/>
                  </a:lnTo>
                  <a:lnTo>
                    <a:pt x="327218" y="4382"/>
                  </a:lnTo>
                  <a:lnTo>
                    <a:pt x="277368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6900671" y="3729228"/>
              <a:ext cx="554990" cy="544195"/>
            </a:xfrm>
            <a:custGeom>
              <a:avLst/>
              <a:gdLst/>
              <a:ahLst/>
              <a:cxnLst/>
              <a:rect l="l" t="t" r="r" b="b"/>
              <a:pathLst>
                <a:path w="554990" h="544195">
                  <a:moveTo>
                    <a:pt x="0" y="272034"/>
                  </a:moveTo>
                  <a:lnTo>
                    <a:pt x="4469" y="223135"/>
                  </a:lnTo>
                  <a:lnTo>
                    <a:pt x="17355" y="177112"/>
                  </a:lnTo>
                  <a:lnTo>
                    <a:pt x="37874" y="134732"/>
                  </a:lnTo>
                  <a:lnTo>
                    <a:pt x="65241" y="96765"/>
                  </a:lnTo>
                  <a:lnTo>
                    <a:pt x="98673" y="63978"/>
                  </a:lnTo>
                  <a:lnTo>
                    <a:pt x="137385" y="37140"/>
                  </a:lnTo>
                  <a:lnTo>
                    <a:pt x="180595" y="17019"/>
                  </a:lnTo>
                  <a:lnTo>
                    <a:pt x="227517" y="4382"/>
                  </a:lnTo>
                  <a:lnTo>
                    <a:pt x="277368" y="0"/>
                  </a:lnTo>
                  <a:lnTo>
                    <a:pt x="327218" y="4382"/>
                  </a:lnTo>
                  <a:lnTo>
                    <a:pt x="374140" y="17019"/>
                  </a:lnTo>
                  <a:lnTo>
                    <a:pt x="417350" y="37140"/>
                  </a:lnTo>
                  <a:lnTo>
                    <a:pt x="456062" y="63978"/>
                  </a:lnTo>
                  <a:lnTo>
                    <a:pt x="489494" y="96765"/>
                  </a:lnTo>
                  <a:lnTo>
                    <a:pt x="516861" y="134732"/>
                  </a:lnTo>
                  <a:lnTo>
                    <a:pt x="537380" y="177112"/>
                  </a:lnTo>
                  <a:lnTo>
                    <a:pt x="550266" y="223135"/>
                  </a:lnTo>
                  <a:lnTo>
                    <a:pt x="554735" y="272034"/>
                  </a:lnTo>
                  <a:lnTo>
                    <a:pt x="550266" y="320932"/>
                  </a:lnTo>
                  <a:lnTo>
                    <a:pt x="537380" y="366955"/>
                  </a:lnTo>
                  <a:lnTo>
                    <a:pt x="516861" y="409335"/>
                  </a:lnTo>
                  <a:lnTo>
                    <a:pt x="489494" y="447302"/>
                  </a:lnTo>
                  <a:lnTo>
                    <a:pt x="456062" y="480089"/>
                  </a:lnTo>
                  <a:lnTo>
                    <a:pt x="417350" y="506927"/>
                  </a:lnTo>
                  <a:lnTo>
                    <a:pt x="374140" y="527048"/>
                  </a:lnTo>
                  <a:lnTo>
                    <a:pt x="327218" y="539685"/>
                  </a:lnTo>
                  <a:lnTo>
                    <a:pt x="277368" y="544068"/>
                  </a:lnTo>
                  <a:lnTo>
                    <a:pt x="227517" y="539685"/>
                  </a:lnTo>
                  <a:lnTo>
                    <a:pt x="180595" y="527048"/>
                  </a:lnTo>
                  <a:lnTo>
                    <a:pt x="137385" y="506927"/>
                  </a:lnTo>
                  <a:lnTo>
                    <a:pt x="98673" y="480089"/>
                  </a:lnTo>
                  <a:lnTo>
                    <a:pt x="65241" y="447302"/>
                  </a:lnTo>
                  <a:lnTo>
                    <a:pt x="37874" y="409335"/>
                  </a:lnTo>
                  <a:lnTo>
                    <a:pt x="17355" y="366955"/>
                  </a:lnTo>
                  <a:lnTo>
                    <a:pt x="4469" y="320932"/>
                  </a:lnTo>
                  <a:lnTo>
                    <a:pt x="0" y="272034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7129398" y="3837178"/>
            <a:ext cx="984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J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7380731" y="2371344"/>
            <a:ext cx="1757680" cy="1447800"/>
          </a:xfrm>
          <a:custGeom>
            <a:avLst/>
            <a:gdLst/>
            <a:ahLst/>
            <a:cxnLst/>
            <a:rect l="l" t="t" r="r" b="b"/>
            <a:pathLst>
              <a:path w="1757679" h="1447800">
                <a:moveTo>
                  <a:pt x="1269492" y="0"/>
                </a:moveTo>
                <a:lnTo>
                  <a:pt x="1757552" y="463803"/>
                </a:lnTo>
              </a:path>
              <a:path w="1757679" h="1447800">
                <a:moveTo>
                  <a:pt x="1016253" y="92963"/>
                </a:moveTo>
                <a:lnTo>
                  <a:pt x="626364" y="489965"/>
                </a:lnTo>
              </a:path>
              <a:path w="1757679" h="1447800">
                <a:moveTo>
                  <a:pt x="358394" y="943355"/>
                </a:moveTo>
                <a:lnTo>
                  <a:pt x="0" y="1447545"/>
                </a:lnTo>
              </a:path>
            </a:pathLst>
          </a:custGeom>
          <a:ln w="76200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 txBox="1"/>
          <p:nvPr/>
        </p:nvSpPr>
        <p:spPr>
          <a:xfrm>
            <a:off x="4299330" y="4948554"/>
            <a:ext cx="283972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1" i="1" dirty="0">
                <a:latin typeface="Times New Roman"/>
                <a:cs typeface="Times New Roman"/>
              </a:rPr>
              <a:t>Binary</a:t>
            </a:r>
            <a:r>
              <a:rPr sz="4400" b="1" i="1" spc="-80" dirty="0">
                <a:latin typeface="Times New Roman"/>
                <a:cs typeface="Times New Roman"/>
              </a:rPr>
              <a:t> </a:t>
            </a:r>
            <a:r>
              <a:rPr sz="4400" b="1" i="1" spc="-10" dirty="0">
                <a:latin typeface="Times New Roman"/>
                <a:cs typeface="Times New Roman"/>
              </a:rPr>
              <a:t>trees</a:t>
            </a:r>
            <a:endParaRPr sz="4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4248"/>
            <a:ext cx="607822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000000"/>
                </a:solidFill>
              </a:rPr>
              <a:t>Height</a:t>
            </a:r>
            <a:r>
              <a:rPr spc="-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Biased</a:t>
            </a:r>
            <a:r>
              <a:rPr spc="-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Leftist</a:t>
            </a:r>
            <a:r>
              <a:rPr spc="-5" dirty="0">
                <a:solidFill>
                  <a:srgbClr val="000000"/>
                </a:solidFill>
              </a:rPr>
              <a:t> </a:t>
            </a:r>
            <a:r>
              <a:rPr spc="-25" dirty="0">
                <a:solidFill>
                  <a:srgbClr val="000000"/>
                </a:solidFill>
              </a:rPr>
              <a:t>Tree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459482" y="1782826"/>
            <a:ext cx="567690" cy="556895"/>
            <a:chOff x="2459482" y="1782826"/>
            <a:chExt cx="567690" cy="556895"/>
          </a:xfrm>
        </p:grpSpPr>
        <p:sp>
          <p:nvSpPr>
            <p:cNvPr id="4" name="object 4"/>
            <p:cNvSpPr/>
            <p:nvPr/>
          </p:nvSpPr>
          <p:spPr>
            <a:xfrm>
              <a:off x="2465832" y="1789176"/>
              <a:ext cx="554990" cy="544195"/>
            </a:xfrm>
            <a:custGeom>
              <a:avLst/>
              <a:gdLst/>
              <a:ahLst/>
              <a:cxnLst/>
              <a:rect l="l" t="t" r="r" b="b"/>
              <a:pathLst>
                <a:path w="554989" h="544194">
                  <a:moveTo>
                    <a:pt x="277368" y="0"/>
                  </a:moveTo>
                  <a:lnTo>
                    <a:pt x="227517" y="4382"/>
                  </a:lnTo>
                  <a:lnTo>
                    <a:pt x="180595" y="17019"/>
                  </a:lnTo>
                  <a:lnTo>
                    <a:pt x="137385" y="37140"/>
                  </a:lnTo>
                  <a:lnTo>
                    <a:pt x="98673" y="63978"/>
                  </a:lnTo>
                  <a:lnTo>
                    <a:pt x="65241" y="96765"/>
                  </a:lnTo>
                  <a:lnTo>
                    <a:pt x="37874" y="134732"/>
                  </a:lnTo>
                  <a:lnTo>
                    <a:pt x="17355" y="177112"/>
                  </a:lnTo>
                  <a:lnTo>
                    <a:pt x="4469" y="223135"/>
                  </a:lnTo>
                  <a:lnTo>
                    <a:pt x="0" y="272034"/>
                  </a:lnTo>
                  <a:lnTo>
                    <a:pt x="4469" y="320932"/>
                  </a:lnTo>
                  <a:lnTo>
                    <a:pt x="17355" y="366955"/>
                  </a:lnTo>
                  <a:lnTo>
                    <a:pt x="37874" y="409335"/>
                  </a:lnTo>
                  <a:lnTo>
                    <a:pt x="65241" y="447302"/>
                  </a:lnTo>
                  <a:lnTo>
                    <a:pt x="98673" y="480089"/>
                  </a:lnTo>
                  <a:lnTo>
                    <a:pt x="137385" y="506927"/>
                  </a:lnTo>
                  <a:lnTo>
                    <a:pt x="180595" y="527048"/>
                  </a:lnTo>
                  <a:lnTo>
                    <a:pt x="227517" y="539685"/>
                  </a:lnTo>
                  <a:lnTo>
                    <a:pt x="277368" y="544068"/>
                  </a:lnTo>
                  <a:lnTo>
                    <a:pt x="327218" y="539685"/>
                  </a:lnTo>
                  <a:lnTo>
                    <a:pt x="374140" y="527048"/>
                  </a:lnTo>
                  <a:lnTo>
                    <a:pt x="417350" y="506927"/>
                  </a:lnTo>
                  <a:lnTo>
                    <a:pt x="456062" y="480089"/>
                  </a:lnTo>
                  <a:lnTo>
                    <a:pt x="489494" y="447302"/>
                  </a:lnTo>
                  <a:lnTo>
                    <a:pt x="516861" y="409335"/>
                  </a:lnTo>
                  <a:lnTo>
                    <a:pt x="537380" y="366955"/>
                  </a:lnTo>
                  <a:lnTo>
                    <a:pt x="550266" y="320932"/>
                  </a:lnTo>
                  <a:lnTo>
                    <a:pt x="554736" y="272034"/>
                  </a:lnTo>
                  <a:lnTo>
                    <a:pt x="550266" y="223135"/>
                  </a:lnTo>
                  <a:lnTo>
                    <a:pt x="537380" y="177112"/>
                  </a:lnTo>
                  <a:lnTo>
                    <a:pt x="516861" y="134732"/>
                  </a:lnTo>
                  <a:lnTo>
                    <a:pt x="489494" y="96765"/>
                  </a:lnTo>
                  <a:lnTo>
                    <a:pt x="456062" y="63978"/>
                  </a:lnTo>
                  <a:lnTo>
                    <a:pt x="417350" y="37140"/>
                  </a:lnTo>
                  <a:lnTo>
                    <a:pt x="374140" y="17019"/>
                  </a:lnTo>
                  <a:lnTo>
                    <a:pt x="327218" y="4382"/>
                  </a:lnTo>
                  <a:lnTo>
                    <a:pt x="277368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465832" y="1789176"/>
              <a:ext cx="554990" cy="544195"/>
            </a:xfrm>
            <a:custGeom>
              <a:avLst/>
              <a:gdLst/>
              <a:ahLst/>
              <a:cxnLst/>
              <a:rect l="l" t="t" r="r" b="b"/>
              <a:pathLst>
                <a:path w="554989" h="544194">
                  <a:moveTo>
                    <a:pt x="0" y="272034"/>
                  </a:moveTo>
                  <a:lnTo>
                    <a:pt x="4469" y="223135"/>
                  </a:lnTo>
                  <a:lnTo>
                    <a:pt x="17355" y="177112"/>
                  </a:lnTo>
                  <a:lnTo>
                    <a:pt x="37874" y="134732"/>
                  </a:lnTo>
                  <a:lnTo>
                    <a:pt x="65241" y="96765"/>
                  </a:lnTo>
                  <a:lnTo>
                    <a:pt x="98673" y="63978"/>
                  </a:lnTo>
                  <a:lnTo>
                    <a:pt x="137385" y="37140"/>
                  </a:lnTo>
                  <a:lnTo>
                    <a:pt x="180595" y="17019"/>
                  </a:lnTo>
                  <a:lnTo>
                    <a:pt x="227517" y="4382"/>
                  </a:lnTo>
                  <a:lnTo>
                    <a:pt x="277368" y="0"/>
                  </a:lnTo>
                  <a:lnTo>
                    <a:pt x="327218" y="4382"/>
                  </a:lnTo>
                  <a:lnTo>
                    <a:pt x="374140" y="17019"/>
                  </a:lnTo>
                  <a:lnTo>
                    <a:pt x="417350" y="37140"/>
                  </a:lnTo>
                  <a:lnTo>
                    <a:pt x="456062" y="63978"/>
                  </a:lnTo>
                  <a:lnTo>
                    <a:pt x="489494" y="96765"/>
                  </a:lnTo>
                  <a:lnTo>
                    <a:pt x="516861" y="134732"/>
                  </a:lnTo>
                  <a:lnTo>
                    <a:pt x="537380" y="177112"/>
                  </a:lnTo>
                  <a:lnTo>
                    <a:pt x="550266" y="223135"/>
                  </a:lnTo>
                  <a:lnTo>
                    <a:pt x="554736" y="272034"/>
                  </a:lnTo>
                  <a:lnTo>
                    <a:pt x="550266" y="320932"/>
                  </a:lnTo>
                  <a:lnTo>
                    <a:pt x="537380" y="366955"/>
                  </a:lnTo>
                  <a:lnTo>
                    <a:pt x="516861" y="409335"/>
                  </a:lnTo>
                  <a:lnTo>
                    <a:pt x="489494" y="447302"/>
                  </a:lnTo>
                  <a:lnTo>
                    <a:pt x="456062" y="480089"/>
                  </a:lnTo>
                  <a:lnTo>
                    <a:pt x="417350" y="506927"/>
                  </a:lnTo>
                  <a:lnTo>
                    <a:pt x="374140" y="527048"/>
                  </a:lnTo>
                  <a:lnTo>
                    <a:pt x="327218" y="539685"/>
                  </a:lnTo>
                  <a:lnTo>
                    <a:pt x="277368" y="544068"/>
                  </a:lnTo>
                  <a:lnTo>
                    <a:pt x="227517" y="539685"/>
                  </a:lnTo>
                  <a:lnTo>
                    <a:pt x="180595" y="527048"/>
                  </a:lnTo>
                  <a:lnTo>
                    <a:pt x="137385" y="506927"/>
                  </a:lnTo>
                  <a:lnTo>
                    <a:pt x="98673" y="480089"/>
                  </a:lnTo>
                  <a:lnTo>
                    <a:pt x="65241" y="447302"/>
                  </a:lnTo>
                  <a:lnTo>
                    <a:pt x="37874" y="409335"/>
                  </a:lnTo>
                  <a:lnTo>
                    <a:pt x="17355" y="366955"/>
                  </a:lnTo>
                  <a:lnTo>
                    <a:pt x="4469" y="320932"/>
                  </a:lnTo>
                  <a:lnTo>
                    <a:pt x="0" y="272034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2663444" y="1896236"/>
            <a:ext cx="1581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905002" y="3794505"/>
            <a:ext cx="567690" cy="556895"/>
            <a:chOff x="905002" y="3794505"/>
            <a:chExt cx="567690" cy="556895"/>
          </a:xfrm>
        </p:grpSpPr>
        <p:sp>
          <p:nvSpPr>
            <p:cNvPr id="8" name="object 8"/>
            <p:cNvSpPr/>
            <p:nvPr/>
          </p:nvSpPr>
          <p:spPr>
            <a:xfrm>
              <a:off x="911352" y="3800855"/>
              <a:ext cx="554990" cy="544195"/>
            </a:xfrm>
            <a:custGeom>
              <a:avLst/>
              <a:gdLst/>
              <a:ahLst/>
              <a:cxnLst/>
              <a:rect l="l" t="t" r="r" b="b"/>
              <a:pathLst>
                <a:path w="554990" h="544195">
                  <a:moveTo>
                    <a:pt x="277367" y="0"/>
                  </a:moveTo>
                  <a:lnTo>
                    <a:pt x="227510" y="4382"/>
                  </a:lnTo>
                  <a:lnTo>
                    <a:pt x="180584" y="17019"/>
                  </a:lnTo>
                  <a:lnTo>
                    <a:pt x="137374" y="37140"/>
                  </a:lnTo>
                  <a:lnTo>
                    <a:pt x="98662" y="63978"/>
                  </a:lnTo>
                  <a:lnTo>
                    <a:pt x="65233" y="96765"/>
                  </a:lnTo>
                  <a:lnTo>
                    <a:pt x="37868" y="134732"/>
                  </a:lnTo>
                  <a:lnTo>
                    <a:pt x="17352" y="177112"/>
                  </a:lnTo>
                  <a:lnTo>
                    <a:pt x="4468" y="223135"/>
                  </a:lnTo>
                  <a:lnTo>
                    <a:pt x="0" y="272034"/>
                  </a:lnTo>
                  <a:lnTo>
                    <a:pt x="4468" y="320932"/>
                  </a:lnTo>
                  <a:lnTo>
                    <a:pt x="17352" y="366955"/>
                  </a:lnTo>
                  <a:lnTo>
                    <a:pt x="37868" y="409335"/>
                  </a:lnTo>
                  <a:lnTo>
                    <a:pt x="65233" y="447302"/>
                  </a:lnTo>
                  <a:lnTo>
                    <a:pt x="98662" y="480089"/>
                  </a:lnTo>
                  <a:lnTo>
                    <a:pt x="137374" y="506927"/>
                  </a:lnTo>
                  <a:lnTo>
                    <a:pt x="180584" y="527048"/>
                  </a:lnTo>
                  <a:lnTo>
                    <a:pt x="227510" y="539685"/>
                  </a:lnTo>
                  <a:lnTo>
                    <a:pt x="277367" y="544068"/>
                  </a:lnTo>
                  <a:lnTo>
                    <a:pt x="327218" y="539685"/>
                  </a:lnTo>
                  <a:lnTo>
                    <a:pt x="374140" y="527048"/>
                  </a:lnTo>
                  <a:lnTo>
                    <a:pt x="417350" y="506927"/>
                  </a:lnTo>
                  <a:lnTo>
                    <a:pt x="456062" y="480089"/>
                  </a:lnTo>
                  <a:lnTo>
                    <a:pt x="489494" y="447302"/>
                  </a:lnTo>
                  <a:lnTo>
                    <a:pt x="516861" y="409335"/>
                  </a:lnTo>
                  <a:lnTo>
                    <a:pt x="537380" y="366955"/>
                  </a:lnTo>
                  <a:lnTo>
                    <a:pt x="550266" y="320932"/>
                  </a:lnTo>
                  <a:lnTo>
                    <a:pt x="554735" y="272034"/>
                  </a:lnTo>
                  <a:lnTo>
                    <a:pt x="550266" y="223135"/>
                  </a:lnTo>
                  <a:lnTo>
                    <a:pt x="537380" y="177112"/>
                  </a:lnTo>
                  <a:lnTo>
                    <a:pt x="516861" y="134732"/>
                  </a:lnTo>
                  <a:lnTo>
                    <a:pt x="489494" y="96765"/>
                  </a:lnTo>
                  <a:lnTo>
                    <a:pt x="456062" y="63978"/>
                  </a:lnTo>
                  <a:lnTo>
                    <a:pt x="417350" y="37140"/>
                  </a:lnTo>
                  <a:lnTo>
                    <a:pt x="374140" y="17019"/>
                  </a:lnTo>
                  <a:lnTo>
                    <a:pt x="327218" y="4382"/>
                  </a:lnTo>
                  <a:lnTo>
                    <a:pt x="277367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11352" y="3800855"/>
              <a:ext cx="554990" cy="544195"/>
            </a:xfrm>
            <a:custGeom>
              <a:avLst/>
              <a:gdLst/>
              <a:ahLst/>
              <a:cxnLst/>
              <a:rect l="l" t="t" r="r" b="b"/>
              <a:pathLst>
                <a:path w="554990" h="544195">
                  <a:moveTo>
                    <a:pt x="0" y="272034"/>
                  </a:moveTo>
                  <a:lnTo>
                    <a:pt x="4468" y="223135"/>
                  </a:lnTo>
                  <a:lnTo>
                    <a:pt x="17352" y="177112"/>
                  </a:lnTo>
                  <a:lnTo>
                    <a:pt x="37868" y="134732"/>
                  </a:lnTo>
                  <a:lnTo>
                    <a:pt x="65233" y="96765"/>
                  </a:lnTo>
                  <a:lnTo>
                    <a:pt x="98662" y="63978"/>
                  </a:lnTo>
                  <a:lnTo>
                    <a:pt x="137374" y="37140"/>
                  </a:lnTo>
                  <a:lnTo>
                    <a:pt x="180584" y="17019"/>
                  </a:lnTo>
                  <a:lnTo>
                    <a:pt x="227510" y="4382"/>
                  </a:lnTo>
                  <a:lnTo>
                    <a:pt x="277367" y="0"/>
                  </a:lnTo>
                  <a:lnTo>
                    <a:pt x="327218" y="4382"/>
                  </a:lnTo>
                  <a:lnTo>
                    <a:pt x="374140" y="17019"/>
                  </a:lnTo>
                  <a:lnTo>
                    <a:pt x="417350" y="37140"/>
                  </a:lnTo>
                  <a:lnTo>
                    <a:pt x="456062" y="63978"/>
                  </a:lnTo>
                  <a:lnTo>
                    <a:pt x="489494" y="96765"/>
                  </a:lnTo>
                  <a:lnTo>
                    <a:pt x="516861" y="134732"/>
                  </a:lnTo>
                  <a:lnTo>
                    <a:pt x="537380" y="177112"/>
                  </a:lnTo>
                  <a:lnTo>
                    <a:pt x="550266" y="223135"/>
                  </a:lnTo>
                  <a:lnTo>
                    <a:pt x="554735" y="272034"/>
                  </a:lnTo>
                  <a:lnTo>
                    <a:pt x="550266" y="320932"/>
                  </a:lnTo>
                  <a:lnTo>
                    <a:pt x="537380" y="366955"/>
                  </a:lnTo>
                  <a:lnTo>
                    <a:pt x="516861" y="409335"/>
                  </a:lnTo>
                  <a:lnTo>
                    <a:pt x="489494" y="447302"/>
                  </a:lnTo>
                  <a:lnTo>
                    <a:pt x="456062" y="480089"/>
                  </a:lnTo>
                  <a:lnTo>
                    <a:pt x="417350" y="506927"/>
                  </a:lnTo>
                  <a:lnTo>
                    <a:pt x="374140" y="527048"/>
                  </a:lnTo>
                  <a:lnTo>
                    <a:pt x="327218" y="539685"/>
                  </a:lnTo>
                  <a:lnTo>
                    <a:pt x="277367" y="544068"/>
                  </a:lnTo>
                  <a:lnTo>
                    <a:pt x="227510" y="539685"/>
                  </a:lnTo>
                  <a:lnTo>
                    <a:pt x="180584" y="527048"/>
                  </a:lnTo>
                  <a:lnTo>
                    <a:pt x="137374" y="506927"/>
                  </a:lnTo>
                  <a:lnTo>
                    <a:pt x="98662" y="480089"/>
                  </a:lnTo>
                  <a:lnTo>
                    <a:pt x="65233" y="447302"/>
                  </a:lnTo>
                  <a:lnTo>
                    <a:pt x="37868" y="409335"/>
                  </a:lnTo>
                  <a:lnTo>
                    <a:pt x="17352" y="366955"/>
                  </a:lnTo>
                  <a:lnTo>
                    <a:pt x="4468" y="320932"/>
                  </a:lnTo>
                  <a:lnTo>
                    <a:pt x="0" y="272034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105306" y="3908552"/>
            <a:ext cx="1663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246122" y="3861561"/>
            <a:ext cx="566420" cy="558800"/>
            <a:chOff x="2246122" y="3861561"/>
            <a:chExt cx="566420" cy="558800"/>
          </a:xfrm>
        </p:grpSpPr>
        <p:sp>
          <p:nvSpPr>
            <p:cNvPr id="12" name="object 12"/>
            <p:cNvSpPr/>
            <p:nvPr/>
          </p:nvSpPr>
          <p:spPr>
            <a:xfrm>
              <a:off x="2252472" y="3867911"/>
              <a:ext cx="553720" cy="546100"/>
            </a:xfrm>
            <a:custGeom>
              <a:avLst/>
              <a:gdLst/>
              <a:ahLst/>
              <a:cxnLst/>
              <a:rect l="l" t="t" r="r" b="b"/>
              <a:pathLst>
                <a:path w="553719" h="546100">
                  <a:moveTo>
                    <a:pt x="276605" y="0"/>
                  </a:moveTo>
                  <a:lnTo>
                    <a:pt x="226881" y="4396"/>
                  </a:lnTo>
                  <a:lnTo>
                    <a:pt x="180082" y="17071"/>
                  </a:lnTo>
                  <a:lnTo>
                    <a:pt x="136990" y="37253"/>
                  </a:lnTo>
                  <a:lnTo>
                    <a:pt x="98385" y="64171"/>
                  </a:lnTo>
                  <a:lnTo>
                    <a:pt x="65049" y="97053"/>
                  </a:lnTo>
                  <a:lnTo>
                    <a:pt x="37761" y="135127"/>
                  </a:lnTo>
                  <a:lnTo>
                    <a:pt x="17303" y="177624"/>
                  </a:lnTo>
                  <a:lnTo>
                    <a:pt x="4455" y="223770"/>
                  </a:lnTo>
                  <a:lnTo>
                    <a:pt x="0" y="272795"/>
                  </a:lnTo>
                  <a:lnTo>
                    <a:pt x="4455" y="321821"/>
                  </a:lnTo>
                  <a:lnTo>
                    <a:pt x="17303" y="367967"/>
                  </a:lnTo>
                  <a:lnTo>
                    <a:pt x="37761" y="410463"/>
                  </a:lnTo>
                  <a:lnTo>
                    <a:pt x="65049" y="448538"/>
                  </a:lnTo>
                  <a:lnTo>
                    <a:pt x="98385" y="481420"/>
                  </a:lnTo>
                  <a:lnTo>
                    <a:pt x="136990" y="508338"/>
                  </a:lnTo>
                  <a:lnTo>
                    <a:pt x="180082" y="528520"/>
                  </a:lnTo>
                  <a:lnTo>
                    <a:pt x="226881" y="541195"/>
                  </a:lnTo>
                  <a:lnTo>
                    <a:pt x="276605" y="545592"/>
                  </a:lnTo>
                  <a:lnTo>
                    <a:pt x="326330" y="541195"/>
                  </a:lnTo>
                  <a:lnTo>
                    <a:pt x="373129" y="528520"/>
                  </a:lnTo>
                  <a:lnTo>
                    <a:pt x="416221" y="508338"/>
                  </a:lnTo>
                  <a:lnTo>
                    <a:pt x="454826" y="481420"/>
                  </a:lnTo>
                  <a:lnTo>
                    <a:pt x="488162" y="448538"/>
                  </a:lnTo>
                  <a:lnTo>
                    <a:pt x="515450" y="410464"/>
                  </a:lnTo>
                  <a:lnTo>
                    <a:pt x="535908" y="367967"/>
                  </a:lnTo>
                  <a:lnTo>
                    <a:pt x="548756" y="321821"/>
                  </a:lnTo>
                  <a:lnTo>
                    <a:pt x="553211" y="272795"/>
                  </a:lnTo>
                  <a:lnTo>
                    <a:pt x="548756" y="223770"/>
                  </a:lnTo>
                  <a:lnTo>
                    <a:pt x="535908" y="177624"/>
                  </a:lnTo>
                  <a:lnTo>
                    <a:pt x="515450" y="135127"/>
                  </a:lnTo>
                  <a:lnTo>
                    <a:pt x="488162" y="97053"/>
                  </a:lnTo>
                  <a:lnTo>
                    <a:pt x="454826" y="64171"/>
                  </a:lnTo>
                  <a:lnTo>
                    <a:pt x="416221" y="37253"/>
                  </a:lnTo>
                  <a:lnTo>
                    <a:pt x="373129" y="17071"/>
                  </a:lnTo>
                  <a:lnTo>
                    <a:pt x="326330" y="4396"/>
                  </a:lnTo>
                  <a:lnTo>
                    <a:pt x="276605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252472" y="3867911"/>
              <a:ext cx="553720" cy="546100"/>
            </a:xfrm>
            <a:custGeom>
              <a:avLst/>
              <a:gdLst/>
              <a:ahLst/>
              <a:cxnLst/>
              <a:rect l="l" t="t" r="r" b="b"/>
              <a:pathLst>
                <a:path w="553719" h="546100">
                  <a:moveTo>
                    <a:pt x="0" y="272795"/>
                  </a:moveTo>
                  <a:lnTo>
                    <a:pt x="4455" y="223770"/>
                  </a:lnTo>
                  <a:lnTo>
                    <a:pt x="17303" y="177624"/>
                  </a:lnTo>
                  <a:lnTo>
                    <a:pt x="37761" y="135127"/>
                  </a:lnTo>
                  <a:lnTo>
                    <a:pt x="65049" y="97053"/>
                  </a:lnTo>
                  <a:lnTo>
                    <a:pt x="98385" y="64171"/>
                  </a:lnTo>
                  <a:lnTo>
                    <a:pt x="136990" y="37253"/>
                  </a:lnTo>
                  <a:lnTo>
                    <a:pt x="180082" y="17071"/>
                  </a:lnTo>
                  <a:lnTo>
                    <a:pt x="226881" y="4396"/>
                  </a:lnTo>
                  <a:lnTo>
                    <a:pt x="276605" y="0"/>
                  </a:lnTo>
                  <a:lnTo>
                    <a:pt x="326330" y="4396"/>
                  </a:lnTo>
                  <a:lnTo>
                    <a:pt x="373129" y="17071"/>
                  </a:lnTo>
                  <a:lnTo>
                    <a:pt x="416221" y="37253"/>
                  </a:lnTo>
                  <a:lnTo>
                    <a:pt x="454826" y="64171"/>
                  </a:lnTo>
                  <a:lnTo>
                    <a:pt x="488162" y="97053"/>
                  </a:lnTo>
                  <a:lnTo>
                    <a:pt x="515450" y="135127"/>
                  </a:lnTo>
                  <a:lnTo>
                    <a:pt x="535908" y="177624"/>
                  </a:lnTo>
                  <a:lnTo>
                    <a:pt x="548756" y="223770"/>
                  </a:lnTo>
                  <a:lnTo>
                    <a:pt x="553211" y="272795"/>
                  </a:lnTo>
                  <a:lnTo>
                    <a:pt x="548756" y="321821"/>
                  </a:lnTo>
                  <a:lnTo>
                    <a:pt x="535908" y="367967"/>
                  </a:lnTo>
                  <a:lnTo>
                    <a:pt x="515450" y="410464"/>
                  </a:lnTo>
                  <a:lnTo>
                    <a:pt x="488162" y="448538"/>
                  </a:lnTo>
                  <a:lnTo>
                    <a:pt x="454826" y="481420"/>
                  </a:lnTo>
                  <a:lnTo>
                    <a:pt x="416221" y="508338"/>
                  </a:lnTo>
                  <a:lnTo>
                    <a:pt x="373129" y="528520"/>
                  </a:lnTo>
                  <a:lnTo>
                    <a:pt x="326330" y="541195"/>
                  </a:lnTo>
                  <a:lnTo>
                    <a:pt x="276605" y="545592"/>
                  </a:lnTo>
                  <a:lnTo>
                    <a:pt x="226881" y="541195"/>
                  </a:lnTo>
                  <a:lnTo>
                    <a:pt x="180082" y="528520"/>
                  </a:lnTo>
                  <a:lnTo>
                    <a:pt x="136990" y="508338"/>
                  </a:lnTo>
                  <a:lnTo>
                    <a:pt x="98385" y="481420"/>
                  </a:lnTo>
                  <a:lnTo>
                    <a:pt x="65049" y="448538"/>
                  </a:lnTo>
                  <a:lnTo>
                    <a:pt x="37761" y="410463"/>
                  </a:lnTo>
                  <a:lnTo>
                    <a:pt x="17303" y="367967"/>
                  </a:lnTo>
                  <a:lnTo>
                    <a:pt x="4455" y="321821"/>
                  </a:lnTo>
                  <a:lnTo>
                    <a:pt x="0" y="272795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2460117" y="3976878"/>
            <a:ext cx="1371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213605" y="3722878"/>
            <a:ext cx="567690" cy="556895"/>
            <a:chOff x="4213605" y="3722878"/>
            <a:chExt cx="567690" cy="556895"/>
          </a:xfrm>
        </p:grpSpPr>
        <p:sp>
          <p:nvSpPr>
            <p:cNvPr id="16" name="object 16"/>
            <p:cNvSpPr/>
            <p:nvPr/>
          </p:nvSpPr>
          <p:spPr>
            <a:xfrm>
              <a:off x="4219955" y="3729228"/>
              <a:ext cx="554990" cy="544195"/>
            </a:xfrm>
            <a:custGeom>
              <a:avLst/>
              <a:gdLst/>
              <a:ahLst/>
              <a:cxnLst/>
              <a:rect l="l" t="t" r="r" b="b"/>
              <a:pathLst>
                <a:path w="554989" h="544195">
                  <a:moveTo>
                    <a:pt x="277368" y="0"/>
                  </a:moveTo>
                  <a:lnTo>
                    <a:pt x="227517" y="4382"/>
                  </a:lnTo>
                  <a:lnTo>
                    <a:pt x="180595" y="17019"/>
                  </a:lnTo>
                  <a:lnTo>
                    <a:pt x="137385" y="37140"/>
                  </a:lnTo>
                  <a:lnTo>
                    <a:pt x="98673" y="63978"/>
                  </a:lnTo>
                  <a:lnTo>
                    <a:pt x="65241" y="96765"/>
                  </a:lnTo>
                  <a:lnTo>
                    <a:pt x="37874" y="134732"/>
                  </a:lnTo>
                  <a:lnTo>
                    <a:pt x="17355" y="177112"/>
                  </a:lnTo>
                  <a:lnTo>
                    <a:pt x="4469" y="223135"/>
                  </a:lnTo>
                  <a:lnTo>
                    <a:pt x="0" y="272034"/>
                  </a:lnTo>
                  <a:lnTo>
                    <a:pt x="4469" y="320932"/>
                  </a:lnTo>
                  <a:lnTo>
                    <a:pt x="17355" y="366955"/>
                  </a:lnTo>
                  <a:lnTo>
                    <a:pt x="37874" y="409335"/>
                  </a:lnTo>
                  <a:lnTo>
                    <a:pt x="65241" y="447302"/>
                  </a:lnTo>
                  <a:lnTo>
                    <a:pt x="98673" y="480089"/>
                  </a:lnTo>
                  <a:lnTo>
                    <a:pt x="137385" y="506927"/>
                  </a:lnTo>
                  <a:lnTo>
                    <a:pt x="180595" y="527048"/>
                  </a:lnTo>
                  <a:lnTo>
                    <a:pt x="227517" y="539685"/>
                  </a:lnTo>
                  <a:lnTo>
                    <a:pt x="277368" y="544068"/>
                  </a:lnTo>
                  <a:lnTo>
                    <a:pt x="327218" y="539685"/>
                  </a:lnTo>
                  <a:lnTo>
                    <a:pt x="374140" y="527048"/>
                  </a:lnTo>
                  <a:lnTo>
                    <a:pt x="417350" y="506927"/>
                  </a:lnTo>
                  <a:lnTo>
                    <a:pt x="456062" y="480089"/>
                  </a:lnTo>
                  <a:lnTo>
                    <a:pt x="489494" y="447302"/>
                  </a:lnTo>
                  <a:lnTo>
                    <a:pt x="516861" y="409335"/>
                  </a:lnTo>
                  <a:lnTo>
                    <a:pt x="537380" y="366955"/>
                  </a:lnTo>
                  <a:lnTo>
                    <a:pt x="550266" y="320932"/>
                  </a:lnTo>
                  <a:lnTo>
                    <a:pt x="554736" y="272034"/>
                  </a:lnTo>
                  <a:lnTo>
                    <a:pt x="550266" y="223135"/>
                  </a:lnTo>
                  <a:lnTo>
                    <a:pt x="537380" y="177112"/>
                  </a:lnTo>
                  <a:lnTo>
                    <a:pt x="516861" y="134732"/>
                  </a:lnTo>
                  <a:lnTo>
                    <a:pt x="489494" y="96765"/>
                  </a:lnTo>
                  <a:lnTo>
                    <a:pt x="456062" y="63978"/>
                  </a:lnTo>
                  <a:lnTo>
                    <a:pt x="417350" y="37140"/>
                  </a:lnTo>
                  <a:lnTo>
                    <a:pt x="374140" y="17019"/>
                  </a:lnTo>
                  <a:lnTo>
                    <a:pt x="327218" y="4382"/>
                  </a:lnTo>
                  <a:lnTo>
                    <a:pt x="277368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219955" y="3729228"/>
              <a:ext cx="554990" cy="544195"/>
            </a:xfrm>
            <a:custGeom>
              <a:avLst/>
              <a:gdLst/>
              <a:ahLst/>
              <a:cxnLst/>
              <a:rect l="l" t="t" r="r" b="b"/>
              <a:pathLst>
                <a:path w="554989" h="544195">
                  <a:moveTo>
                    <a:pt x="0" y="272034"/>
                  </a:moveTo>
                  <a:lnTo>
                    <a:pt x="4469" y="223135"/>
                  </a:lnTo>
                  <a:lnTo>
                    <a:pt x="17355" y="177112"/>
                  </a:lnTo>
                  <a:lnTo>
                    <a:pt x="37874" y="134732"/>
                  </a:lnTo>
                  <a:lnTo>
                    <a:pt x="65241" y="96765"/>
                  </a:lnTo>
                  <a:lnTo>
                    <a:pt x="98673" y="63978"/>
                  </a:lnTo>
                  <a:lnTo>
                    <a:pt x="137385" y="37140"/>
                  </a:lnTo>
                  <a:lnTo>
                    <a:pt x="180595" y="17019"/>
                  </a:lnTo>
                  <a:lnTo>
                    <a:pt x="227517" y="4382"/>
                  </a:lnTo>
                  <a:lnTo>
                    <a:pt x="277368" y="0"/>
                  </a:lnTo>
                  <a:lnTo>
                    <a:pt x="327218" y="4382"/>
                  </a:lnTo>
                  <a:lnTo>
                    <a:pt x="374140" y="17019"/>
                  </a:lnTo>
                  <a:lnTo>
                    <a:pt x="417350" y="37140"/>
                  </a:lnTo>
                  <a:lnTo>
                    <a:pt x="456062" y="63978"/>
                  </a:lnTo>
                  <a:lnTo>
                    <a:pt x="489494" y="96765"/>
                  </a:lnTo>
                  <a:lnTo>
                    <a:pt x="516861" y="134732"/>
                  </a:lnTo>
                  <a:lnTo>
                    <a:pt x="537380" y="177112"/>
                  </a:lnTo>
                  <a:lnTo>
                    <a:pt x="550266" y="223135"/>
                  </a:lnTo>
                  <a:lnTo>
                    <a:pt x="554736" y="272034"/>
                  </a:lnTo>
                  <a:lnTo>
                    <a:pt x="550266" y="320932"/>
                  </a:lnTo>
                  <a:lnTo>
                    <a:pt x="537380" y="366955"/>
                  </a:lnTo>
                  <a:lnTo>
                    <a:pt x="516861" y="409335"/>
                  </a:lnTo>
                  <a:lnTo>
                    <a:pt x="489494" y="447302"/>
                  </a:lnTo>
                  <a:lnTo>
                    <a:pt x="456062" y="480089"/>
                  </a:lnTo>
                  <a:lnTo>
                    <a:pt x="417350" y="506927"/>
                  </a:lnTo>
                  <a:lnTo>
                    <a:pt x="374140" y="527048"/>
                  </a:lnTo>
                  <a:lnTo>
                    <a:pt x="327218" y="539685"/>
                  </a:lnTo>
                  <a:lnTo>
                    <a:pt x="277368" y="544068"/>
                  </a:lnTo>
                  <a:lnTo>
                    <a:pt x="227517" y="539685"/>
                  </a:lnTo>
                  <a:lnTo>
                    <a:pt x="180595" y="527048"/>
                  </a:lnTo>
                  <a:lnTo>
                    <a:pt x="137385" y="506927"/>
                  </a:lnTo>
                  <a:lnTo>
                    <a:pt x="98673" y="480089"/>
                  </a:lnTo>
                  <a:lnTo>
                    <a:pt x="65241" y="447302"/>
                  </a:lnTo>
                  <a:lnTo>
                    <a:pt x="37874" y="409335"/>
                  </a:lnTo>
                  <a:lnTo>
                    <a:pt x="17355" y="366955"/>
                  </a:lnTo>
                  <a:lnTo>
                    <a:pt x="4469" y="320932"/>
                  </a:lnTo>
                  <a:lnTo>
                    <a:pt x="0" y="272034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4431538" y="3837178"/>
            <a:ext cx="1308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332734" y="2695701"/>
            <a:ext cx="567690" cy="558800"/>
            <a:chOff x="3332734" y="2695701"/>
            <a:chExt cx="567690" cy="558800"/>
          </a:xfrm>
        </p:grpSpPr>
        <p:sp>
          <p:nvSpPr>
            <p:cNvPr id="20" name="object 20"/>
            <p:cNvSpPr/>
            <p:nvPr/>
          </p:nvSpPr>
          <p:spPr>
            <a:xfrm>
              <a:off x="3339084" y="2702051"/>
              <a:ext cx="554990" cy="546100"/>
            </a:xfrm>
            <a:custGeom>
              <a:avLst/>
              <a:gdLst/>
              <a:ahLst/>
              <a:cxnLst/>
              <a:rect l="l" t="t" r="r" b="b"/>
              <a:pathLst>
                <a:path w="554989" h="546100">
                  <a:moveTo>
                    <a:pt x="277367" y="0"/>
                  </a:moveTo>
                  <a:lnTo>
                    <a:pt x="227517" y="4396"/>
                  </a:lnTo>
                  <a:lnTo>
                    <a:pt x="180595" y="17071"/>
                  </a:lnTo>
                  <a:lnTo>
                    <a:pt x="137385" y="37253"/>
                  </a:lnTo>
                  <a:lnTo>
                    <a:pt x="98673" y="64171"/>
                  </a:lnTo>
                  <a:lnTo>
                    <a:pt x="65241" y="97053"/>
                  </a:lnTo>
                  <a:lnTo>
                    <a:pt x="37874" y="135128"/>
                  </a:lnTo>
                  <a:lnTo>
                    <a:pt x="17355" y="177624"/>
                  </a:lnTo>
                  <a:lnTo>
                    <a:pt x="4469" y="223770"/>
                  </a:lnTo>
                  <a:lnTo>
                    <a:pt x="0" y="272796"/>
                  </a:lnTo>
                  <a:lnTo>
                    <a:pt x="4469" y="321821"/>
                  </a:lnTo>
                  <a:lnTo>
                    <a:pt x="17355" y="367967"/>
                  </a:lnTo>
                  <a:lnTo>
                    <a:pt x="37874" y="410464"/>
                  </a:lnTo>
                  <a:lnTo>
                    <a:pt x="65241" y="448538"/>
                  </a:lnTo>
                  <a:lnTo>
                    <a:pt x="98673" y="481420"/>
                  </a:lnTo>
                  <a:lnTo>
                    <a:pt x="137385" y="508338"/>
                  </a:lnTo>
                  <a:lnTo>
                    <a:pt x="180595" y="528520"/>
                  </a:lnTo>
                  <a:lnTo>
                    <a:pt x="227517" y="541195"/>
                  </a:lnTo>
                  <a:lnTo>
                    <a:pt x="277367" y="545592"/>
                  </a:lnTo>
                  <a:lnTo>
                    <a:pt x="327218" y="541195"/>
                  </a:lnTo>
                  <a:lnTo>
                    <a:pt x="374140" y="528520"/>
                  </a:lnTo>
                  <a:lnTo>
                    <a:pt x="417350" y="508338"/>
                  </a:lnTo>
                  <a:lnTo>
                    <a:pt x="456062" y="481420"/>
                  </a:lnTo>
                  <a:lnTo>
                    <a:pt x="489494" y="448538"/>
                  </a:lnTo>
                  <a:lnTo>
                    <a:pt x="516861" y="410463"/>
                  </a:lnTo>
                  <a:lnTo>
                    <a:pt x="537380" y="367967"/>
                  </a:lnTo>
                  <a:lnTo>
                    <a:pt x="550266" y="321821"/>
                  </a:lnTo>
                  <a:lnTo>
                    <a:pt x="554736" y="272796"/>
                  </a:lnTo>
                  <a:lnTo>
                    <a:pt x="550266" y="223770"/>
                  </a:lnTo>
                  <a:lnTo>
                    <a:pt x="537380" y="177624"/>
                  </a:lnTo>
                  <a:lnTo>
                    <a:pt x="516861" y="135127"/>
                  </a:lnTo>
                  <a:lnTo>
                    <a:pt x="489494" y="97053"/>
                  </a:lnTo>
                  <a:lnTo>
                    <a:pt x="456062" y="64171"/>
                  </a:lnTo>
                  <a:lnTo>
                    <a:pt x="417350" y="37253"/>
                  </a:lnTo>
                  <a:lnTo>
                    <a:pt x="374140" y="17071"/>
                  </a:lnTo>
                  <a:lnTo>
                    <a:pt x="327218" y="4396"/>
                  </a:lnTo>
                  <a:lnTo>
                    <a:pt x="277367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339084" y="2702051"/>
              <a:ext cx="554990" cy="546100"/>
            </a:xfrm>
            <a:custGeom>
              <a:avLst/>
              <a:gdLst/>
              <a:ahLst/>
              <a:cxnLst/>
              <a:rect l="l" t="t" r="r" b="b"/>
              <a:pathLst>
                <a:path w="554989" h="546100">
                  <a:moveTo>
                    <a:pt x="0" y="272796"/>
                  </a:moveTo>
                  <a:lnTo>
                    <a:pt x="4469" y="223770"/>
                  </a:lnTo>
                  <a:lnTo>
                    <a:pt x="17355" y="177624"/>
                  </a:lnTo>
                  <a:lnTo>
                    <a:pt x="37874" y="135128"/>
                  </a:lnTo>
                  <a:lnTo>
                    <a:pt x="65241" y="97053"/>
                  </a:lnTo>
                  <a:lnTo>
                    <a:pt x="98673" y="64171"/>
                  </a:lnTo>
                  <a:lnTo>
                    <a:pt x="137385" y="37253"/>
                  </a:lnTo>
                  <a:lnTo>
                    <a:pt x="180595" y="17071"/>
                  </a:lnTo>
                  <a:lnTo>
                    <a:pt x="227517" y="4396"/>
                  </a:lnTo>
                  <a:lnTo>
                    <a:pt x="277367" y="0"/>
                  </a:lnTo>
                  <a:lnTo>
                    <a:pt x="327218" y="4396"/>
                  </a:lnTo>
                  <a:lnTo>
                    <a:pt x="374140" y="17071"/>
                  </a:lnTo>
                  <a:lnTo>
                    <a:pt x="417350" y="37253"/>
                  </a:lnTo>
                  <a:lnTo>
                    <a:pt x="456062" y="64171"/>
                  </a:lnTo>
                  <a:lnTo>
                    <a:pt x="489494" y="97053"/>
                  </a:lnTo>
                  <a:lnTo>
                    <a:pt x="516861" y="135127"/>
                  </a:lnTo>
                  <a:lnTo>
                    <a:pt x="537380" y="177624"/>
                  </a:lnTo>
                  <a:lnTo>
                    <a:pt x="550266" y="223770"/>
                  </a:lnTo>
                  <a:lnTo>
                    <a:pt x="554736" y="272796"/>
                  </a:lnTo>
                  <a:lnTo>
                    <a:pt x="550266" y="321821"/>
                  </a:lnTo>
                  <a:lnTo>
                    <a:pt x="537380" y="367967"/>
                  </a:lnTo>
                  <a:lnTo>
                    <a:pt x="516861" y="410463"/>
                  </a:lnTo>
                  <a:lnTo>
                    <a:pt x="489494" y="448538"/>
                  </a:lnTo>
                  <a:lnTo>
                    <a:pt x="456062" y="481420"/>
                  </a:lnTo>
                  <a:lnTo>
                    <a:pt x="417350" y="508338"/>
                  </a:lnTo>
                  <a:lnTo>
                    <a:pt x="374140" y="528520"/>
                  </a:lnTo>
                  <a:lnTo>
                    <a:pt x="327218" y="541195"/>
                  </a:lnTo>
                  <a:lnTo>
                    <a:pt x="277367" y="545592"/>
                  </a:lnTo>
                  <a:lnTo>
                    <a:pt x="227517" y="541195"/>
                  </a:lnTo>
                  <a:lnTo>
                    <a:pt x="180595" y="528520"/>
                  </a:lnTo>
                  <a:lnTo>
                    <a:pt x="137385" y="508338"/>
                  </a:lnTo>
                  <a:lnTo>
                    <a:pt x="98673" y="481420"/>
                  </a:lnTo>
                  <a:lnTo>
                    <a:pt x="65241" y="448538"/>
                  </a:lnTo>
                  <a:lnTo>
                    <a:pt x="37874" y="410464"/>
                  </a:lnTo>
                  <a:lnTo>
                    <a:pt x="17355" y="367967"/>
                  </a:lnTo>
                  <a:lnTo>
                    <a:pt x="4469" y="321821"/>
                  </a:lnTo>
                  <a:lnTo>
                    <a:pt x="0" y="272796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3542791" y="2810383"/>
            <a:ext cx="1473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1691385" y="2674366"/>
            <a:ext cx="567690" cy="558800"/>
            <a:chOff x="1691385" y="2674366"/>
            <a:chExt cx="567690" cy="558800"/>
          </a:xfrm>
        </p:grpSpPr>
        <p:sp>
          <p:nvSpPr>
            <p:cNvPr id="24" name="object 24"/>
            <p:cNvSpPr/>
            <p:nvPr/>
          </p:nvSpPr>
          <p:spPr>
            <a:xfrm>
              <a:off x="1697735" y="2680716"/>
              <a:ext cx="554990" cy="546100"/>
            </a:xfrm>
            <a:custGeom>
              <a:avLst/>
              <a:gdLst/>
              <a:ahLst/>
              <a:cxnLst/>
              <a:rect l="l" t="t" r="r" b="b"/>
              <a:pathLst>
                <a:path w="554989" h="546100">
                  <a:moveTo>
                    <a:pt x="277368" y="0"/>
                  </a:moveTo>
                  <a:lnTo>
                    <a:pt x="227517" y="4396"/>
                  </a:lnTo>
                  <a:lnTo>
                    <a:pt x="180595" y="17071"/>
                  </a:lnTo>
                  <a:lnTo>
                    <a:pt x="137385" y="37253"/>
                  </a:lnTo>
                  <a:lnTo>
                    <a:pt x="98673" y="64171"/>
                  </a:lnTo>
                  <a:lnTo>
                    <a:pt x="65241" y="97053"/>
                  </a:lnTo>
                  <a:lnTo>
                    <a:pt x="37874" y="135128"/>
                  </a:lnTo>
                  <a:lnTo>
                    <a:pt x="17355" y="177624"/>
                  </a:lnTo>
                  <a:lnTo>
                    <a:pt x="4469" y="223770"/>
                  </a:lnTo>
                  <a:lnTo>
                    <a:pt x="0" y="272796"/>
                  </a:lnTo>
                  <a:lnTo>
                    <a:pt x="4469" y="321821"/>
                  </a:lnTo>
                  <a:lnTo>
                    <a:pt x="17355" y="367967"/>
                  </a:lnTo>
                  <a:lnTo>
                    <a:pt x="37874" y="410464"/>
                  </a:lnTo>
                  <a:lnTo>
                    <a:pt x="65241" y="448538"/>
                  </a:lnTo>
                  <a:lnTo>
                    <a:pt x="98673" y="481420"/>
                  </a:lnTo>
                  <a:lnTo>
                    <a:pt x="137385" y="508338"/>
                  </a:lnTo>
                  <a:lnTo>
                    <a:pt x="180595" y="528520"/>
                  </a:lnTo>
                  <a:lnTo>
                    <a:pt x="227517" y="541195"/>
                  </a:lnTo>
                  <a:lnTo>
                    <a:pt x="277368" y="545592"/>
                  </a:lnTo>
                  <a:lnTo>
                    <a:pt x="327218" y="541195"/>
                  </a:lnTo>
                  <a:lnTo>
                    <a:pt x="374140" y="528520"/>
                  </a:lnTo>
                  <a:lnTo>
                    <a:pt x="417350" y="508338"/>
                  </a:lnTo>
                  <a:lnTo>
                    <a:pt x="456062" y="481420"/>
                  </a:lnTo>
                  <a:lnTo>
                    <a:pt x="489494" y="448538"/>
                  </a:lnTo>
                  <a:lnTo>
                    <a:pt x="516861" y="410463"/>
                  </a:lnTo>
                  <a:lnTo>
                    <a:pt x="537380" y="367967"/>
                  </a:lnTo>
                  <a:lnTo>
                    <a:pt x="550266" y="321821"/>
                  </a:lnTo>
                  <a:lnTo>
                    <a:pt x="554736" y="272796"/>
                  </a:lnTo>
                  <a:lnTo>
                    <a:pt x="550266" y="223770"/>
                  </a:lnTo>
                  <a:lnTo>
                    <a:pt x="537380" y="177624"/>
                  </a:lnTo>
                  <a:lnTo>
                    <a:pt x="516861" y="135127"/>
                  </a:lnTo>
                  <a:lnTo>
                    <a:pt x="489494" y="97053"/>
                  </a:lnTo>
                  <a:lnTo>
                    <a:pt x="456062" y="64171"/>
                  </a:lnTo>
                  <a:lnTo>
                    <a:pt x="417350" y="37253"/>
                  </a:lnTo>
                  <a:lnTo>
                    <a:pt x="374140" y="17071"/>
                  </a:lnTo>
                  <a:lnTo>
                    <a:pt x="327218" y="4396"/>
                  </a:lnTo>
                  <a:lnTo>
                    <a:pt x="277368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697735" y="2680716"/>
              <a:ext cx="554990" cy="546100"/>
            </a:xfrm>
            <a:custGeom>
              <a:avLst/>
              <a:gdLst/>
              <a:ahLst/>
              <a:cxnLst/>
              <a:rect l="l" t="t" r="r" b="b"/>
              <a:pathLst>
                <a:path w="554989" h="546100">
                  <a:moveTo>
                    <a:pt x="0" y="272796"/>
                  </a:moveTo>
                  <a:lnTo>
                    <a:pt x="4469" y="223770"/>
                  </a:lnTo>
                  <a:lnTo>
                    <a:pt x="17355" y="177624"/>
                  </a:lnTo>
                  <a:lnTo>
                    <a:pt x="37874" y="135128"/>
                  </a:lnTo>
                  <a:lnTo>
                    <a:pt x="65241" y="97053"/>
                  </a:lnTo>
                  <a:lnTo>
                    <a:pt x="98673" y="64171"/>
                  </a:lnTo>
                  <a:lnTo>
                    <a:pt x="137385" y="37253"/>
                  </a:lnTo>
                  <a:lnTo>
                    <a:pt x="180595" y="17071"/>
                  </a:lnTo>
                  <a:lnTo>
                    <a:pt x="227517" y="4396"/>
                  </a:lnTo>
                  <a:lnTo>
                    <a:pt x="277368" y="0"/>
                  </a:lnTo>
                  <a:lnTo>
                    <a:pt x="327218" y="4396"/>
                  </a:lnTo>
                  <a:lnTo>
                    <a:pt x="374140" y="17071"/>
                  </a:lnTo>
                  <a:lnTo>
                    <a:pt x="417350" y="37253"/>
                  </a:lnTo>
                  <a:lnTo>
                    <a:pt x="456062" y="64171"/>
                  </a:lnTo>
                  <a:lnTo>
                    <a:pt x="489494" y="97053"/>
                  </a:lnTo>
                  <a:lnTo>
                    <a:pt x="516861" y="135127"/>
                  </a:lnTo>
                  <a:lnTo>
                    <a:pt x="537380" y="177624"/>
                  </a:lnTo>
                  <a:lnTo>
                    <a:pt x="550266" y="223770"/>
                  </a:lnTo>
                  <a:lnTo>
                    <a:pt x="554736" y="272796"/>
                  </a:lnTo>
                  <a:lnTo>
                    <a:pt x="550266" y="321821"/>
                  </a:lnTo>
                  <a:lnTo>
                    <a:pt x="537380" y="367967"/>
                  </a:lnTo>
                  <a:lnTo>
                    <a:pt x="516861" y="410463"/>
                  </a:lnTo>
                  <a:lnTo>
                    <a:pt x="489494" y="448538"/>
                  </a:lnTo>
                  <a:lnTo>
                    <a:pt x="456062" y="481420"/>
                  </a:lnTo>
                  <a:lnTo>
                    <a:pt x="417350" y="508338"/>
                  </a:lnTo>
                  <a:lnTo>
                    <a:pt x="374140" y="528520"/>
                  </a:lnTo>
                  <a:lnTo>
                    <a:pt x="327218" y="541195"/>
                  </a:lnTo>
                  <a:lnTo>
                    <a:pt x="277368" y="545592"/>
                  </a:lnTo>
                  <a:lnTo>
                    <a:pt x="227517" y="541195"/>
                  </a:lnTo>
                  <a:lnTo>
                    <a:pt x="180595" y="528520"/>
                  </a:lnTo>
                  <a:lnTo>
                    <a:pt x="137385" y="508338"/>
                  </a:lnTo>
                  <a:lnTo>
                    <a:pt x="98673" y="481420"/>
                  </a:lnTo>
                  <a:lnTo>
                    <a:pt x="65241" y="448538"/>
                  </a:lnTo>
                  <a:lnTo>
                    <a:pt x="37874" y="410464"/>
                  </a:lnTo>
                  <a:lnTo>
                    <a:pt x="17355" y="367967"/>
                  </a:lnTo>
                  <a:lnTo>
                    <a:pt x="4469" y="321821"/>
                  </a:lnTo>
                  <a:lnTo>
                    <a:pt x="0" y="272796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1899285" y="2789301"/>
            <a:ext cx="1498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B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905002" y="2199132"/>
            <a:ext cx="4327525" cy="2988945"/>
            <a:chOff x="905002" y="2199132"/>
            <a:chExt cx="4327525" cy="2988945"/>
          </a:xfrm>
        </p:grpSpPr>
        <p:sp>
          <p:nvSpPr>
            <p:cNvPr id="28" name="object 28"/>
            <p:cNvSpPr/>
            <p:nvPr/>
          </p:nvSpPr>
          <p:spPr>
            <a:xfrm>
              <a:off x="1286256" y="2237232"/>
              <a:ext cx="3014980" cy="1670050"/>
            </a:xfrm>
            <a:custGeom>
              <a:avLst/>
              <a:gdLst/>
              <a:ahLst/>
              <a:cxnLst/>
              <a:rect l="l" t="t" r="r" b="b"/>
              <a:pathLst>
                <a:path w="3014979" h="1670050">
                  <a:moveTo>
                    <a:pt x="1242314" y="19812"/>
                  </a:moveTo>
                  <a:lnTo>
                    <a:pt x="883919" y="524001"/>
                  </a:lnTo>
                </a:path>
                <a:path w="3014979" h="1670050">
                  <a:moveTo>
                    <a:pt x="492251" y="908303"/>
                  </a:moveTo>
                  <a:lnTo>
                    <a:pt x="0" y="1581022"/>
                  </a:lnTo>
                </a:path>
                <a:path w="3014979" h="1670050">
                  <a:moveTo>
                    <a:pt x="1682495" y="0"/>
                  </a:moveTo>
                  <a:lnTo>
                    <a:pt x="2134361" y="544194"/>
                  </a:lnTo>
                </a:path>
                <a:path w="3014979" h="1670050">
                  <a:moveTo>
                    <a:pt x="883919" y="908303"/>
                  </a:moveTo>
                  <a:lnTo>
                    <a:pt x="1098931" y="1669795"/>
                  </a:lnTo>
                </a:path>
                <a:path w="3014979" h="1670050">
                  <a:moveTo>
                    <a:pt x="2513076" y="989076"/>
                  </a:moveTo>
                  <a:lnTo>
                    <a:pt x="3014980" y="1571751"/>
                  </a:lnTo>
                </a:path>
              </a:pathLst>
            </a:custGeom>
            <a:ln w="7620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911352" y="4800600"/>
              <a:ext cx="451484" cy="381000"/>
            </a:xfrm>
            <a:custGeom>
              <a:avLst/>
              <a:gdLst/>
              <a:ahLst/>
              <a:cxnLst/>
              <a:rect l="l" t="t" r="r" b="b"/>
              <a:pathLst>
                <a:path w="451484" h="381000">
                  <a:moveTo>
                    <a:pt x="451103" y="0"/>
                  </a:moveTo>
                  <a:lnTo>
                    <a:pt x="0" y="0"/>
                  </a:lnTo>
                  <a:lnTo>
                    <a:pt x="0" y="381000"/>
                  </a:lnTo>
                  <a:lnTo>
                    <a:pt x="451103" y="381000"/>
                  </a:lnTo>
                  <a:lnTo>
                    <a:pt x="451103" y="0"/>
                  </a:lnTo>
                  <a:close/>
                </a:path>
              </a:pathLst>
            </a:custGeom>
            <a:solidFill>
              <a:srgbClr val="5382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911352" y="4800600"/>
              <a:ext cx="451484" cy="381000"/>
            </a:xfrm>
            <a:custGeom>
              <a:avLst/>
              <a:gdLst/>
              <a:ahLst/>
              <a:cxnLst/>
              <a:rect l="l" t="t" r="r" b="b"/>
              <a:pathLst>
                <a:path w="451484" h="381000">
                  <a:moveTo>
                    <a:pt x="0" y="381000"/>
                  </a:moveTo>
                  <a:lnTo>
                    <a:pt x="451103" y="381000"/>
                  </a:lnTo>
                  <a:lnTo>
                    <a:pt x="451103" y="0"/>
                  </a:lnTo>
                  <a:lnTo>
                    <a:pt x="0" y="0"/>
                  </a:lnTo>
                  <a:lnTo>
                    <a:pt x="0" y="381000"/>
                  </a:lnTo>
                  <a:close/>
                </a:path>
              </a:pathLst>
            </a:custGeom>
            <a:ln w="12699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774692" y="4773167"/>
              <a:ext cx="451484" cy="381000"/>
            </a:xfrm>
            <a:custGeom>
              <a:avLst/>
              <a:gdLst/>
              <a:ahLst/>
              <a:cxnLst/>
              <a:rect l="l" t="t" r="r" b="b"/>
              <a:pathLst>
                <a:path w="451485" h="381000">
                  <a:moveTo>
                    <a:pt x="451103" y="0"/>
                  </a:moveTo>
                  <a:lnTo>
                    <a:pt x="0" y="0"/>
                  </a:lnTo>
                  <a:lnTo>
                    <a:pt x="0" y="380999"/>
                  </a:lnTo>
                  <a:lnTo>
                    <a:pt x="451103" y="380999"/>
                  </a:lnTo>
                  <a:lnTo>
                    <a:pt x="451103" y="0"/>
                  </a:lnTo>
                  <a:close/>
                </a:path>
              </a:pathLst>
            </a:custGeom>
            <a:solidFill>
              <a:srgbClr val="5382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774692" y="4773167"/>
              <a:ext cx="451484" cy="381000"/>
            </a:xfrm>
            <a:custGeom>
              <a:avLst/>
              <a:gdLst/>
              <a:ahLst/>
              <a:cxnLst/>
              <a:rect l="l" t="t" r="r" b="b"/>
              <a:pathLst>
                <a:path w="451485" h="381000">
                  <a:moveTo>
                    <a:pt x="0" y="380999"/>
                  </a:moveTo>
                  <a:lnTo>
                    <a:pt x="451103" y="380999"/>
                  </a:lnTo>
                  <a:lnTo>
                    <a:pt x="451103" y="0"/>
                  </a:lnTo>
                  <a:lnTo>
                    <a:pt x="0" y="0"/>
                  </a:lnTo>
                  <a:lnTo>
                    <a:pt x="0" y="380999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225040" y="4800600"/>
              <a:ext cx="451484" cy="381000"/>
            </a:xfrm>
            <a:custGeom>
              <a:avLst/>
              <a:gdLst/>
              <a:ahLst/>
              <a:cxnLst/>
              <a:rect l="l" t="t" r="r" b="b"/>
              <a:pathLst>
                <a:path w="451485" h="381000">
                  <a:moveTo>
                    <a:pt x="451104" y="0"/>
                  </a:moveTo>
                  <a:lnTo>
                    <a:pt x="0" y="0"/>
                  </a:lnTo>
                  <a:lnTo>
                    <a:pt x="0" y="381000"/>
                  </a:lnTo>
                  <a:lnTo>
                    <a:pt x="451104" y="381000"/>
                  </a:lnTo>
                  <a:lnTo>
                    <a:pt x="451104" y="0"/>
                  </a:lnTo>
                  <a:close/>
                </a:path>
              </a:pathLst>
            </a:custGeom>
            <a:solidFill>
              <a:srgbClr val="5382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225040" y="4800600"/>
              <a:ext cx="451484" cy="381000"/>
            </a:xfrm>
            <a:custGeom>
              <a:avLst/>
              <a:gdLst/>
              <a:ahLst/>
              <a:cxnLst/>
              <a:rect l="l" t="t" r="r" b="b"/>
              <a:pathLst>
                <a:path w="451485" h="381000">
                  <a:moveTo>
                    <a:pt x="0" y="381000"/>
                  </a:moveTo>
                  <a:lnTo>
                    <a:pt x="451104" y="381000"/>
                  </a:lnTo>
                  <a:lnTo>
                    <a:pt x="451104" y="0"/>
                  </a:lnTo>
                  <a:lnTo>
                    <a:pt x="0" y="0"/>
                  </a:lnTo>
                  <a:lnTo>
                    <a:pt x="0" y="381000"/>
                  </a:lnTo>
                  <a:close/>
                </a:path>
              </a:pathLst>
            </a:custGeom>
            <a:ln w="12699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194303" y="3835908"/>
              <a:ext cx="451484" cy="381000"/>
            </a:xfrm>
            <a:custGeom>
              <a:avLst/>
              <a:gdLst/>
              <a:ahLst/>
              <a:cxnLst/>
              <a:rect l="l" t="t" r="r" b="b"/>
              <a:pathLst>
                <a:path w="451485" h="381000">
                  <a:moveTo>
                    <a:pt x="451104" y="0"/>
                  </a:moveTo>
                  <a:lnTo>
                    <a:pt x="0" y="0"/>
                  </a:lnTo>
                  <a:lnTo>
                    <a:pt x="0" y="381000"/>
                  </a:lnTo>
                  <a:lnTo>
                    <a:pt x="451104" y="381000"/>
                  </a:lnTo>
                  <a:lnTo>
                    <a:pt x="451104" y="0"/>
                  </a:lnTo>
                  <a:close/>
                </a:path>
              </a:pathLst>
            </a:custGeom>
            <a:solidFill>
              <a:srgbClr val="5382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194303" y="3835908"/>
              <a:ext cx="451484" cy="381000"/>
            </a:xfrm>
            <a:custGeom>
              <a:avLst/>
              <a:gdLst/>
              <a:ahLst/>
              <a:cxnLst/>
              <a:rect l="l" t="t" r="r" b="b"/>
              <a:pathLst>
                <a:path w="451485" h="381000">
                  <a:moveTo>
                    <a:pt x="0" y="381000"/>
                  </a:moveTo>
                  <a:lnTo>
                    <a:pt x="451104" y="381000"/>
                  </a:lnTo>
                  <a:lnTo>
                    <a:pt x="451104" y="0"/>
                  </a:lnTo>
                  <a:lnTo>
                    <a:pt x="0" y="0"/>
                  </a:lnTo>
                  <a:lnTo>
                    <a:pt x="0" y="381000"/>
                  </a:lnTo>
                  <a:close/>
                </a:path>
              </a:pathLst>
            </a:custGeom>
            <a:ln w="12699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893819" y="4780788"/>
              <a:ext cx="451484" cy="381000"/>
            </a:xfrm>
            <a:custGeom>
              <a:avLst/>
              <a:gdLst/>
              <a:ahLst/>
              <a:cxnLst/>
              <a:rect l="l" t="t" r="r" b="b"/>
              <a:pathLst>
                <a:path w="451485" h="381000">
                  <a:moveTo>
                    <a:pt x="451103" y="0"/>
                  </a:moveTo>
                  <a:lnTo>
                    <a:pt x="0" y="0"/>
                  </a:lnTo>
                  <a:lnTo>
                    <a:pt x="0" y="381000"/>
                  </a:lnTo>
                  <a:lnTo>
                    <a:pt x="451103" y="381000"/>
                  </a:lnTo>
                  <a:lnTo>
                    <a:pt x="451103" y="0"/>
                  </a:lnTo>
                  <a:close/>
                </a:path>
              </a:pathLst>
            </a:custGeom>
            <a:solidFill>
              <a:srgbClr val="5382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893819" y="4780788"/>
              <a:ext cx="451484" cy="381000"/>
            </a:xfrm>
            <a:custGeom>
              <a:avLst/>
              <a:gdLst/>
              <a:ahLst/>
              <a:cxnLst/>
              <a:rect l="l" t="t" r="r" b="b"/>
              <a:pathLst>
                <a:path w="451485" h="381000">
                  <a:moveTo>
                    <a:pt x="0" y="381000"/>
                  </a:moveTo>
                  <a:lnTo>
                    <a:pt x="451103" y="381000"/>
                  </a:lnTo>
                  <a:lnTo>
                    <a:pt x="451103" y="0"/>
                  </a:lnTo>
                  <a:lnTo>
                    <a:pt x="0" y="0"/>
                  </a:lnTo>
                  <a:lnTo>
                    <a:pt x="0" y="381000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136904" y="3215640"/>
              <a:ext cx="3863975" cy="1653539"/>
            </a:xfrm>
            <a:custGeom>
              <a:avLst/>
              <a:gdLst/>
              <a:ahLst/>
              <a:cxnLst/>
              <a:rect l="l" t="t" r="r" b="b"/>
              <a:pathLst>
                <a:path w="3863975" h="1653539">
                  <a:moveTo>
                    <a:pt x="51777" y="1129284"/>
                  </a:moveTo>
                  <a:lnTo>
                    <a:pt x="0" y="1584833"/>
                  </a:lnTo>
                </a:path>
                <a:path w="3863975" h="1653539">
                  <a:moveTo>
                    <a:pt x="1403604" y="1197864"/>
                  </a:moveTo>
                  <a:lnTo>
                    <a:pt x="1351788" y="1653413"/>
                  </a:lnTo>
                </a:path>
                <a:path w="3863975" h="1653539">
                  <a:moveTo>
                    <a:pt x="2357247" y="0"/>
                  </a:moveTo>
                  <a:lnTo>
                    <a:pt x="2282952" y="619506"/>
                  </a:lnTo>
                </a:path>
                <a:path w="3863975" h="1653539">
                  <a:moveTo>
                    <a:pt x="3187319" y="1005840"/>
                  </a:moveTo>
                  <a:lnTo>
                    <a:pt x="2982468" y="1565148"/>
                  </a:lnTo>
                </a:path>
                <a:path w="3863975" h="1653539">
                  <a:moveTo>
                    <a:pt x="3503676" y="982980"/>
                  </a:moveTo>
                  <a:lnTo>
                    <a:pt x="3863721" y="1558544"/>
                  </a:lnTo>
                </a:path>
              </a:pathLst>
            </a:custGeom>
            <a:ln w="635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0" name="object 40"/>
          <p:cNvGrpSpPr/>
          <p:nvPr/>
        </p:nvGrpSpPr>
        <p:grpSpPr>
          <a:xfrm>
            <a:off x="8211057" y="1945894"/>
            <a:ext cx="567690" cy="556895"/>
            <a:chOff x="8211057" y="1945894"/>
            <a:chExt cx="567690" cy="556895"/>
          </a:xfrm>
        </p:grpSpPr>
        <p:sp>
          <p:nvSpPr>
            <p:cNvPr id="41" name="object 41"/>
            <p:cNvSpPr/>
            <p:nvPr/>
          </p:nvSpPr>
          <p:spPr>
            <a:xfrm>
              <a:off x="8217407" y="1952244"/>
              <a:ext cx="554990" cy="544195"/>
            </a:xfrm>
            <a:custGeom>
              <a:avLst/>
              <a:gdLst/>
              <a:ahLst/>
              <a:cxnLst/>
              <a:rect l="l" t="t" r="r" b="b"/>
              <a:pathLst>
                <a:path w="554990" h="544194">
                  <a:moveTo>
                    <a:pt x="277368" y="0"/>
                  </a:moveTo>
                  <a:lnTo>
                    <a:pt x="227517" y="4382"/>
                  </a:lnTo>
                  <a:lnTo>
                    <a:pt x="180595" y="17019"/>
                  </a:lnTo>
                  <a:lnTo>
                    <a:pt x="137385" y="37140"/>
                  </a:lnTo>
                  <a:lnTo>
                    <a:pt x="98673" y="63978"/>
                  </a:lnTo>
                  <a:lnTo>
                    <a:pt x="65241" y="96765"/>
                  </a:lnTo>
                  <a:lnTo>
                    <a:pt x="37874" y="134732"/>
                  </a:lnTo>
                  <a:lnTo>
                    <a:pt x="17355" y="177112"/>
                  </a:lnTo>
                  <a:lnTo>
                    <a:pt x="4469" y="223135"/>
                  </a:lnTo>
                  <a:lnTo>
                    <a:pt x="0" y="272033"/>
                  </a:lnTo>
                  <a:lnTo>
                    <a:pt x="4469" y="320932"/>
                  </a:lnTo>
                  <a:lnTo>
                    <a:pt x="17355" y="366955"/>
                  </a:lnTo>
                  <a:lnTo>
                    <a:pt x="37874" y="409335"/>
                  </a:lnTo>
                  <a:lnTo>
                    <a:pt x="65241" y="447302"/>
                  </a:lnTo>
                  <a:lnTo>
                    <a:pt x="98673" y="480089"/>
                  </a:lnTo>
                  <a:lnTo>
                    <a:pt x="137385" y="506927"/>
                  </a:lnTo>
                  <a:lnTo>
                    <a:pt x="180595" y="527048"/>
                  </a:lnTo>
                  <a:lnTo>
                    <a:pt x="227517" y="539685"/>
                  </a:lnTo>
                  <a:lnTo>
                    <a:pt x="277368" y="544067"/>
                  </a:lnTo>
                  <a:lnTo>
                    <a:pt x="327218" y="539685"/>
                  </a:lnTo>
                  <a:lnTo>
                    <a:pt x="374140" y="527048"/>
                  </a:lnTo>
                  <a:lnTo>
                    <a:pt x="417350" y="506927"/>
                  </a:lnTo>
                  <a:lnTo>
                    <a:pt x="456062" y="480089"/>
                  </a:lnTo>
                  <a:lnTo>
                    <a:pt x="489494" y="447302"/>
                  </a:lnTo>
                  <a:lnTo>
                    <a:pt x="516861" y="409335"/>
                  </a:lnTo>
                  <a:lnTo>
                    <a:pt x="537380" y="366955"/>
                  </a:lnTo>
                  <a:lnTo>
                    <a:pt x="550266" y="320932"/>
                  </a:lnTo>
                  <a:lnTo>
                    <a:pt x="554736" y="272033"/>
                  </a:lnTo>
                  <a:lnTo>
                    <a:pt x="550266" y="223135"/>
                  </a:lnTo>
                  <a:lnTo>
                    <a:pt x="537380" y="177112"/>
                  </a:lnTo>
                  <a:lnTo>
                    <a:pt x="516861" y="134732"/>
                  </a:lnTo>
                  <a:lnTo>
                    <a:pt x="489494" y="96765"/>
                  </a:lnTo>
                  <a:lnTo>
                    <a:pt x="456062" y="63978"/>
                  </a:lnTo>
                  <a:lnTo>
                    <a:pt x="417350" y="37140"/>
                  </a:lnTo>
                  <a:lnTo>
                    <a:pt x="374140" y="17019"/>
                  </a:lnTo>
                  <a:lnTo>
                    <a:pt x="327218" y="4382"/>
                  </a:lnTo>
                  <a:lnTo>
                    <a:pt x="277368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8217407" y="1952244"/>
              <a:ext cx="554990" cy="544195"/>
            </a:xfrm>
            <a:custGeom>
              <a:avLst/>
              <a:gdLst/>
              <a:ahLst/>
              <a:cxnLst/>
              <a:rect l="l" t="t" r="r" b="b"/>
              <a:pathLst>
                <a:path w="554990" h="544194">
                  <a:moveTo>
                    <a:pt x="0" y="272033"/>
                  </a:moveTo>
                  <a:lnTo>
                    <a:pt x="4469" y="223135"/>
                  </a:lnTo>
                  <a:lnTo>
                    <a:pt x="17355" y="177112"/>
                  </a:lnTo>
                  <a:lnTo>
                    <a:pt x="37874" y="134732"/>
                  </a:lnTo>
                  <a:lnTo>
                    <a:pt x="65241" y="96765"/>
                  </a:lnTo>
                  <a:lnTo>
                    <a:pt x="98673" y="63978"/>
                  </a:lnTo>
                  <a:lnTo>
                    <a:pt x="137385" y="37140"/>
                  </a:lnTo>
                  <a:lnTo>
                    <a:pt x="180595" y="17019"/>
                  </a:lnTo>
                  <a:lnTo>
                    <a:pt x="227517" y="4382"/>
                  </a:lnTo>
                  <a:lnTo>
                    <a:pt x="277368" y="0"/>
                  </a:lnTo>
                  <a:lnTo>
                    <a:pt x="327218" y="4382"/>
                  </a:lnTo>
                  <a:lnTo>
                    <a:pt x="374140" y="17019"/>
                  </a:lnTo>
                  <a:lnTo>
                    <a:pt x="417350" y="37140"/>
                  </a:lnTo>
                  <a:lnTo>
                    <a:pt x="456062" y="63978"/>
                  </a:lnTo>
                  <a:lnTo>
                    <a:pt x="489494" y="96765"/>
                  </a:lnTo>
                  <a:lnTo>
                    <a:pt x="516861" y="134732"/>
                  </a:lnTo>
                  <a:lnTo>
                    <a:pt x="537380" y="177112"/>
                  </a:lnTo>
                  <a:lnTo>
                    <a:pt x="550266" y="223135"/>
                  </a:lnTo>
                  <a:lnTo>
                    <a:pt x="554736" y="272033"/>
                  </a:lnTo>
                  <a:lnTo>
                    <a:pt x="550266" y="320932"/>
                  </a:lnTo>
                  <a:lnTo>
                    <a:pt x="537380" y="366955"/>
                  </a:lnTo>
                  <a:lnTo>
                    <a:pt x="516861" y="409335"/>
                  </a:lnTo>
                  <a:lnTo>
                    <a:pt x="489494" y="447302"/>
                  </a:lnTo>
                  <a:lnTo>
                    <a:pt x="456062" y="480089"/>
                  </a:lnTo>
                  <a:lnTo>
                    <a:pt x="417350" y="506927"/>
                  </a:lnTo>
                  <a:lnTo>
                    <a:pt x="374140" y="527048"/>
                  </a:lnTo>
                  <a:lnTo>
                    <a:pt x="327218" y="539685"/>
                  </a:lnTo>
                  <a:lnTo>
                    <a:pt x="277368" y="544067"/>
                  </a:lnTo>
                  <a:lnTo>
                    <a:pt x="227517" y="539685"/>
                  </a:lnTo>
                  <a:lnTo>
                    <a:pt x="180595" y="527048"/>
                  </a:lnTo>
                  <a:lnTo>
                    <a:pt x="137385" y="506927"/>
                  </a:lnTo>
                  <a:lnTo>
                    <a:pt x="98673" y="480089"/>
                  </a:lnTo>
                  <a:lnTo>
                    <a:pt x="65241" y="447302"/>
                  </a:lnTo>
                  <a:lnTo>
                    <a:pt x="37874" y="409335"/>
                  </a:lnTo>
                  <a:lnTo>
                    <a:pt x="17355" y="366955"/>
                  </a:lnTo>
                  <a:lnTo>
                    <a:pt x="4469" y="320932"/>
                  </a:lnTo>
                  <a:lnTo>
                    <a:pt x="0" y="272033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8409178" y="2059685"/>
            <a:ext cx="1701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G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7526781" y="2776473"/>
            <a:ext cx="567690" cy="556895"/>
            <a:chOff x="7526781" y="2776473"/>
            <a:chExt cx="567690" cy="556895"/>
          </a:xfrm>
        </p:grpSpPr>
        <p:sp>
          <p:nvSpPr>
            <p:cNvPr id="45" name="object 45"/>
            <p:cNvSpPr/>
            <p:nvPr/>
          </p:nvSpPr>
          <p:spPr>
            <a:xfrm>
              <a:off x="7533131" y="2782823"/>
              <a:ext cx="554990" cy="544195"/>
            </a:xfrm>
            <a:custGeom>
              <a:avLst/>
              <a:gdLst/>
              <a:ahLst/>
              <a:cxnLst/>
              <a:rect l="l" t="t" r="r" b="b"/>
              <a:pathLst>
                <a:path w="554990" h="544195">
                  <a:moveTo>
                    <a:pt x="277368" y="0"/>
                  </a:moveTo>
                  <a:lnTo>
                    <a:pt x="227517" y="4382"/>
                  </a:lnTo>
                  <a:lnTo>
                    <a:pt x="180595" y="17019"/>
                  </a:lnTo>
                  <a:lnTo>
                    <a:pt x="137385" y="37140"/>
                  </a:lnTo>
                  <a:lnTo>
                    <a:pt x="98673" y="63978"/>
                  </a:lnTo>
                  <a:lnTo>
                    <a:pt x="65241" y="96765"/>
                  </a:lnTo>
                  <a:lnTo>
                    <a:pt x="37874" y="134732"/>
                  </a:lnTo>
                  <a:lnTo>
                    <a:pt x="17355" y="177112"/>
                  </a:lnTo>
                  <a:lnTo>
                    <a:pt x="4469" y="223135"/>
                  </a:lnTo>
                  <a:lnTo>
                    <a:pt x="0" y="272034"/>
                  </a:lnTo>
                  <a:lnTo>
                    <a:pt x="4469" y="320932"/>
                  </a:lnTo>
                  <a:lnTo>
                    <a:pt x="17355" y="366955"/>
                  </a:lnTo>
                  <a:lnTo>
                    <a:pt x="37874" y="409335"/>
                  </a:lnTo>
                  <a:lnTo>
                    <a:pt x="65241" y="447302"/>
                  </a:lnTo>
                  <a:lnTo>
                    <a:pt x="98673" y="480089"/>
                  </a:lnTo>
                  <a:lnTo>
                    <a:pt x="137385" y="506927"/>
                  </a:lnTo>
                  <a:lnTo>
                    <a:pt x="180595" y="527048"/>
                  </a:lnTo>
                  <a:lnTo>
                    <a:pt x="227517" y="539685"/>
                  </a:lnTo>
                  <a:lnTo>
                    <a:pt x="277368" y="544067"/>
                  </a:lnTo>
                  <a:lnTo>
                    <a:pt x="327218" y="539685"/>
                  </a:lnTo>
                  <a:lnTo>
                    <a:pt x="374140" y="527048"/>
                  </a:lnTo>
                  <a:lnTo>
                    <a:pt x="417350" y="506927"/>
                  </a:lnTo>
                  <a:lnTo>
                    <a:pt x="456062" y="480089"/>
                  </a:lnTo>
                  <a:lnTo>
                    <a:pt x="489494" y="447302"/>
                  </a:lnTo>
                  <a:lnTo>
                    <a:pt x="516861" y="409335"/>
                  </a:lnTo>
                  <a:lnTo>
                    <a:pt x="537380" y="366955"/>
                  </a:lnTo>
                  <a:lnTo>
                    <a:pt x="550266" y="320932"/>
                  </a:lnTo>
                  <a:lnTo>
                    <a:pt x="554736" y="272034"/>
                  </a:lnTo>
                  <a:lnTo>
                    <a:pt x="550266" y="223135"/>
                  </a:lnTo>
                  <a:lnTo>
                    <a:pt x="537380" y="177112"/>
                  </a:lnTo>
                  <a:lnTo>
                    <a:pt x="516861" y="134732"/>
                  </a:lnTo>
                  <a:lnTo>
                    <a:pt x="489494" y="96765"/>
                  </a:lnTo>
                  <a:lnTo>
                    <a:pt x="456062" y="63978"/>
                  </a:lnTo>
                  <a:lnTo>
                    <a:pt x="417350" y="37140"/>
                  </a:lnTo>
                  <a:lnTo>
                    <a:pt x="374140" y="17019"/>
                  </a:lnTo>
                  <a:lnTo>
                    <a:pt x="327218" y="4382"/>
                  </a:lnTo>
                  <a:lnTo>
                    <a:pt x="277368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7533131" y="2782823"/>
              <a:ext cx="554990" cy="544195"/>
            </a:xfrm>
            <a:custGeom>
              <a:avLst/>
              <a:gdLst/>
              <a:ahLst/>
              <a:cxnLst/>
              <a:rect l="l" t="t" r="r" b="b"/>
              <a:pathLst>
                <a:path w="554990" h="544195">
                  <a:moveTo>
                    <a:pt x="0" y="272034"/>
                  </a:moveTo>
                  <a:lnTo>
                    <a:pt x="4469" y="223135"/>
                  </a:lnTo>
                  <a:lnTo>
                    <a:pt x="17355" y="177112"/>
                  </a:lnTo>
                  <a:lnTo>
                    <a:pt x="37874" y="134732"/>
                  </a:lnTo>
                  <a:lnTo>
                    <a:pt x="65241" y="96765"/>
                  </a:lnTo>
                  <a:lnTo>
                    <a:pt x="98673" y="63978"/>
                  </a:lnTo>
                  <a:lnTo>
                    <a:pt x="137385" y="37140"/>
                  </a:lnTo>
                  <a:lnTo>
                    <a:pt x="180595" y="17019"/>
                  </a:lnTo>
                  <a:lnTo>
                    <a:pt x="227517" y="4382"/>
                  </a:lnTo>
                  <a:lnTo>
                    <a:pt x="277368" y="0"/>
                  </a:lnTo>
                  <a:lnTo>
                    <a:pt x="327218" y="4382"/>
                  </a:lnTo>
                  <a:lnTo>
                    <a:pt x="374140" y="17019"/>
                  </a:lnTo>
                  <a:lnTo>
                    <a:pt x="417350" y="37140"/>
                  </a:lnTo>
                  <a:lnTo>
                    <a:pt x="456062" y="63978"/>
                  </a:lnTo>
                  <a:lnTo>
                    <a:pt x="489494" y="96765"/>
                  </a:lnTo>
                  <a:lnTo>
                    <a:pt x="516861" y="134732"/>
                  </a:lnTo>
                  <a:lnTo>
                    <a:pt x="537380" y="177112"/>
                  </a:lnTo>
                  <a:lnTo>
                    <a:pt x="550266" y="223135"/>
                  </a:lnTo>
                  <a:lnTo>
                    <a:pt x="554736" y="272034"/>
                  </a:lnTo>
                  <a:lnTo>
                    <a:pt x="550266" y="320932"/>
                  </a:lnTo>
                  <a:lnTo>
                    <a:pt x="537380" y="366955"/>
                  </a:lnTo>
                  <a:lnTo>
                    <a:pt x="516861" y="409335"/>
                  </a:lnTo>
                  <a:lnTo>
                    <a:pt x="489494" y="447302"/>
                  </a:lnTo>
                  <a:lnTo>
                    <a:pt x="456062" y="480089"/>
                  </a:lnTo>
                  <a:lnTo>
                    <a:pt x="417350" y="506927"/>
                  </a:lnTo>
                  <a:lnTo>
                    <a:pt x="374140" y="527048"/>
                  </a:lnTo>
                  <a:lnTo>
                    <a:pt x="327218" y="539685"/>
                  </a:lnTo>
                  <a:lnTo>
                    <a:pt x="277368" y="544067"/>
                  </a:lnTo>
                  <a:lnTo>
                    <a:pt x="227517" y="539685"/>
                  </a:lnTo>
                  <a:lnTo>
                    <a:pt x="180595" y="527048"/>
                  </a:lnTo>
                  <a:lnTo>
                    <a:pt x="137385" y="506927"/>
                  </a:lnTo>
                  <a:lnTo>
                    <a:pt x="98673" y="480089"/>
                  </a:lnTo>
                  <a:lnTo>
                    <a:pt x="65241" y="447302"/>
                  </a:lnTo>
                  <a:lnTo>
                    <a:pt x="37874" y="409335"/>
                  </a:lnTo>
                  <a:lnTo>
                    <a:pt x="17355" y="366955"/>
                  </a:lnTo>
                  <a:lnTo>
                    <a:pt x="4469" y="320932"/>
                  </a:lnTo>
                  <a:lnTo>
                    <a:pt x="0" y="272034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7726806" y="2890265"/>
            <a:ext cx="1682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9050781" y="2749042"/>
            <a:ext cx="567690" cy="556895"/>
            <a:chOff x="9050781" y="2749042"/>
            <a:chExt cx="567690" cy="556895"/>
          </a:xfrm>
        </p:grpSpPr>
        <p:sp>
          <p:nvSpPr>
            <p:cNvPr id="49" name="object 49"/>
            <p:cNvSpPr/>
            <p:nvPr/>
          </p:nvSpPr>
          <p:spPr>
            <a:xfrm>
              <a:off x="9057131" y="2755392"/>
              <a:ext cx="554990" cy="544195"/>
            </a:xfrm>
            <a:custGeom>
              <a:avLst/>
              <a:gdLst/>
              <a:ahLst/>
              <a:cxnLst/>
              <a:rect l="l" t="t" r="r" b="b"/>
              <a:pathLst>
                <a:path w="554990" h="544195">
                  <a:moveTo>
                    <a:pt x="277368" y="0"/>
                  </a:moveTo>
                  <a:lnTo>
                    <a:pt x="227517" y="4382"/>
                  </a:lnTo>
                  <a:lnTo>
                    <a:pt x="180595" y="17019"/>
                  </a:lnTo>
                  <a:lnTo>
                    <a:pt x="137385" y="37140"/>
                  </a:lnTo>
                  <a:lnTo>
                    <a:pt x="98673" y="63978"/>
                  </a:lnTo>
                  <a:lnTo>
                    <a:pt x="65241" y="96765"/>
                  </a:lnTo>
                  <a:lnTo>
                    <a:pt x="37874" y="134732"/>
                  </a:lnTo>
                  <a:lnTo>
                    <a:pt x="17355" y="177112"/>
                  </a:lnTo>
                  <a:lnTo>
                    <a:pt x="4469" y="223135"/>
                  </a:lnTo>
                  <a:lnTo>
                    <a:pt x="0" y="272034"/>
                  </a:lnTo>
                  <a:lnTo>
                    <a:pt x="4469" y="320932"/>
                  </a:lnTo>
                  <a:lnTo>
                    <a:pt x="17355" y="366955"/>
                  </a:lnTo>
                  <a:lnTo>
                    <a:pt x="37874" y="409335"/>
                  </a:lnTo>
                  <a:lnTo>
                    <a:pt x="65241" y="447302"/>
                  </a:lnTo>
                  <a:lnTo>
                    <a:pt x="98673" y="480089"/>
                  </a:lnTo>
                  <a:lnTo>
                    <a:pt x="137385" y="506927"/>
                  </a:lnTo>
                  <a:lnTo>
                    <a:pt x="180595" y="527048"/>
                  </a:lnTo>
                  <a:lnTo>
                    <a:pt x="227517" y="539685"/>
                  </a:lnTo>
                  <a:lnTo>
                    <a:pt x="277368" y="544068"/>
                  </a:lnTo>
                  <a:lnTo>
                    <a:pt x="327218" y="539685"/>
                  </a:lnTo>
                  <a:lnTo>
                    <a:pt x="374140" y="527048"/>
                  </a:lnTo>
                  <a:lnTo>
                    <a:pt x="417350" y="506927"/>
                  </a:lnTo>
                  <a:lnTo>
                    <a:pt x="456062" y="480089"/>
                  </a:lnTo>
                  <a:lnTo>
                    <a:pt x="489494" y="447302"/>
                  </a:lnTo>
                  <a:lnTo>
                    <a:pt x="516861" y="409335"/>
                  </a:lnTo>
                  <a:lnTo>
                    <a:pt x="537380" y="366955"/>
                  </a:lnTo>
                  <a:lnTo>
                    <a:pt x="550266" y="320932"/>
                  </a:lnTo>
                  <a:lnTo>
                    <a:pt x="554736" y="272034"/>
                  </a:lnTo>
                  <a:lnTo>
                    <a:pt x="550266" y="223135"/>
                  </a:lnTo>
                  <a:lnTo>
                    <a:pt x="537380" y="177112"/>
                  </a:lnTo>
                  <a:lnTo>
                    <a:pt x="516861" y="134732"/>
                  </a:lnTo>
                  <a:lnTo>
                    <a:pt x="489494" y="96765"/>
                  </a:lnTo>
                  <a:lnTo>
                    <a:pt x="456062" y="63978"/>
                  </a:lnTo>
                  <a:lnTo>
                    <a:pt x="417350" y="37140"/>
                  </a:lnTo>
                  <a:lnTo>
                    <a:pt x="374140" y="17019"/>
                  </a:lnTo>
                  <a:lnTo>
                    <a:pt x="327218" y="4382"/>
                  </a:lnTo>
                  <a:lnTo>
                    <a:pt x="277368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9057131" y="2755392"/>
              <a:ext cx="554990" cy="544195"/>
            </a:xfrm>
            <a:custGeom>
              <a:avLst/>
              <a:gdLst/>
              <a:ahLst/>
              <a:cxnLst/>
              <a:rect l="l" t="t" r="r" b="b"/>
              <a:pathLst>
                <a:path w="554990" h="544195">
                  <a:moveTo>
                    <a:pt x="0" y="272034"/>
                  </a:moveTo>
                  <a:lnTo>
                    <a:pt x="4469" y="223135"/>
                  </a:lnTo>
                  <a:lnTo>
                    <a:pt x="17355" y="177112"/>
                  </a:lnTo>
                  <a:lnTo>
                    <a:pt x="37874" y="134732"/>
                  </a:lnTo>
                  <a:lnTo>
                    <a:pt x="65241" y="96765"/>
                  </a:lnTo>
                  <a:lnTo>
                    <a:pt x="98673" y="63978"/>
                  </a:lnTo>
                  <a:lnTo>
                    <a:pt x="137385" y="37140"/>
                  </a:lnTo>
                  <a:lnTo>
                    <a:pt x="180595" y="17019"/>
                  </a:lnTo>
                  <a:lnTo>
                    <a:pt x="227517" y="4382"/>
                  </a:lnTo>
                  <a:lnTo>
                    <a:pt x="277368" y="0"/>
                  </a:lnTo>
                  <a:lnTo>
                    <a:pt x="327218" y="4382"/>
                  </a:lnTo>
                  <a:lnTo>
                    <a:pt x="374140" y="17019"/>
                  </a:lnTo>
                  <a:lnTo>
                    <a:pt x="417350" y="37140"/>
                  </a:lnTo>
                  <a:lnTo>
                    <a:pt x="456062" y="63978"/>
                  </a:lnTo>
                  <a:lnTo>
                    <a:pt x="489494" y="96765"/>
                  </a:lnTo>
                  <a:lnTo>
                    <a:pt x="516861" y="134732"/>
                  </a:lnTo>
                  <a:lnTo>
                    <a:pt x="537380" y="177112"/>
                  </a:lnTo>
                  <a:lnTo>
                    <a:pt x="550266" y="223135"/>
                  </a:lnTo>
                  <a:lnTo>
                    <a:pt x="554736" y="272034"/>
                  </a:lnTo>
                  <a:lnTo>
                    <a:pt x="550266" y="320932"/>
                  </a:lnTo>
                  <a:lnTo>
                    <a:pt x="537380" y="366955"/>
                  </a:lnTo>
                  <a:lnTo>
                    <a:pt x="516861" y="409335"/>
                  </a:lnTo>
                  <a:lnTo>
                    <a:pt x="489494" y="447302"/>
                  </a:lnTo>
                  <a:lnTo>
                    <a:pt x="456062" y="480089"/>
                  </a:lnTo>
                  <a:lnTo>
                    <a:pt x="417350" y="506927"/>
                  </a:lnTo>
                  <a:lnTo>
                    <a:pt x="374140" y="527048"/>
                  </a:lnTo>
                  <a:lnTo>
                    <a:pt x="327218" y="539685"/>
                  </a:lnTo>
                  <a:lnTo>
                    <a:pt x="277368" y="544068"/>
                  </a:lnTo>
                  <a:lnTo>
                    <a:pt x="227517" y="539685"/>
                  </a:lnTo>
                  <a:lnTo>
                    <a:pt x="180595" y="527048"/>
                  </a:lnTo>
                  <a:lnTo>
                    <a:pt x="137385" y="506927"/>
                  </a:lnTo>
                  <a:lnTo>
                    <a:pt x="98673" y="480089"/>
                  </a:lnTo>
                  <a:lnTo>
                    <a:pt x="65241" y="447302"/>
                  </a:lnTo>
                  <a:lnTo>
                    <a:pt x="37874" y="409335"/>
                  </a:lnTo>
                  <a:lnTo>
                    <a:pt x="17355" y="366955"/>
                  </a:lnTo>
                  <a:lnTo>
                    <a:pt x="4469" y="320932"/>
                  </a:lnTo>
                  <a:lnTo>
                    <a:pt x="0" y="272034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51"/>
          <p:cNvSpPr txBox="1"/>
          <p:nvPr/>
        </p:nvSpPr>
        <p:spPr>
          <a:xfrm>
            <a:off x="9293732" y="2862529"/>
            <a:ext cx="8318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6894321" y="3722878"/>
            <a:ext cx="567690" cy="556895"/>
            <a:chOff x="6894321" y="3722878"/>
            <a:chExt cx="567690" cy="556895"/>
          </a:xfrm>
        </p:grpSpPr>
        <p:sp>
          <p:nvSpPr>
            <p:cNvPr id="53" name="object 53"/>
            <p:cNvSpPr/>
            <p:nvPr/>
          </p:nvSpPr>
          <p:spPr>
            <a:xfrm>
              <a:off x="6900671" y="3729228"/>
              <a:ext cx="554990" cy="544195"/>
            </a:xfrm>
            <a:custGeom>
              <a:avLst/>
              <a:gdLst/>
              <a:ahLst/>
              <a:cxnLst/>
              <a:rect l="l" t="t" r="r" b="b"/>
              <a:pathLst>
                <a:path w="554990" h="544195">
                  <a:moveTo>
                    <a:pt x="277368" y="0"/>
                  </a:moveTo>
                  <a:lnTo>
                    <a:pt x="227517" y="4382"/>
                  </a:lnTo>
                  <a:lnTo>
                    <a:pt x="180595" y="17019"/>
                  </a:lnTo>
                  <a:lnTo>
                    <a:pt x="137385" y="37140"/>
                  </a:lnTo>
                  <a:lnTo>
                    <a:pt x="98673" y="63978"/>
                  </a:lnTo>
                  <a:lnTo>
                    <a:pt x="65241" y="96765"/>
                  </a:lnTo>
                  <a:lnTo>
                    <a:pt x="37874" y="134732"/>
                  </a:lnTo>
                  <a:lnTo>
                    <a:pt x="17355" y="177112"/>
                  </a:lnTo>
                  <a:lnTo>
                    <a:pt x="4469" y="223135"/>
                  </a:lnTo>
                  <a:lnTo>
                    <a:pt x="0" y="272034"/>
                  </a:lnTo>
                  <a:lnTo>
                    <a:pt x="4469" y="320932"/>
                  </a:lnTo>
                  <a:lnTo>
                    <a:pt x="17355" y="366955"/>
                  </a:lnTo>
                  <a:lnTo>
                    <a:pt x="37874" y="409335"/>
                  </a:lnTo>
                  <a:lnTo>
                    <a:pt x="65241" y="447302"/>
                  </a:lnTo>
                  <a:lnTo>
                    <a:pt x="98673" y="480089"/>
                  </a:lnTo>
                  <a:lnTo>
                    <a:pt x="137385" y="506927"/>
                  </a:lnTo>
                  <a:lnTo>
                    <a:pt x="180595" y="527048"/>
                  </a:lnTo>
                  <a:lnTo>
                    <a:pt x="227517" y="539685"/>
                  </a:lnTo>
                  <a:lnTo>
                    <a:pt x="277368" y="544068"/>
                  </a:lnTo>
                  <a:lnTo>
                    <a:pt x="327218" y="539685"/>
                  </a:lnTo>
                  <a:lnTo>
                    <a:pt x="374140" y="527048"/>
                  </a:lnTo>
                  <a:lnTo>
                    <a:pt x="417350" y="506927"/>
                  </a:lnTo>
                  <a:lnTo>
                    <a:pt x="456062" y="480089"/>
                  </a:lnTo>
                  <a:lnTo>
                    <a:pt x="489494" y="447302"/>
                  </a:lnTo>
                  <a:lnTo>
                    <a:pt x="516861" y="409335"/>
                  </a:lnTo>
                  <a:lnTo>
                    <a:pt x="537380" y="366955"/>
                  </a:lnTo>
                  <a:lnTo>
                    <a:pt x="550266" y="320932"/>
                  </a:lnTo>
                  <a:lnTo>
                    <a:pt x="554735" y="272034"/>
                  </a:lnTo>
                  <a:lnTo>
                    <a:pt x="550266" y="223135"/>
                  </a:lnTo>
                  <a:lnTo>
                    <a:pt x="537380" y="177112"/>
                  </a:lnTo>
                  <a:lnTo>
                    <a:pt x="516861" y="134732"/>
                  </a:lnTo>
                  <a:lnTo>
                    <a:pt x="489494" y="96765"/>
                  </a:lnTo>
                  <a:lnTo>
                    <a:pt x="456062" y="63978"/>
                  </a:lnTo>
                  <a:lnTo>
                    <a:pt x="417350" y="37140"/>
                  </a:lnTo>
                  <a:lnTo>
                    <a:pt x="374140" y="17019"/>
                  </a:lnTo>
                  <a:lnTo>
                    <a:pt x="327218" y="4382"/>
                  </a:lnTo>
                  <a:lnTo>
                    <a:pt x="277368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6900671" y="3729228"/>
              <a:ext cx="554990" cy="544195"/>
            </a:xfrm>
            <a:custGeom>
              <a:avLst/>
              <a:gdLst/>
              <a:ahLst/>
              <a:cxnLst/>
              <a:rect l="l" t="t" r="r" b="b"/>
              <a:pathLst>
                <a:path w="554990" h="544195">
                  <a:moveTo>
                    <a:pt x="0" y="272034"/>
                  </a:moveTo>
                  <a:lnTo>
                    <a:pt x="4469" y="223135"/>
                  </a:lnTo>
                  <a:lnTo>
                    <a:pt x="17355" y="177112"/>
                  </a:lnTo>
                  <a:lnTo>
                    <a:pt x="37874" y="134732"/>
                  </a:lnTo>
                  <a:lnTo>
                    <a:pt x="65241" y="96765"/>
                  </a:lnTo>
                  <a:lnTo>
                    <a:pt x="98673" y="63978"/>
                  </a:lnTo>
                  <a:lnTo>
                    <a:pt x="137385" y="37140"/>
                  </a:lnTo>
                  <a:lnTo>
                    <a:pt x="180595" y="17019"/>
                  </a:lnTo>
                  <a:lnTo>
                    <a:pt x="227517" y="4382"/>
                  </a:lnTo>
                  <a:lnTo>
                    <a:pt x="277368" y="0"/>
                  </a:lnTo>
                  <a:lnTo>
                    <a:pt x="327218" y="4382"/>
                  </a:lnTo>
                  <a:lnTo>
                    <a:pt x="374140" y="17019"/>
                  </a:lnTo>
                  <a:lnTo>
                    <a:pt x="417350" y="37140"/>
                  </a:lnTo>
                  <a:lnTo>
                    <a:pt x="456062" y="63978"/>
                  </a:lnTo>
                  <a:lnTo>
                    <a:pt x="489494" y="96765"/>
                  </a:lnTo>
                  <a:lnTo>
                    <a:pt x="516861" y="134732"/>
                  </a:lnTo>
                  <a:lnTo>
                    <a:pt x="537380" y="177112"/>
                  </a:lnTo>
                  <a:lnTo>
                    <a:pt x="550266" y="223135"/>
                  </a:lnTo>
                  <a:lnTo>
                    <a:pt x="554735" y="272034"/>
                  </a:lnTo>
                  <a:lnTo>
                    <a:pt x="550266" y="320932"/>
                  </a:lnTo>
                  <a:lnTo>
                    <a:pt x="537380" y="366955"/>
                  </a:lnTo>
                  <a:lnTo>
                    <a:pt x="516861" y="409335"/>
                  </a:lnTo>
                  <a:lnTo>
                    <a:pt x="489494" y="447302"/>
                  </a:lnTo>
                  <a:lnTo>
                    <a:pt x="456062" y="480089"/>
                  </a:lnTo>
                  <a:lnTo>
                    <a:pt x="417350" y="506927"/>
                  </a:lnTo>
                  <a:lnTo>
                    <a:pt x="374140" y="527048"/>
                  </a:lnTo>
                  <a:lnTo>
                    <a:pt x="327218" y="539685"/>
                  </a:lnTo>
                  <a:lnTo>
                    <a:pt x="277368" y="544068"/>
                  </a:lnTo>
                  <a:lnTo>
                    <a:pt x="227517" y="539685"/>
                  </a:lnTo>
                  <a:lnTo>
                    <a:pt x="180595" y="527048"/>
                  </a:lnTo>
                  <a:lnTo>
                    <a:pt x="137385" y="506927"/>
                  </a:lnTo>
                  <a:lnTo>
                    <a:pt x="98673" y="480089"/>
                  </a:lnTo>
                  <a:lnTo>
                    <a:pt x="65241" y="447302"/>
                  </a:lnTo>
                  <a:lnTo>
                    <a:pt x="37874" y="409335"/>
                  </a:lnTo>
                  <a:lnTo>
                    <a:pt x="17355" y="366955"/>
                  </a:lnTo>
                  <a:lnTo>
                    <a:pt x="4469" y="320932"/>
                  </a:lnTo>
                  <a:lnTo>
                    <a:pt x="0" y="272034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5" name="object 55"/>
          <p:cNvSpPr txBox="1"/>
          <p:nvPr/>
        </p:nvSpPr>
        <p:spPr>
          <a:xfrm>
            <a:off x="7129398" y="3837178"/>
            <a:ext cx="984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J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56" name="object 56"/>
          <p:cNvGrpSpPr/>
          <p:nvPr/>
        </p:nvGrpSpPr>
        <p:grpSpPr>
          <a:xfrm>
            <a:off x="6443217" y="2333244"/>
            <a:ext cx="3890010" cy="2705735"/>
            <a:chOff x="6443217" y="2333244"/>
            <a:chExt cx="3890010" cy="2705735"/>
          </a:xfrm>
        </p:grpSpPr>
        <p:sp>
          <p:nvSpPr>
            <p:cNvPr id="57" name="object 57"/>
            <p:cNvSpPr/>
            <p:nvPr/>
          </p:nvSpPr>
          <p:spPr>
            <a:xfrm>
              <a:off x="7380731" y="2371344"/>
              <a:ext cx="1757680" cy="1447800"/>
            </a:xfrm>
            <a:custGeom>
              <a:avLst/>
              <a:gdLst/>
              <a:ahLst/>
              <a:cxnLst/>
              <a:rect l="l" t="t" r="r" b="b"/>
              <a:pathLst>
                <a:path w="1757679" h="1447800">
                  <a:moveTo>
                    <a:pt x="1269492" y="0"/>
                  </a:moveTo>
                  <a:lnTo>
                    <a:pt x="1757552" y="463803"/>
                  </a:lnTo>
                </a:path>
                <a:path w="1757679" h="1447800">
                  <a:moveTo>
                    <a:pt x="1016253" y="92963"/>
                  </a:moveTo>
                  <a:lnTo>
                    <a:pt x="626364" y="489965"/>
                  </a:lnTo>
                </a:path>
                <a:path w="1757679" h="1447800">
                  <a:moveTo>
                    <a:pt x="358394" y="943355"/>
                  </a:moveTo>
                  <a:lnTo>
                    <a:pt x="0" y="1447545"/>
                  </a:lnTo>
                </a:path>
              </a:pathLst>
            </a:custGeom>
            <a:ln w="7620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6449567" y="4651248"/>
              <a:ext cx="451484" cy="381000"/>
            </a:xfrm>
            <a:custGeom>
              <a:avLst/>
              <a:gdLst/>
              <a:ahLst/>
              <a:cxnLst/>
              <a:rect l="l" t="t" r="r" b="b"/>
              <a:pathLst>
                <a:path w="451484" h="381000">
                  <a:moveTo>
                    <a:pt x="451104" y="0"/>
                  </a:moveTo>
                  <a:lnTo>
                    <a:pt x="0" y="0"/>
                  </a:lnTo>
                  <a:lnTo>
                    <a:pt x="0" y="381000"/>
                  </a:lnTo>
                  <a:lnTo>
                    <a:pt x="451104" y="381000"/>
                  </a:lnTo>
                  <a:lnTo>
                    <a:pt x="451104" y="0"/>
                  </a:lnTo>
                  <a:close/>
                </a:path>
              </a:pathLst>
            </a:custGeom>
            <a:solidFill>
              <a:srgbClr val="5382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6449567" y="4651248"/>
              <a:ext cx="451484" cy="381000"/>
            </a:xfrm>
            <a:custGeom>
              <a:avLst/>
              <a:gdLst/>
              <a:ahLst/>
              <a:cxnLst/>
              <a:rect l="l" t="t" r="r" b="b"/>
              <a:pathLst>
                <a:path w="451484" h="381000">
                  <a:moveTo>
                    <a:pt x="0" y="381000"/>
                  </a:moveTo>
                  <a:lnTo>
                    <a:pt x="451104" y="381000"/>
                  </a:lnTo>
                  <a:lnTo>
                    <a:pt x="451104" y="0"/>
                  </a:lnTo>
                  <a:lnTo>
                    <a:pt x="0" y="0"/>
                  </a:lnTo>
                  <a:lnTo>
                    <a:pt x="0" y="381000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8087867" y="3777996"/>
              <a:ext cx="451484" cy="381000"/>
            </a:xfrm>
            <a:custGeom>
              <a:avLst/>
              <a:gdLst/>
              <a:ahLst/>
              <a:cxnLst/>
              <a:rect l="l" t="t" r="r" b="b"/>
              <a:pathLst>
                <a:path w="451484" h="381000">
                  <a:moveTo>
                    <a:pt x="451103" y="0"/>
                  </a:moveTo>
                  <a:lnTo>
                    <a:pt x="0" y="0"/>
                  </a:lnTo>
                  <a:lnTo>
                    <a:pt x="0" y="380999"/>
                  </a:lnTo>
                  <a:lnTo>
                    <a:pt x="451103" y="380999"/>
                  </a:lnTo>
                  <a:lnTo>
                    <a:pt x="451103" y="0"/>
                  </a:lnTo>
                  <a:close/>
                </a:path>
              </a:pathLst>
            </a:custGeom>
            <a:solidFill>
              <a:srgbClr val="5382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8087867" y="3777996"/>
              <a:ext cx="451484" cy="381000"/>
            </a:xfrm>
            <a:custGeom>
              <a:avLst/>
              <a:gdLst/>
              <a:ahLst/>
              <a:cxnLst/>
              <a:rect l="l" t="t" r="r" b="b"/>
              <a:pathLst>
                <a:path w="451484" h="381000">
                  <a:moveTo>
                    <a:pt x="0" y="380999"/>
                  </a:moveTo>
                  <a:lnTo>
                    <a:pt x="451103" y="380999"/>
                  </a:lnTo>
                  <a:lnTo>
                    <a:pt x="451103" y="0"/>
                  </a:lnTo>
                  <a:lnTo>
                    <a:pt x="0" y="0"/>
                  </a:lnTo>
                  <a:lnTo>
                    <a:pt x="0" y="380999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8857488" y="3761232"/>
              <a:ext cx="449580" cy="381000"/>
            </a:xfrm>
            <a:custGeom>
              <a:avLst/>
              <a:gdLst/>
              <a:ahLst/>
              <a:cxnLst/>
              <a:rect l="l" t="t" r="r" b="b"/>
              <a:pathLst>
                <a:path w="449579" h="381000">
                  <a:moveTo>
                    <a:pt x="449579" y="0"/>
                  </a:moveTo>
                  <a:lnTo>
                    <a:pt x="0" y="0"/>
                  </a:lnTo>
                  <a:lnTo>
                    <a:pt x="0" y="381000"/>
                  </a:lnTo>
                  <a:lnTo>
                    <a:pt x="449579" y="381000"/>
                  </a:lnTo>
                  <a:lnTo>
                    <a:pt x="449579" y="0"/>
                  </a:lnTo>
                  <a:close/>
                </a:path>
              </a:pathLst>
            </a:custGeom>
            <a:solidFill>
              <a:srgbClr val="5382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8857488" y="3761232"/>
              <a:ext cx="449580" cy="381000"/>
            </a:xfrm>
            <a:custGeom>
              <a:avLst/>
              <a:gdLst/>
              <a:ahLst/>
              <a:cxnLst/>
              <a:rect l="l" t="t" r="r" b="b"/>
              <a:pathLst>
                <a:path w="449579" h="381000">
                  <a:moveTo>
                    <a:pt x="0" y="381000"/>
                  </a:moveTo>
                  <a:lnTo>
                    <a:pt x="449579" y="381000"/>
                  </a:lnTo>
                  <a:lnTo>
                    <a:pt x="449579" y="0"/>
                  </a:lnTo>
                  <a:lnTo>
                    <a:pt x="0" y="0"/>
                  </a:lnTo>
                  <a:lnTo>
                    <a:pt x="0" y="381000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9875520" y="3709416"/>
              <a:ext cx="451484" cy="381000"/>
            </a:xfrm>
            <a:custGeom>
              <a:avLst/>
              <a:gdLst/>
              <a:ahLst/>
              <a:cxnLst/>
              <a:rect l="l" t="t" r="r" b="b"/>
              <a:pathLst>
                <a:path w="451484" h="381000">
                  <a:moveTo>
                    <a:pt x="451103" y="0"/>
                  </a:moveTo>
                  <a:lnTo>
                    <a:pt x="0" y="0"/>
                  </a:lnTo>
                  <a:lnTo>
                    <a:pt x="0" y="380999"/>
                  </a:lnTo>
                  <a:lnTo>
                    <a:pt x="451103" y="380999"/>
                  </a:lnTo>
                  <a:lnTo>
                    <a:pt x="451103" y="0"/>
                  </a:lnTo>
                  <a:close/>
                </a:path>
              </a:pathLst>
            </a:custGeom>
            <a:solidFill>
              <a:srgbClr val="5382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9875520" y="3709416"/>
              <a:ext cx="451484" cy="381000"/>
            </a:xfrm>
            <a:custGeom>
              <a:avLst/>
              <a:gdLst/>
              <a:ahLst/>
              <a:cxnLst/>
              <a:rect l="l" t="t" r="r" b="b"/>
              <a:pathLst>
                <a:path w="451484" h="381000">
                  <a:moveTo>
                    <a:pt x="0" y="380999"/>
                  </a:moveTo>
                  <a:lnTo>
                    <a:pt x="451103" y="380999"/>
                  </a:lnTo>
                  <a:lnTo>
                    <a:pt x="451103" y="0"/>
                  </a:lnTo>
                  <a:lnTo>
                    <a:pt x="0" y="0"/>
                  </a:lnTo>
                  <a:lnTo>
                    <a:pt x="0" y="380999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7380731" y="4619244"/>
              <a:ext cx="451484" cy="381000"/>
            </a:xfrm>
            <a:custGeom>
              <a:avLst/>
              <a:gdLst/>
              <a:ahLst/>
              <a:cxnLst/>
              <a:rect l="l" t="t" r="r" b="b"/>
              <a:pathLst>
                <a:path w="451484" h="381000">
                  <a:moveTo>
                    <a:pt x="451103" y="0"/>
                  </a:moveTo>
                  <a:lnTo>
                    <a:pt x="0" y="0"/>
                  </a:lnTo>
                  <a:lnTo>
                    <a:pt x="0" y="380999"/>
                  </a:lnTo>
                  <a:lnTo>
                    <a:pt x="451103" y="380999"/>
                  </a:lnTo>
                  <a:lnTo>
                    <a:pt x="451103" y="0"/>
                  </a:lnTo>
                  <a:close/>
                </a:path>
              </a:pathLst>
            </a:custGeom>
            <a:solidFill>
              <a:srgbClr val="5382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7380731" y="4619244"/>
              <a:ext cx="451484" cy="381000"/>
            </a:xfrm>
            <a:custGeom>
              <a:avLst/>
              <a:gdLst/>
              <a:ahLst/>
              <a:cxnLst/>
              <a:rect l="l" t="t" r="r" b="b"/>
              <a:pathLst>
                <a:path w="451484" h="381000">
                  <a:moveTo>
                    <a:pt x="0" y="380999"/>
                  </a:moveTo>
                  <a:lnTo>
                    <a:pt x="451103" y="380999"/>
                  </a:lnTo>
                  <a:lnTo>
                    <a:pt x="451103" y="0"/>
                  </a:lnTo>
                  <a:lnTo>
                    <a:pt x="0" y="0"/>
                  </a:lnTo>
                  <a:lnTo>
                    <a:pt x="0" y="380999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6675119" y="3244596"/>
              <a:ext cx="3425825" cy="1406525"/>
            </a:xfrm>
            <a:custGeom>
              <a:avLst/>
              <a:gdLst/>
              <a:ahLst/>
              <a:cxnLst/>
              <a:rect l="l" t="t" r="r" b="b"/>
              <a:pathLst>
                <a:path w="3425825" h="1406525">
                  <a:moveTo>
                    <a:pt x="557910" y="1039367"/>
                  </a:moveTo>
                  <a:lnTo>
                    <a:pt x="0" y="1406397"/>
                  </a:lnTo>
                </a:path>
                <a:path w="3425825" h="1406525">
                  <a:moveTo>
                    <a:pt x="557783" y="1030223"/>
                  </a:moveTo>
                  <a:lnTo>
                    <a:pt x="930528" y="1374520"/>
                  </a:lnTo>
                </a:path>
                <a:path w="3425825" h="1406525">
                  <a:moveTo>
                    <a:pt x="1278635" y="35051"/>
                  </a:moveTo>
                  <a:lnTo>
                    <a:pt x="1638173" y="533272"/>
                  </a:lnTo>
                </a:path>
                <a:path w="3425825" h="1406525">
                  <a:moveTo>
                    <a:pt x="2630043" y="10667"/>
                  </a:moveTo>
                  <a:lnTo>
                    <a:pt x="2407920" y="517143"/>
                  </a:lnTo>
                </a:path>
                <a:path w="3425825" h="1406525">
                  <a:moveTo>
                    <a:pt x="2845307" y="0"/>
                  </a:moveTo>
                  <a:lnTo>
                    <a:pt x="3425825" y="464057"/>
                  </a:lnTo>
                </a:path>
              </a:pathLst>
            </a:custGeom>
            <a:ln w="635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9" name="object 69"/>
          <p:cNvSpPr txBox="1"/>
          <p:nvPr/>
        </p:nvSpPr>
        <p:spPr>
          <a:xfrm>
            <a:off x="3273678" y="6122923"/>
            <a:ext cx="515048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1" i="1" dirty="0">
                <a:latin typeface="Times New Roman"/>
                <a:cs typeface="Times New Roman"/>
              </a:rPr>
              <a:t>Extended</a:t>
            </a:r>
            <a:r>
              <a:rPr sz="4400" b="1" i="1" spc="-30" dirty="0">
                <a:latin typeface="Times New Roman"/>
                <a:cs typeface="Times New Roman"/>
              </a:rPr>
              <a:t> </a:t>
            </a:r>
            <a:r>
              <a:rPr sz="4400" b="1" i="1" dirty="0">
                <a:latin typeface="Times New Roman"/>
                <a:cs typeface="Times New Roman"/>
              </a:rPr>
              <a:t>Binary</a:t>
            </a:r>
            <a:r>
              <a:rPr sz="4400" b="1" i="1" spc="5" dirty="0">
                <a:latin typeface="Times New Roman"/>
                <a:cs typeface="Times New Roman"/>
              </a:rPr>
              <a:t> </a:t>
            </a:r>
            <a:r>
              <a:rPr sz="4400" b="1" i="1" spc="-10" dirty="0">
                <a:latin typeface="Times New Roman"/>
                <a:cs typeface="Times New Roman"/>
              </a:rPr>
              <a:t>trees</a:t>
            </a:r>
            <a:endParaRPr sz="4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>
                <a:solidFill>
                  <a:srgbClr val="000000"/>
                </a:solidFill>
              </a:rPr>
              <a:t>Shortest(x)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804161"/>
            <a:ext cx="10309860" cy="122047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 marR="5080">
              <a:lnSpc>
                <a:spcPct val="90000"/>
              </a:lnSpc>
              <a:spcBef>
                <a:spcPts val="430"/>
              </a:spcBef>
            </a:pPr>
            <a:r>
              <a:rPr sz="2800" dirty="0">
                <a:latin typeface="Times New Roman"/>
                <a:cs typeface="Times New Roman"/>
              </a:rPr>
              <a:t>Now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suppose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s(x)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length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shortest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path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from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node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x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an </a:t>
            </a:r>
            <a:r>
              <a:rPr sz="2800" dirty="0">
                <a:latin typeface="Times New Roman"/>
                <a:cs typeface="Times New Roman"/>
              </a:rPr>
              <a:t>external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node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its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subtree.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If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x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external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node,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its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s(x)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value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0.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If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x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internal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node,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value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0" dirty="0">
                <a:latin typeface="Times New Roman"/>
                <a:cs typeface="Times New Roman"/>
              </a:rPr>
              <a:t>−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197351" y="3104260"/>
            <a:ext cx="2764790" cy="43434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270"/>
              </a:lnSpc>
            </a:pPr>
            <a:r>
              <a:rPr sz="2800" b="1" i="1" spc="-20" dirty="0">
                <a:latin typeface="Times New Roman"/>
                <a:cs typeface="Times New Roman"/>
              </a:rPr>
              <a:t>min{</a:t>
            </a:r>
            <a:r>
              <a:rPr sz="2950" spc="-20" dirty="0">
                <a:latin typeface="Cambria Math"/>
                <a:cs typeface="Cambria Math"/>
              </a:rPr>
              <a:t>𝑠</a:t>
            </a:r>
            <a:r>
              <a:rPr sz="2800" b="1" i="1" spc="-20" dirty="0">
                <a:latin typeface="Times New Roman"/>
                <a:cs typeface="Times New Roman"/>
              </a:rPr>
              <a:t>(</a:t>
            </a:r>
            <a:r>
              <a:rPr sz="2950" spc="-20" dirty="0">
                <a:latin typeface="Cambria Math"/>
                <a:cs typeface="Cambria Math"/>
              </a:rPr>
              <a:t>𝐿</a:t>
            </a:r>
            <a:r>
              <a:rPr sz="2800" b="1" i="1" spc="-20" dirty="0">
                <a:latin typeface="Times New Roman"/>
                <a:cs typeface="Times New Roman"/>
              </a:rPr>
              <a:t>),</a:t>
            </a:r>
            <a:r>
              <a:rPr sz="2800" b="1" i="1" spc="-95" dirty="0">
                <a:latin typeface="Times New Roman"/>
                <a:cs typeface="Times New Roman"/>
              </a:rPr>
              <a:t> </a:t>
            </a:r>
            <a:r>
              <a:rPr sz="2950" spc="-20" dirty="0">
                <a:latin typeface="Cambria Math"/>
                <a:cs typeface="Cambria Math"/>
              </a:rPr>
              <a:t>𝑠</a:t>
            </a:r>
            <a:r>
              <a:rPr sz="2800" b="1" i="1" spc="-20" dirty="0">
                <a:latin typeface="Times New Roman"/>
                <a:cs typeface="Times New Roman"/>
              </a:rPr>
              <a:t>(</a:t>
            </a:r>
            <a:r>
              <a:rPr sz="2950" spc="-20" dirty="0">
                <a:latin typeface="Cambria Math"/>
                <a:cs typeface="Cambria Math"/>
              </a:rPr>
              <a:t>𝑅</a:t>
            </a:r>
            <a:r>
              <a:rPr sz="2800" b="1" i="1" spc="-20" dirty="0">
                <a:latin typeface="Times New Roman"/>
                <a:cs typeface="Times New Roman"/>
              </a:rPr>
              <a:t>)}</a:t>
            </a:r>
            <a:r>
              <a:rPr sz="2800" b="1" i="1" spc="-9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+</a:t>
            </a:r>
            <a:r>
              <a:rPr sz="2800" b="1" i="1" spc="-85" dirty="0">
                <a:latin typeface="Times New Roman"/>
                <a:cs typeface="Times New Roman"/>
              </a:rPr>
              <a:t> </a:t>
            </a:r>
            <a:r>
              <a:rPr sz="2800" b="1" i="1" spc="-50" dirty="0"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6939" y="4098416"/>
            <a:ext cx="883094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latin typeface="Calibri"/>
                <a:cs typeface="Calibri"/>
              </a:rPr>
              <a:t>A </a:t>
            </a:r>
            <a:r>
              <a:rPr sz="2800" dirty="0">
                <a:latin typeface="Times New Roman"/>
                <a:cs typeface="Times New Roman"/>
              </a:rPr>
              <a:t>leftist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tree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binary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tree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such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that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if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it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not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empty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,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then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44039" y="4673980"/>
            <a:ext cx="6640830" cy="39497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15"/>
              </a:lnSpc>
            </a:pPr>
            <a:r>
              <a:rPr sz="2800" b="1" i="1" dirty="0">
                <a:latin typeface="Times New Roman"/>
                <a:cs typeface="Times New Roman"/>
              </a:rPr>
              <a:t>shortest(leftchild(x))</a:t>
            </a:r>
            <a:r>
              <a:rPr sz="2800" b="1" i="1" spc="-7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&gt;</a:t>
            </a:r>
            <a:r>
              <a:rPr sz="2800" b="1" i="1" spc="-30" dirty="0">
                <a:latin typeface="Times New Roman"/>
                <a:cs typeface="Times New Roman"/>
              </a:rPr>
              <a:t> </a:t>
            </a:r>
            <a:r>
              <a:rPr sz="2800" b="1" i="1" spc="-10" dirty="0">
                <a:latin typeface="Times New Roman"/>
                <a:cs typeface="Times New Roman"/>
              </a:rPr>
              <a:t>shortest(rightchild(x))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4248"/>
            <a:ext cx="607822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000000"/>
                </a:solidFill>
              </a:rPr>
              <a:t>Height</a:t>
            </a:r>
            <a:r>
              <a:rPr spc="-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Biased</a:t>
            </a:r>
            <a:r>
              <a:rPr spc="-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Leftist</a:t>
            </a:r>
            <a:r>
              <a:rPr spc="-5" dirty="0">
                <a:solidFill>
                  <a:srgbClr val="000000"/>
                </a:solidFill>
              </a:rPr>
              <a:t> </a:t>
            </a:r>
            <a:r>
              <a:rPr spc="-25" dirty="0">
                <a:solidFill>
                  <a:srgbClr val="000000"/>
                </a:solidFill>
              </a:rPr>
              <a:t>Tree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459482" y="1782826"/>
            <a:ext cx="567690" cy="556895"/>
            <a:chOff x="2459482" y="1782826"/>
            <a:chExt cx="567690" cy="556895"/>
          </a:xfrm>
        </p:grpSpPr>
        <p:sp>
          <p:nvSpPr>
            <p:cNvPr id="4" name="object 4"/>
            <p:cNvSpPr/>
            <p:nvPr/>
          </p:nvSpPr>
          <p:spPr>
            <a:xfrm>
              <a:off x="2465832" y="1789176"/>
              <a:ext cx="554990" cy="544195"/>
            </a:xfrm>
            <a:custGeom>
              <a:avLst/>
              <a:gdLst/>
              <a:ahLst/>
              <a:cxnLst/>
              <a:rect l="l" t="t" r="r" b="b"/>
              <a:pathLst>
                <a:path w="554989" h="544194">
                  <a:moveTo>
                    <a:pt x="277368" y="0"/>
                  </a:moveTo>
                  <a:lnTo>
                    <a:pt x="227517" y="4382"/>
                  </a:lnTo>
                  <a:lnTo>
                    <a:pt x="180595" y="17019"/>
                  </a:lnTo>
                  <a:lnTo>
                    <a:pt x="137385" y="37140"/>
                  </a:lnTo>
                  <a:lnTo>
                    <a:pt x="98673" y="63978"/>
                  </a:lnTo>
                  <a:lnTo>
                    <a:pt x="65241" y="96765"/>
                  </a:lnTo>
                  <a:lnTo>
                    <a:pt x="37874" y="134732"/>
                  </a:lnTo>
                  <a:lnTo>
                    <a:pt x="17355" y="177112"/>
                  </a:lnTo>
                  <a:lnTo>
                    <a:pt x="4469" y="223135"/>
                  </a:lnTo>
                  <a:lnTo>
                    <a:pt x="0" y="272034"/>
                  </a:lnTo>
                  <a:lnTo>
                    <a:pt x="4469" y="320932"/>
                  </a:lnTo>
                  <a:lnTo>
                    <a:pt x="17355" y="366955"/>
                  </a:lnTo>
                  <a:lnTo>
                    <a:pt x="37874" y="409335"/>
                  </a:lnTo>
                  <a:lnTo>
                    <a:pt x="65241" y="447302"/>
                  </a:lnTo>
                  <a:lnTo>
                    <a:pt x="98673" y="480089"/>
                  </a:lnTo>
                  <a:lnTo>
                    <a:pt x="137385" y="506927"/>
                  </a:lnTo>
                  <a:lnTo>
                    <a:pt x="180595" y="527048"/>
                  </a:lnTo>
                  <a:lnTo>
                    <a:pt x="227517" y="539685"/>
                  </a:lnTo>
                  <a:lnTo>
                    <a:pt x="277368" y="544068"/>
                  </a:lnTo>
                  <a:lnTo>
                    <a:pt x="327218" y="539685"/>
                  </a:lnTo>
                  <a:lnTo>
                    <a:pt x="374140" y="527048"/>
                  </a:lnTo>
                  <a:lnTo>
                    <a:pt x="417350" y="506927"/>
                  </a:lnTo>
                  <a:lnTo>
                    <a:pt x="456062" y="480089"/>
                  </a:lnTo>
                  <a:lnTo>
                    <a:pt x="489494" y="447302"/>
                  </a:lnTo>
                  <a:lnTo>
                    <a:pt x="516861" y="409335"/>
                  </a:lnTo>
                  <a:lnTo>
                    <a:pt x="537380" y="366955"/>
                  </a:lnTo>
                  <a:lnTo>
                    <a:pt x="550266" y="320932"/>
                  </a:lnTo>
                  <a:lnTo>
                    <a:pt x="554736" y="272034"/>
                  </a:lnTo>
                  <a:lnTo>
                    <a:pt x="550266" y="223135"/>
                  </a:lnTo>
                  <a:lnTo>
                    <a:pt x="537380" y="177112"/>
                  </a:lnTo>
                  <a:lnTo>
                    <a:pt x="516861" y="134732"/>
                  </a:lnTo>
                  <a:lnTo>
                    <a:pt x="489494" y="96765"/>
                  </a:lnTo>
                  <a:lnTo>
                    <a:pt x="456062" y="63978"/>
                  </a:lnTo>
                  <a:lnTo>
                    <a:pt x="417350" y="37140"/>
                  </a:lnTo>
                  <a:lnTo>
                    <a:pt x="374140" y="17019"/>
                  </a:lnTo>
                  <a:lnTo>
                    <a:pt x="327218" y="4382"/>
                  </a:lnTo>
                  <a:lnTo>
                    <a:pt x="277368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465832" y="1789176"/>
              <a:ext cx="554990" cy="544195"/>
            </a:xfrm>
            <a:custGeom>
              <a:avLst/>
              <a:gdLst/>
              <a:ahLst/>
              <a:cxnLst/>
              <a:rect l="l" t="t" r="r" b="b"/>
              <a:pathLst>
                <a:path w="554989" h="544194">
                  <a:moveTo>
                    <a:pt x="0" y="272034"/>
                  </a:moveTo>
                  <a:lnTo>
                    <a:pt x="4469" y="223135"/>
                  </a:lnTo>
                  <a:lnTo>
                    <a:pt x="17355" y="177112"/>
                  </a:lnTo>
                  <a:lnTo>
                    <a:pt x="37874" y="134732"/>
                  </a:lnTo>
                  <a:lnTo>
                    <a:pt x="65241" y="96765"/>
                  </a:lnTo>
                  <a:lnTo>
                    <a:pt x="98673" y="63978"/>
                  </a:lnTo>
                  <a:lnTo>
                    <a:pt x="137385" y="37140"/>
                  </a:lnTo>
                  <a:lnTo>
                    <a:pt x="180595" y="17019"/>
                  </a:lnTo>
                  <a:lnTo>
                    <a:pt x="227517" y="4382"/>
                  </a:lnTo>
                  <a:lnTo>
                    <a:pt x="277368" y="0"/>
                  </a:lnTo>
                  <a:lnTo>
                    <a:pt x="327218" y="4382"/>
                  </a:lnTo>
                  <a:lnTo>
                    <a:pt x="374140" y="17019"/>
                  </a:lnTo>
                  <a:lnTo>
                    <a:pt x="417350" y="37140"/>
                  </a:lnTo>
                  <a:lnTo>
                    <a:pt x="456062" y="63978"/>
                  </a:lnTo>
                  <a:lnTo>
                    <a:pt x="489494" y="96765"/>
                  </a:lnTo>
                  <a:lnTo>
                    <a:pt x="516861" y="134732"/>
                  </a:lnTo>
                  <a:lnTo>
                    <a:pt x="537380" y="177112"/>
                  </a:lnTo>
                  <a:lnTo>
                    <a:pt x="550266" y="223135"/>
                  </a:lnTo>
                  <a:lnTo>
                    <a:pt x="554736" y="272034"/>
                  </a:lnTo>
                  <a:lnTo>
                    <a:pt x="550266" y="320932"/>
                  </a:lnTo>
                  <a:lnTo>
                    <a:pt x="537380" y="366955"/>
                  </a:lnTo>
                  <a:lnTo>
                    <a:pt x="516861" y="409335"/>
                  </a:lnTo>
                  <a:lnTo>
                    <a:pt x="489494" y="447302"/>
                  </a:lnTo>
                  <a:lnTo>
                    <a:pt x="456062" y="480089"/>
                  </a:lnTo>
                  <a:lnTo>
                    <a:pt x="417350" y="506927"/>
                  </a:lnTo>
                  <a:lnTo>
                    <a:pt x="374140" y="527048"/>
                  </a:lnTo>
                  <a:lnTo>
                    <a:pt x="327218" y="539685"/>
                  </a:lnTo>
                  <a:lnTo>
                    <a:pt x="277368" y="544068"/>
                  </a:lnTo>
                  <a:lnTo>
                    <a:pt x="227517" y="539685"/>
                  </a:lnTo>
                  <a:lnTo>
                    <a:pt x="180595" y="527048"/>
                  </a:lnTo>
                  <a:lnTo>
                    <a:pt x="137385" y="506927"/>
                  </a:lnTo>
                  <a:lnTo>
                    <a:pt x="98673" y="480089"/>
                  </a:lnTo>
                  <a:lnTo>
                    <a:pt x="65241" y="447302"/>
                  </a:lnTo>
                  <a:lnTo>
                    <a:pt x="37874" y="409335"/>
                  </a:lnTo>
                  <a:lnTo>
                    <a:pt x="17355" y="366955"/>
                  </a:lnTo>
                  <a:lnTo>
                    <a:pt x="4469" y="320932"/>
                  </a:lnTo>
                  <a:lnTo>
                    <a:pt x="0" y="272034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2663444" y="1896236"/>
            <a:ext cx="1581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905002" y="3794505"/>
            <a:ext cx="567690" cy="556895"/>
            <a:chOff x="905002" y="3794505"/>
            <a:chExt cx="567690" cy="556895"/>
          </a:xfrm>
        </p:grpSpPr>
        <p:sp>
          <p:nvSpPr>
            <p:cNvPr id="8" name="object 8"/>
            <p:cNvSpPr/>
            <p:nvPr/>
          </p:nvSpPr>
          <p:spPr>
            <a:xfrm>
              <a:off x="911352" y="3800855"/>
              <a:ext cx="554990" cy="544195"/>
            </a:xfrm>
            <a:custGeom>
              <a:avLst/>
              <a:gdLst/>
              <a:ahLst/>
              <a:cxnLst/>
              <a:rect l="l" t="t" r="r" b="b"/>
              <a:pathLst>
                <a:path w="554990" h="544195">
                  <a:moveTo>
                    <a:pt x="277367" y="0"/>
                  </a:moveTo>
                  <a:lnTo>
                    <a:pt x="227510" y="4382"/>
                  </a:lnTo>
                  <a:lnTo>
                    <a:pt x="180584" y="17019"/>
                  </a:lnTo>
                  <a:lnTo>
                    <a:pt x="137374" y="37140"/>
                  </a:lnTo>
                  <a:lnTo>
                    <a:pt x="98662" y="63978"/>
                  </a:lnTo>
                  <a:lnTo>
                    <a:pt x="65233" y="96765"/>
                  </a:lnTo>
                  <a:lnTo>
                    <a:pt x="37868" y="134732"/>
                  </a:lnTo>
                  <a:lnTo>
                    <a:pt x="17352" y="177112"/>
                  </a:lnTo>
                  <a:lnTo>
                    <a:pt x="4468" y="223135"/>
                  </a:lnTo>
                  <a:lnTo>
                    <a:pt x="0" y="272034"/>
                  </a:lnTo>
                  <a:lnTo>
                    <a:pt x="4468" y="320932"/>
                  </a:lnTo>
                  <a:lnTo>
                    <a:pt x="17352" y="366955"/>
                  </a:lnTo>
                  <a:lnTo>
                    <a:pt x="37868" y="409335"/>
                  </a:lnTo>
                  <a:lnTo>
                    <a:pt x="65233" y="447302"/>
                  </a:lnTo>
                  <a:lnTo>
                    <a:pt x="98662" y="480089"/>
                  </a:lnTo>
                  <a:lnTo>
                    <a:pt x="137374" y="506927"/>
                  </a:lnTo>
                  <a:lnTo>
                    <a:pt x="180584" y="527048"/>
                  </a:lnTo>
                  <a:lnTo>
                    <a:pt x="227510" y="539685"/>
                  </a:lnTo>
                  <a:lnTo>
                    <a:pt x="277367" y="544068"/>
                  </a:lnTo>
                  <a:lnTo>
                    <a:pt x="327218" y="539685"/>
                  </a:lnTo>
                  <a:lnTo>
                    <a:pt x="374140" y="527048"/>
                  </a:lnTo>
                  <a:lnTo>
                    <a:pt x="417350" y="506927"/>
                  </a:lnTo>
                  <a:lnTo>
                    <a:pt x="456062" y="480089"/>
                  </a:lnTo>
                  <a:lnTo>
                    <a:pt x="489494" y="447302"/>
                  </a:lnTo>
                  <a:lnTo>
                    <a:pt x="516861" y="409335"/>
                  </a:lnTo>
                  <a:lnTo>
                    <a:pt x="537380" y="366955"/>
                  </a:lnTo>
                  <a:lnTo>
                    <a:pt x="550266" y="320932"/>
                  </a:lnTo>
                  <a:lnTo>
                    <a:pt x="554735" y="272034"/>
                  </a:lnTo>
                  <a:lnTo>
                    <a:pt x="550266" y="223135"/>
                  </a:lnTo>
                  <a:lnTo>
                    <a:pt x="537380" y="177112"/>
                  </a:lnTo>
                  <a:lnTo>
                    <a:pt x="516861" y="134732"/>
                  </a:lnTo>
                  <a:lnTo>
                    <a:pt x="489494" y="96765"/>
                  </a:lnTo>
                  <a:lnTo>
                    <a:pt x="456062" y="63978"/>
                  </a:lnTo>
                  <a:lnTo>
                    <a:pt x="417350" y="37140"/>
                  </a:lnTo>
                  <a:lnTo>
                    <a:pt x="374140" y="17019"/>
                  </a:lnTo>
                  <a:lnTo>
                    <a:pt x="327218" y="4382"/>
                  </a:lnTo>
                  <a:lnTo>
                    <a:pt x="277367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11352" y="3800855"/>
              <a:ext cx="554990" cy="544195"/>
            </a:xfrm>
            <a:custGeom>
              <a:avLst/>
              <a:gdLst/>
              <a:ahLst/>
              <a:cxnLst/>
              <a:rect l="l" t="t" r="r" b="b"/>
              <a:pathLst>
                <a:path w="554990" h="544195">
                  <a:moveTo>
                    <a:pt x="0" y="272034"/>
                  </a:moveTo>
                  <a:lnTo>
                    <a:pt x="4468" y="223135"/>
                  </a:lnTo>
                  <a:lnTo>
                    <a:pt x="17352" y="177112"/>
                  </a:lnTo>
                  <a:lnTo>
                    <a:pt x="37868" y="134732"/>
                  </a:lnTo>
                  <a:lnTo>
                    <a:pt x="65233" y="96765"/>
                  </a:lnTo>
                  <a:lnTo>
                    <a:pt x="98662" y="63978"/>
                  </a:lnTo>
                  <a:lnTo>
                    <a:pt x="137374" y="37140"/>
                  </a:lnTo>
                  <a:lnTo>
                    <a:pt x="180584" y="17019"/>
                  </a:lnTo>
                  <a:lnTo>
                    <a:pt x="227510" y="4382"/>
                  </a:lnTo>
                  <a:lnTo>
                    <a:pt x="277367" y="0"/>
                  </a:lnTo>
                  <a:lnTo>
                    <a:pt x="327218" y="4382"/>
                  </a:lnTo>
                  <a:lnTo>
                    <a:pt x="374140" y="17019"/>
                  </a:lnTo>
                  <a:lnTo>
                    <a:pt x="417350" y="37140"/>
                  </a:lnTo>
                  <a:lnTo>
                    <a:pt x="456062" y="63978"/>
                  </a:lnTo>
                  <a:lnTo>
                    <a:pt x="489494" y="96765"/>
                  </a:lnTo>
                  <a:lnTo>
                    <a:pt x="516861" y="134732"/>
                  </a:lnTo>
                  <a:lnTo>
                    <a:pt x="537380" y="177112"/>
                  </a:lnTo>
                  <a:lnTo>
                    <a:pt x="550266" y="223135"/>
                  </a:lnTo>
                  <a:lnTo>
                    <a:pt x="554735" y="272034"/>
                  </a:lnTo>
                  <a:lnTo>
                    <a:pt x="550266" y="320932"/>
                  </a:lnTo>
                  <a:lnTo>
                    <a:pt x="537380" y="366955"/>
                  </a:lnTo>
                  <a:lnTo>
                    <a:pt x="516861" y="409335"/>
                  </a:lnTo>
                  <a:lnTo>
                    <a:pt x="489494" y="447302"/>
                  </a:lnTo>
                  <a:lnTo>
                    <a:pt x="456062" y="480089"/>
                  </a:lnTo>
                  <a:lnTo>
                    <a:pt x="417350" y="506927"/>
                  </a:lnTo>
                  <a:lnTo>
                    <a:pt x="374140" y="527048"/>
                  </a:lnTo>
                  <a:lnTo>
                    <a:pt x="327218" y="539685"/>
                  </a:lnTo>
                  <a:lnTo>
                    <a:pt x="277367" y="544068"/>
                  </a:lnTo>
                  <a:lnTo>
                    <a:pt x="227510" y="539685"/>
                  </a:lnTo>
                  <a:lnTo>
                    <a:pt x="180584" y="527048"/>
                  </a:lnTo>
                  <a:lnTo>
                    <a:pt x="137374" y="506927"/>
                  </a:lnTo>
                  <a:lnTo>
                    <a:pt x="98662" y="480089"/>
                  </a:lnTo>
                  <a:lnTo>
                    <a:pt x="65233" y="447302"/>
                  </a:lnTo>
                  <a:lnTo>
                    <a:pt x="37868" y="409335"/>
                  </a:lnTo>
                  <a:lnTo>
                    <a:pt x="17352" y="366955"/>
                  </a:lnTo>
                  <a:lnTo>
                    <a:pt x="4468" y="320932"/>
                  </a:lnTo>
                  <a:lnTo>
                    <a:pt x="0" y="272034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105306" y="3908552"/>
            <a:ext cx="1663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246122" y="3861561"/>
            <a:ext cx="566420" cy="558800"/>
            <a:chOff x="2246122" y="3861561"/>
            <a:chExt cx="566420" cy="558800"/>
          </a:xfrm>
        </p:grpSpPr>
        <p:sp>
          <p:nvSpPr>
            <p:cNvPr id="12" name="object 12"/>
            <p:cNvSpPr/>
            <p:nvPr/>
          </p:nvSpPr>
          <p:spPr>
            <a:xfrm>
              <a:off x="2252472" y="3867911"/>
              <a:ext cx="553720" cy="546100"/>
            </a:xfrm>
            <a:custGeom>
              <a:avLst/>
              <a:gdLst/>
              <a:ahLst/>
              <a:cxnLst/>
              <a:rect l="l" t="t" r="r" b="b"/>
              <a:pathLst>
                <a:path w="553719" h="546100">
                  <a:moveTo>
                    <a:pt x="276605" y="0"/>
                  </a:moveTo>
                  <a:lnTo>
                    <a:pt x="226881" y="4396"/>
                  </a:lnTo>
                  <a:lnTo>
                    <a:pt x="180082" y="17071"/>
                  </a:lnTo>
                  <a:lnTo>
                    <a:pt x="136990" y="37253"/>
                  </a:lnTo>
                  <a:lnTo>
                    <a:pt x="98385" y="64171"/>
                  </a:lnTo>
                  <a:lnTo>
                    <a:pt x="65049" y="97053"/>
                  </a:lnTo>
                  <a:lnTo>
                    <a:pt x="37761" y="135127"/>
                  </a:lnTo>
                  <a:lnTo>
                    <a:pt x="17303" y="177624"/>
                  </a:lnTo>
                  <a:lnTo>
                    <a:pt x="4455" y="223770"/>
                  </a:lnTo>
                  <a:lnTo>
                    <a:pt x="0" y="272795"/>
                  </a:lnTo>
                  <a:lnTo>
                    <a:pt x="4455" y="321821"/>
                  </a:lnTo>
                  <a:lnTo>
                    <a:pt x="17303" y="367967"/>
                  </a:lnTo>
                  <a:lnTo>
                    <a:pt x="37761" y="410463"/>
                  </a:lnTo>
                  <a:lnTo>
                    <a:pt x="65049" y="448538"/>
                  </a:lnTo>
                  <a:lnTo>
                    <a:pt x="98385" y="481420"/>
                  </a:lnTo>
                  <a:lnTo>
                    <a:pt x="136990" y="508338"/>
                  </a:lnTo>
                  <a:lnTo>
                    <a:pt x="180082" y="528520"/>
                  </a:lnTo>
                  <a:lnTo>
                    <a:pt x="226881" y="541195"/>
                  </a:lnTo>
                  <a:lnTo>
                    <a:pt x="276605" y="545592"/>
                  </a:lnTo>
                  <a:lnTo>
                    <a:pt x="326330" y="541195"/>
                  </a:lnTo>
                  <a:lnTo>
                    <a:pt x="373129" y="528520"/>
                  </a:lnTo>
                  <a:lnTo>
                    <a:pt x="416221" y="508338"/>
                  </a:lnTo>
                  <a:lnTo>
                    <a:pt x="454826" y="481420"/>
                  </a:lnTo>
                  <a:lnTo>
                    <a:pt x="488162" y="448538"/>
                  </a:lnTo>
                  <a:lnTo>
                    <a:pt x="515450" y="410464"/>
                  </a:lnTo>
                  <a:lnTo>
                    <a:pt x="535908" y="367967"/>
                  </a:lnTo>
                  <a:lnTo>
                    <a:pt x="548756" y="321821"/>
                  </a:lnTo>
                  <a:lnTo>
                    <a:pt x="553211" y="272795"/>
                  </a:lnTo>
                  <a:lnTo>
                    <a:pt x="548756" y="223770"/>
                  </a:lnTo>
                  <a:lnTo>
                    <a:pt x="535908" y="177624"/>
                  </a:lnTo>
                  <a:lnTo>
                    <a:pt x="515450" y="135127"/>
                  </a:lnTo>
                  <a:lnTo>
                    <a:pt x="488162" y="97053"/>
                  </a:lnTo>
                  <a:lnTo>
                    <a:pt x="454826" y="64171"/>
                  </a:lnTo>
                  <a:lnTo>
                    <a:pt x="416221" y="37253"/>
                  </a:lnTo>
                  <a:lnTo>
                    <a:pt x="373129" y="17071"/>
                  </a:lnTo>
                  <a:lnTo>
                    <a:pt x="326330" y="4396"/>
                  </a:lnTo>
                  <a:lnTo>
                    <a:pt x="276605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252472" y="3867911"/>
              <a:ext cx="553720" cy="546100"/>
            </a:xfrm>
            <a:custGeom>
              <a:avLst/>
              <a:gdLst/>
              <a:ahLst/>
              <a:cxnLst/>
              <a:rect l="l" t="t" r="r" b="b"/>
              <a:pathLst>
                <a:path w="553719" h="546100">
                  <a:moveTo>
                    <a:pt x="0" y="272795"/>
                  </a:moveTo>
                  <a:lnTo>
                    <a:pt x="4455" y="223770"/>
                  </a:lnTo>
                  <a:lnTo>
                    <a:pt x="17303" y="177624"/>
                  </a:lnTo>
                  <a:lnTo>
                    <a:pt x="37761" y="135127"/>
                  </a:lnTo>
                  <a:lnTo>
                    <a:pt x="65049" y="97053"/>
                  </a:lnTo>
                  <a:lnTo>
                    <a:pt x="98385" y="64171"/>
                  </a:lnTo>
                  <a:lnTo>
                    <a:pt x="136990" y="37253"/>
                  </a:lnTo>
                  <a:lnTo>
                    <a:pt x="180082" y="17071"/>
                  </a:lnTo>
                  <a:lnTo>
                    <a:pt x="226881" y="4396"/>
                  </a:lnTo>
                  <a:lnTo>
                    <a:pt x="276605" y="0"/>
                  </a:lnTo>
                  <a:lnTo>
                    <a:pt x="326330" y="4396"/>
                  </a:lnTo>
                  <a:lnTo>
                    <a:pt x="373129" y="17071"/>
                  </a:lnTo>
                  <a:lnTo>
                    <a:pt x="416221" y="37253"/>
                  </a:lnTo>
                  <a:lnTo>
                    <a:pt x="454826" y="64171"/>
                  </a:lnTo>
                  <a:lnTo>
                    <a:pt x="488162" y="97053"/>
                  </a:lnTo>
                  <a:lnTo>
                    <a:pt x="515450" y="135127"/>
                  </a:lnTo>
                  <a:lnTo>
                    <a:pt x="535908" y="177624"/>
                  </a:lnTo>
                  <a:lnTo>
                    <a:pt x="548756" y="223770"/>
                  </a:lnTo>
                  <a:lnTo>
                    <a:pt x="553211" y="272795"/>
                  </a:lnTo>
                  <a:lnTo>
                    <a:pt x="548756" y="321821"/>
                  </a:lnTo>
                  <a:lnTo>
                    <a:pt x="535908" y="367967"/>
                  </a:lnTo>
                  <a:lnTo>
                    <a:pt x="515450" y="410464"/>
                  </a:lnTo>
                  <a:lnTo>
                    <a:pt x="488162" y="448538"/>
                  </a:lnTo>
                  <a:lnTo>
                    <a:pt x="454826" y="481420"/>
                  </a:lnTo>
                  <a:lnTo>
                    <a:pt x="416221" y="508338"/>
                  </a:lnTo>
                  <a:lnTo>
                    <a:pt x="373129" y="528520"/>
                  </a:lnTo>
                  <a:lnTo>
                    <a:pt x="326330" y="541195"/>
                  </a:lnTo>
                  <a:lnTo>
                    <a:pt x="276605" y="545592"/>
                  </a:lnTo>
                  <a:lnTo>
                    <a:pt x="226881" y="541195"/>
                  </a:lnTo>
                  <a:lnTo>
                    <a:pt x="180082" y="528520"/>
                  </a:lnTo>
                  <a:lnTo>
                    <a:pt x="136990" y="508338"/>
                  </a:lnTo>
                  <a:lnTo>
                    <a:pt x="98385" y="481420"/>
                  </a:lnTo>
                  <a:lnTo>
                    <a:pt x="65049" y="448538"/>
                  </a:lnTo>
                  <a:lnTo>
                    <a:pt x="37761" y="410463"/>
                  </a:lnTo>
                  <a:lnTo>
                    <a:pt x="17303" y="367967"/>
                  </a:lnTo>
                  <a:lnTo>
                    <a:pt x="4455" y="321821"/>
                  </a:lnTo>
                  <a:lnTo>
                    <a:pt x="0" y="272795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2460117" y="3976878"/>
            <a:ext cx="1371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213605" y="3722878"/>
            <a:ext cx="567690" cy="556895"/>
            <a:chOff x="4213605" y="3722878"/>
            <a:chExt cx="567690" cy="556895"/>
          </a:xfrm>
        </p:grpSpPr>
        <p:sp>
          <p:nvSpPr>
            <p:cNvPr id="16" name="object 16"/>
            <p:cNvSpPr/>
            <p:nvPr/>
          </p:nvSpPr>
          <p:spPr>
            <a:xfrm>
              <a:off x="4219955" y="3729228"/>
              <a:ext cx="554990" cy="544195"/>
            </a:xfrm>
            <a:custGeom>
              <a:avLst/>
              <a:gdLst/>
              <a:ahLst/>
              <a:cxnLst/>
              <a:rect l="l" t="t" r="r" b="b"/>
              <a:pathLst>
                <a:path w="554989" h="544195">
                  <a:moveTo>
                    <a:pt x="277368" y="0"/>
                  </a:moveTo>
                  <a:lnTo>
                    <a:pt x="227517" y="4382"/>
                  </a:lnTo>
                  <a:lnTo>
                    <a:pt x="180595" y="17019"/>
                  </a:lnTo>
                  <a:lnTo>
                    <a:pt x="137385" y="37140"/>
                  </a:lnTo>
                  <a:lnTo>
                    <a:pt x="98673" y="63978"/>
                  </a:lnTo>
                  <a:lnTo>
                    <a:pt x="65241" y="96765"/>
                  </a:lnTo>
                  <a:lnTo>
                    <a:pt x="37874" y="134732"/>
                  </a:lnTo>
                  <a:lnTo>
                    <a:pt x="17355" y="177112"/>
                  </a:lnTo>
                  <a:lnTo>
                    <a:pt x="4469" y="223135"/>
                  </a:lnTo>
                  <a:lnTo>
                    <a:pt x="0" y="272034"/>
                  </a:lnTo>
                  <a:lnTo>
                    <a:pt x="4469" y="320932"/>
                  </a:lnTo>
                  <a:lnTo>
                    <a:pt x="17355" y="366955"/>
                  </a:lnTo>
                  <a:lnTo>
                    <a:pt x="37874" y="409335"/>
                  </a:lnTo>
                  <a:lnTo>
                    <a:pt x="65241" y="447302"/>
                  </a:lnTo>
                  <a:lnTo>
                    <a:pt x="98673" y="480089"/>
                  </a:lnTo>
                  <a:lnTo>
                    <a:pt x="137385" y="506927"/>
                  </a:lnTo>
                  <a:lnTo>
                    <a:pt x="180595" y="527048"/>
                  </a:lnTo>
                  <a:lnTo>
                    <a:pt x="227517" y="539685"/>
                  </a:lnTo>
                  <a:lnTo>
                    <a:pt x="277368" y="544068"/>
                  </a:lnTo>
                  <a:lnTo>
                    <a:pt x="327218" y="539685"/>
                  </a:lnTo>
                  <a:lnTo>
                    <a:pt x="374140" y="527048"/>
                  </a:lnTo>
                  <a:lnTo>
                    <a:pt x="417350" y="506927"/>
                  </a:lnTo>
                  <a:lnTo>
                    <a:pt x="456062" y="480089"/>
                  </a:lnTo>
                  <a:lnTo>
                    <a:pt x="489494" y="447302"/>
                  </a:lnTo>
                  <a:lnTo>
                    <a:pt x="516861" y="409335"/>
                  </a:lnTo>
                  <a:lnTo>
                    <a:pt x="537380" y="366955"/>
                  </a:lnTo>
                  <a:lnTo>
                    <a:pt x="550266" y="320932"/>
                  </a:lnTo>
                  <a:lnTo>
                    <a:pt x="554736" y="272034"/>
                  </a:lnTo>
                  <a:lnTo>
                    <a:pt x="550266" y="223135"/>
                  </a:lnTo>
                  <a:lnTo>
                    <a:pt x="537380" y="177112"/>
                  </a:lnTo>
                  <a:lnTo>
                    <a:pt x="516861" y="134732"/>
                  </a:lnTo>
                  <a:lnTo>
                    <a:pt x="489494" y="96765"/>
                  </a:lnTo>
                  <a:lnTo>
                    <a:pt x="456062" y="63978"/>
                  </a:lnTo>
                  <a:lnTo>
                    <a:pt x="417350" y="37140"/>
                  </a:lnTo>
                  <a:lnTo>
                    <a:pt x="374140" y="17019"/>
                  </a:lnTo>
                  <a:lnTo>
                    <a:pt x="327218" y="4382"/>
                  </a:lnTo>
                  <a:lnTo>
                    <a:pt x="277368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219955" y="3729228"/>
              <a:ext cx="554990" cy="544195"/>
            </a:xfrm>
            <a:custGeom>
              <a:avLst/>
              <a:gdLst/>
              <a:ahLst/>
              <a:cxnLst/>
              <a:rect l="l" t="t" r="r" b="b"/>
              <a:pathLst>
                <a:path w="554989" h="544195">
                  <a:moveTo>
                    <a:pt x="0" y="272034"/>
                  </a:moveTo>
                  <a:lnTo>
                    <a:pt x="4469" y="223135"/>
                  </a:lnTo>
                  <a:lnTo>
                    <a:pt x="17355" y="177112"/>
                  </a:lnTo>
                  <a:lnTo>
                    <a:pt x="37874" y="134732"/>
                  </a:lnTo>
                  <a:lnTo>
                    <a:pt x="65241" y="96765"/>
                  </a:lnTo>
                  <a:lnTo>
                    <a:pt x="98673" y="63978"/>
                  </a:lnTo>
                  <a:lnTo>
                    <a:pt x="137385" y="37140"/>
                  </a:lnTo>
                  <a:lnTo>
                    <a:pt x="180595" y="17019"/>
                  </a:lnTo>
                  <a:lnTo>
                    <a:pt x="227517" y="4382"/>
                  </a:lnTo>
                  <a:lnTo>
                    <a:pt x="277368" y="0"/>
                  </a:lnTo>
                  <a:lnTo>
                    <a:pt x="327218" y="4382"/>
                  </a:lnTo>
                  <a:lnTo>
                    <a:pt x="374140" y="17019"/>
                  </a:lnTo>
                  <a:lnTo>
                    <a:pt x="417350" y="37140"/>
                  </a:lnTo>
                  <a:lnTo>
                    <a:pt x="456062" y="63978"/>
                  </a:lnTo>
                  <a:lnTo>
                    <a:pt x="489494" y="96765"/>
                  </a:lnTo>
                  <a:lnTo>
                    <a:pt x="516861" y="134732"/>
                  </a:lnTo>
                  <a:lnTo>
                    <a:pt x="537380" y="177112"/>
                  </a:lnTo>
                  <a:lnTo>
                    <a:pt x="550266" y="223135"/>
                  </a:lnTo>
                  <a:lnTo>
                    <a:pt x="554736" y="272034"/>
                  </a:lnTo>
                  <a:lnTo>
                    <a:pt x="550266" y="320932"/>
                  </a:lnTo>
                  <a:lnTo>
                    <a:pt x="537380" y="366955"/>
                  </a:lnTo>
                  <a:lnTo>
                    <a:pt x="516861" y="409335"/>
                  </a:lnTo>
                  <a:lnTo>
                    <a:pt x="489494" y="447302"/>
                  </a:lnTo>
                  <a:lnTo>
                    <a:pt x="456062" y="480089"/>
                  </a:lnTo>
                  <a:lnTo>
                    <a:pt x="417350" y="506927"/>
                  </a:lnTo>
                  <a:lnTo>
                    <a:pt x="374140" y="527048"/>
                  </a:lnTo>
                  <a:lnTo>
                    <a:pt x="327218" y="539685"/>
                  </a:lnTo>
                  <a:lnTo>
                    <a:pt x="277368" y="544068"/>
                  </a:lnTo>
                  <a:lnTo>
                    <a:pt x="227517" y="539685"/>
                  </a:lnTo>
                  <a:lnTo>
                    <a:pt x="180595" y="527048"/>
                  </a:lnTo>
                  <a:lnTo>
                    <a:pt x="137385" y="506927"/>
                  </a:lnTo>
                  <a:lnTo>
                    <a:pt x="98673" y="480089"/>
                  </a:lnTo>
                  <a:lnTo>
                    <a:pt x="65241" y="447302"/>
                  </a:lnTo>
                  <a:lnTo>
                    <a:pt x="37874" y="409335"/>
                  </a:lnTo>
                  <a:lnTo>
                    <a:pt x="17355" y="366955"/>
                  </a:lnTo>
                  <a:lnTo>
                    <a:pt x="4469" y="320932"/>
                  </a:lnTo>
                  <a:lnTo>
                    <a:pt x="0" y="272034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4431538" y="3837178"/>
            <a:ext cx="1308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361690" y="2675889"/>
            <a:ext cx="738505" cy="556895"/>
            <a:chOff x="3361690" y="2675889"/>
            <a:chExt cx="738505" cy="556895"/>
          </a:xfrm>
        </p:grpSpPr>
        <p:sp>
          <p:nvSpPr>
            <p:cNvPr id="20" name="object 20"/>
            <p:cNvSpPr/>
            <p:nvPr/>
          </p:nvSpPr>
          <p:spPr>
            <a:xfrm>
              <a:off x="3368040" y="2682239"/>
              <a:ext cx="725805" cy="544195"/>
            </a:xfrm>
            <a:custGeom>
              <a:avLst/>
              <a:gdLst/>
              <a:ahLst/>
              <a:cxnLst/>
              <a:rect l="l" t="t" r="r" b="b"/>
              <a:pathLst>
                <a:path w="725804" h="544194">
                  <a:moveTo>
                    <a:pt x="362712" y="0"/>
                  </a:moveTo>
                  <a:lnTo>
                    <a:pt x="309122" y="2949"/>
                  </a:lnTo>
                  <a:lnTo>
                    <a:pt x="257971" y="11517"/>
                  </a:lnTo>
                  <a:lnTo>
                    <a:pt x="209819" y="25283"/>
                  </a:lnTo>
                  <a:lnTo>
                    <a:pt x="165229" y="43826"/>
                  </a:lnTo>
                  <a:lnTo>
                    <a:pt x="124763" y="66725"/>
                  </a:lnTo>
                  <a:lnTo>
                    <a:pt x="88981" y="93559"/>
                  </a:lnTo>
                  <a:lnTo>
                    <a:pt x="58445" y="123908"/>
                  </a:lnTo>
                  <a:lnTo>
                    <a:pt x="33718" y="157350"/>
                  </a:lnTo>
                  <a:lnTo>
                    <a:pt x="15360" y="193466"/>
                  </a:lnTo>
                  <a:lnTo>
                    <a:pt x="3933" y="231834"/>
                  </a:lnTo>
                  <a:lnTo>
                    <a:pt x="0" y="272034"/>
                  </a:lnTo>
                  <a:lnTo>
                    <a:pt x="3933" y="312233"/>
                  </a:lnTo>
                  <a:lnTo>
                    <a:pt x="15360" y="350601"/>
                  </a:lnTo>
                  <a:lnTo>
                    <a:pt x="33718" y="386717"/>
                  </a:lnTo>
                  <a:lnTo>
                    <a:pt x="58445" y="420159"/>
                  </a:lnTo>
                  <a:lnTo>
                    <a:pt x="88981" y="450508"/>
                  </a:lnTo>
                  <a:lnTo>
                    <a:pt x="124763" y="477342"/>
                  </a:lnTo>
                  <a:lnTo>
                    <a:pt x="165229" y="500241"/>
                  </a:lnTo>
                  <a:lnTo>
                    <a:pt x="209819" y="518784"/>
                  </a:lnTo>
                  <a:lnTo>
                    <a:pt x="257971" y="532550"/>
                  </a:lnTo>
                  <a:lnTo>
                    <a:pt x="309122" y="541118"/>
                  </a:lnTo>
                  <a:lnTo>
                    <a:pt x="362712" y="544068"/>
                  </a:lnTo>
                  <a:lnTo>
                    <a:pt x="416301" y="541118"/>
                  </a:lnTo>
                  <a:lnTo>
                    <a:pt x="467452" y="532550"/>
                  </a:lnTo>
                  <a:lnTo>
                    <a:pt x="515604" y="518784"/>
                  </a:lnTo>
                  <a:lnTo>
                    <a:pt x="560194" y="500241"/>
                  </a:lnTo>
                  <a:lnTo>
                    <a:pt x="600660" y="477342"/>
                  </a:lnTo>
                  <a:lnTo>
                    <a:pt x="636442" y="450508"/>
                  </a:lnTo>
                  <a:lnTo>
                    <a:pt x="666978" y="420159"/>
                  </a:lnTo>
                  <a:lnTo>
                    <a:pt x="691705" y="386717"/>
                  </a:lnTo>
                  <a:lnTo>
                    <a:pt x="710063" y="350601"/>
                  </a:lnTo>
                  <a:lnTo>
                    <a:pt x="721490" y="312233"/>
                  </a:lnTo>
                  <a:lnTo>
                    <a:pt x="725424" y="272034"/>
                  </a:lnTo>
                  <a:lnTo>
                    <a:pt x="721490" y="231834"/>
                  </a:lnTo>
                  <a:lnTo>
                    <a:pt x="710063" y="193466"/>
                  </a:lnTo>
                  <a:lnTo>
                    <a:pt x="691705" y="157350"/>
                  </a:lnTo>
                  <a:lnTo>
                    <a:pt x="666978" y="123908"/>
                  </a:lnTo>
                  <a:lnTo>
                    <a:pt x="636442" y="93559"/>
                  </a:lnTo>
                  <a:lnTo>
                    <a:pt x="600660" y="66725"/>
                  </a:lnTo>
                  <a:lnTo>
                    <a:pt x="560194" y="43826"/>
                  </a:lnTo>
                  <a:lnTo>
                    <a:pt x="515604" y="25283"/>
                  </a:lnTo>
                  <a:lnTo>
                    <a:pt x="467452" y="11517"/>
                  </a:lnTo>
                  <a:lnTo>
                    <a:pt x="416301" y="2949"/>
                  </a:lnTo>
                  <a:lnTo>
                    <a:pt x="362712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368040" y="2682239"/>
              <a:ext cx="725805" cy="544195"/>
            </a:xfrm>
            <a:custGeom>
              <a:avLst/>
              <a:gdLst/>
              <a:ahLst/>
              <a:cxnLst/>
              <a:rect l="l" t="t" r="r" b="b"/>
              <a:pathLst>
                <a:path w="725804" h="544194">
                  <a:moveTo>
                    <a:pt x="0" y="272034"/>
                  </a:moveTo>
                  <a:lnTo>
                    <a:pt x="3933" y="231834"/>
                  </a:lnTo>
                  <a:lnTo>
                    <a:pt x="15360" y="193466"/>
                  </a:lnTo>
                  <a:lnTo>
                    <a:pt x="33718" y="157350"/>
                  </a:lnTo>
                  <a:lnTo>
                    <a:pt x="58445" y="123908"/>
                  </a:lnTo>
                  <a:lnTo>
                    <a:pt x="88981" y="93559"/>
                  </a:lnTo>
                  <a:lnTo>
                    <a:pt x="124763" y="66725"/>
                  </a:lnTo>
                  <a:lnTo>
                    <a:pt x="165229" y="43826"/>
                  </a:lnTo>
                  <a:lnTo>
                    <a:pt x="209819" y="25283"/>
                  </a:lnTo>
                  <a:lnTo>
                    <a:pt x="257971" y="11517"/>
                  </a:lnTo>
                  <a:lnTo>
                    <a:pt x="309122" y="2949"/>
                  </a:lnTo>
                  <a:lnTo>
                    <a:pt x="362712" y="0"/>
                  </a:lnTo>
                  <a:lnTo>
                    <a:pt x="416301" y="2949"/>
                  </a:lnTo>
                  <a:lnTo>
                    <a:pt x="467452" y="11517"/>
                  </a:lnTo>
                  <a:lnTo>
                    <a:pt x="515604" y="25283"/>
                  </a:lnTo>
                  <a:lnTo>
                    <a:pt x="560194" y="43826"/>
                  </a:lnTo>
                  <a:lnTo>
                    <a:pt x="600660" y="66725"/>
                  </a:lnTo>
                  <a:lnTo>
                    <a:pt x="636442" y="93559"/>
                  </a:lnTo>
                  <a:lnTo>
                    <a:pt x="666978" y="123908"/>
                  </a:lnTo>
                  <a:lnTo>
                    <a:pt x="691705" y="157350"/>
                  </a:lnTo>
                  <a:lnTo>
                    <a:pt x="710063" y="193466"/>
                  </a:lnTo>
                  <a:lnTo>
                    <a:pt x="721490" y="231834"/>
                  </a:lnTo>
                  <a:lnTo>
                    <a:pt x="725424" y="272034"/>
                  </a:lnTo>
                  <a:lnTo>
                    <a:pt x="721490" y="312233"/>
                  </a:lnTo>
                  <a:lnTo>
                    <a:pt x="710063" y="350601"/>
                  </a:lnTo>
                  <a:lnTo>
                    <a:pt x="691705" y="386717"/>
                  </a:lnTo>
                  <a:lnTo>
                    <a:pt x="666978" y="420159"/>
                  </a:lnTo>
                  <a:lnTo>
                    <a:pt x="636442" y="450508"/>
                  </a:lnTo>
                  <a:lnTo>
                    <a:pt x="600660" y="477342"/>
                  </a:lnTo>
                  <a:lnTo>
                    <a:pt x="560194" y="500241"/>
                  </a:lnTo>
                  <a:lnTo>
                    <a:pt x="515604" y="518784"/>
                  </a:lnTo>
                  <a:lnTo>
                    <a:pt x="467452" y="532550"/>
                  </a:lnTo>
                  <a:lnTo>
                    <a:pt x="416301" y="541118"/>
                  </a:lnTo>
                  <a:lnTo>
                    <a:pt x="362712" y="544068"/>
                  </a:lnTo>
                  <a:lnTo>
                    <a:pt x="309122" y="541118"/>
                  </a:lnTo>
                  <a:lnTo>
                    <a:pt x="257971" y="532550"/>
                  </a:lnTo>
                  <a:lnTo>
                    <a:pt x="209819" y="518784"/>
                  </a:lnTo>
                  <a:lnTo>
                    <a:pt x="165229" y="500241"/>
                  </a:lnTo>
                  <a:lnTo>
                    <a:pt x="124763" y="477342"/>
                  </a:lnTo>
                  <a:lnTo>
                    <a:pt x="88981" y="450508"/>
                  </a:lnTo>
                  <a:lnTo>
                    <a:pt x="58445" y="420159"/>
                  </a:lnTo>
                  <a:lnTo>
                    <a:pt x="33718" y="386717"/>
                  </a:lnTo>
                  <a:lnTo>
                    <a:pt x="15360" y="350601"/>
                  </a:lnTo>
                  <a:lnTo>
                    <a:pt x="3933" y="312233"/>
                  </a:lnTo>
                  <a:lnTo>
                    <a:pt x="0" y="272034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3657980" y="2789682"/>
            <a:ext cx="1473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1691385" y="2674366"/>
            <a:ext cx="567690" cy="558800"/>
            <a:chOff x="1691385" y="2674366"/>
            <a:chExt cx="567690" cy="558800"/>
          </a:xfrm>
        </p:grpSpPr>
        <p:sp>
          <p:nvSpPr>
            <p:cNvPr id="24" name="object 24"/>
            <p:cNvSpPr/>
            <p:nvPr/>
          </p:nvSpPr>
          <p:spPr>
            <a:xfrm>
              <a:off x="1697735" y="2680716"/>
              <a:ext cx="554990" cy="546100"/>
            </a:xfrm>
            <a:custGeom>
              <a:avLst/>
              <a:gdLst/>
              <a:ahLst/>
              <a:cxnLst/>
              <a:rect l="l" t="t" r="r" b="b"/>
              <a:pathLst>
                <a:path w="554989" h="546100">
                  <a:moveTo>
                    <a:pt x="277368" y="0"/>
                  </a:moveTo>
                  <a:lnTo>
                    <a:pt x="227517" y="4396"/>
                  </a:lnTo>
                  <a:lnTo>
                    <a:pt x="180595" y="17071"/>
                  </a:lnTo>
                  <a:lnTo>
                    <a:pt x="137385" y="37253"/>
                  </a:lnTo>
                  <a:lnTo>
                    <a:pt x="98673" y="64171"/>
                  </a:lnTo>
                  <a:lnTo>
                    <a:pt x="65241" y="97053"/>
                  </a:lnTo>
                  <a:lnTo>
                    <a:pt x="37874" y="135128"/>
                  </a:lnTo>
                  <a:lnTo>
                    <a:pt x="17355" y="177624"/>
                  </a:lnTo>
                  <a:lnTo>
                    <a:pt x="4469" y="223770"/>
                  </a:lnTo>
                  <a:lnTo>
                    <a:pt x="0" y="272796"/>
                  </a:lnTo>
                  <a:lnTo>
                    <a:pt x="4469" y="321821"/>
                  </a:lnTo>
                  <a:lnTo>
                    <a:pt x="17355" y="367967"/>
                  </a:lnTo>
                  <a:lnTo>
                    <a:pt x="37874" y="410464"/>
                  </a:lnTo>
                  <a:lnTo>
                    <a:pt x="65241" y="448538"/>
                  </a:lnTo>
                  <a:lnTo>
                    <a:pt x="98673" y="481420"/>
                  </a:lnTo>
                  <a:lnTo>
                    <a:pt x="137385" y="508338"/>
                  </a:lnTo>
                  <a:lnTo>
                    <a:pt x="180595" y="528520"/>
                  </a:lnTo>
                  <a:lnTo>
                    <a:pt x="227517" y="541195"/>
                  </a:lnTo>
                  <a:lnTo>
                    <a:pt x="277368" y="545592"/>
                  </a:lnTo>
                  <a:lnTo>
                    <a:pt x="327218" y="541195"/>
                  </a:lnTo>
                  <a:lnTo>
                    <a:pt x="374140" y="528520"/>
                  </a:lnTo>
                  <a:lnTo>
                    <a:pt x="417350" y="508338"/>
                  </a:lnTo>
                  <a:lnTo>
                    <a:pt x="456062" y="481420"/>
                  </a:lnTo>
                  <a:lnTo>
                    <a:pt x="489494" y="448538"/>
                  </a:lnTo>
                  <a:lnTo>
                    <a:pt x="516861" y="410463"/>
                  </a:lnTo>
                  <a:lnTo>
                    <a:pt x="537380" y="367967"/>
                  </a:lnTo>
                  <a:lnTo>
                    <a:pt x="550266" y="321821"/>
                  </a:lnTo>
                  <a:lnTo>
                    <a:pt x="554736" y="272796"/>
                  </a:lnTo>
                  <a:lnTo>
                    <a:pt x="550266" y="223770"/>
                  </a:lnTo>
                  <a:lnTo>
                    <a:pt x="537380" y="177624"/>
                  </a:lnTo>
                  <a:lnTo>
                    <a:pt x="516861" y="135127"/>
                  </a:lnTo>
                  <a:lnTo>
                    <a:pt x="489494" y="97053"/>
                  </a:lnTo>
                  <a:lnTo>
                    <a:pt x="456062" y="64171"/>
                  </a:lnTo>
                  <a:lnTo>
                    <a:pt x="417350" y="37253"/>
                  </a:lnTo>
                  <a:lnTo>
                    <a:pt x="374140" y="17071"/>
                  </a:lnTo>
                  <a:lnTo>
                    <a:pt x="327218" y="4396"/>
                  </a:lnTo>
                  <a:lnTo>
                    <a:pt x="277368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697735" y="2680716"/>
              <a:ext cx="554990" cy="546100"/>
            </a:xfrm>
            <a:custGeom>
              <a:avLst/>
              <a:gdLst/>
              <a:ahLst/>
              <a:cxnLst/>
              <a:rect l="l" t="t" r="r" b="b"/>
              <a:pathLst>
                <a:path w="554989" h="546100">
                  <a:moveTo>
                    <a:pt x="0" y="272796"/>
                  </a:moveTo>
                  <a:lnTo>
                    <a:pt x="4469" y="223770"/>
                  </a:lnTo>
                  <a:lnTo>
                    <a:pt x="17355" y="177624"/>
                  </a:lnTo>
                  <a:lnTo>
                    <a:pt x="37874" y="135128"/>
                  </a:lnTo>
                  <a:lnTo>
                    <a:pt x="65241" y="97053"/>
                  </a:lnTo>
                  <a:lnTo>
                    <a:pt x="98673" y="64171"/>
                  </a:lnTo>
                  <a:lnTo>
                    <a:pt x="137385" y="37253"/>
                  </a:lnTo>
                  <a:lnTo>
                    <a:pt x="180595" y="17071"/>
                  </a:lnTo>
                  <a:lnTo>
                    <a:pt x="227517" y="4396"/>
                  </a:lnTo>
                  <a:lnTo>
                    <a:pt x="277368" y="0"/>
                  </a:lnTo>
                  <a:lnTo>
                    <a:pt x="327218" y="4396"/>
                  </a:lnTo>
                  <a:lnTo>
                    <a:pt x="374140" y="17071"/>
                  </a:lnTo>
                  <a:lnTo>
                    <a:pt x="417350" y="37253"/>
                  </a:lnTo>
                  <a:lnTo>
                    <a:pt x="456062" y="64171"/>
                  </a:lnTo>
                  <a:lnTo>
                    <a:pt x="489494" y="97053"/>
                  </a:lnTo>
                  <a:lnTo>
                    <a:pt x="516861" y="135127"/>
                  </a:lnTo>
                  <a:lnTo>
                    <a:pt x="537380" y="177624"/>
                  </a:lnTo>
                  <a:lnTo>
                    <a:pt x="550266" y="223770"/>
                  </a:lnTo>
                  <a:lnTo>
                    <a:pt x="554736" y="272796"/>
                  </a:lnTo>
                  <a:lnTo>
                    <a:pt x="550266" y="321821"/>
                  </a:lnTo>
                  <a:lnTo>
                    <a:pt x="537380" y="367967"/>
                  </a:lnTo>
                  <a:lnTo>
                    <a:pt x="516861" y="410463"/>
                  </a:lnTo>
                  <a:lnTo>
                    <a:pt x="489494" y="448538"/>
                  </a:lnTo>
                  <a:lnTo>
                    <a:pt x="456062" y="481420"/>
                  </a:lnTo>
                  <a:lnTo>
                    <a:pt x="417350" y="508338"/>
                  </a:lnTo>
                  <a:lnTo>
                    <a:pt x="374140" y="528520"/>
                  </a:lnTo>
                  <a:lnTo>
                    <a:pt x="327218" y="541195"/>
                  </a:lnTo>
                  <a:lnTo>
                    <a:pt x="277368" y="545592"/>
                  </a:lnTo>
                  <a:lnTo>
                    <a:pt x="227517" y="541195"/>
                  </a:lnTo>
                  <a:lnTo>
                    <a:pt x="180595" y="528520"/>
                  </a:lnTo>
                  <a:lnTo>
                    <a:pt x="137385" y="508338"/>
                  </a:lnTo>
                  <a:lnTo>
                    <a:pt x="98673" y="481420"/>
                  </a:lnTo>
                  <a:lnTo>
                    <a:pt x="65241" y="448538"/>
                  </a:lnTo>
                  <a:lnTo>
                    <a:pt x="37874" y="410464"/>
                  </a:lnTo>
                  <a:lnTo>
                    <a:pt x="17355" y="367967"/>
                  </a:lnTo>
                  <a:lnTo>
                    <a:pt x="4469" y="321821"/>
                  </a:lnTo>
                  <a:lnTo>
                    <a:pt x="0" y="272796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1899285" y="2789301"/>
            <a:ext cx="1498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B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905002" y="2179320"/>
            <a:ext cx="4327525" cy="3008630"/>
            <a:chOff x="905002" y="2179320"/>
            <a:chExt cx="4327525" cy="3008630"/>
          </a:xfrm>
        </p:grpSpPr>
        <p:sp>
          <p:nvSpPr>
            <p:cNvPr id="28" name="object 28"/>
            <p:cNvSpPr/>
            <p:nvPr/>
          </p:nvSpPr>
          <p:spPr>
            <a:xfrm>
              <a:off x="1286256" y="2217420"/>
              <a:ext cx="3014980" cy="1689735"/>
            </a:xfrm>
            <a:custGeom>
              <a:avLst/>
              <a:gdLst/>
              <a:ahLst/>
              <a:cxnLst/>
              <a:rect l="l" t="t" r="r" b="b"/>
              <a:pathLst>
                <a:path w="3014979" h="1689735">
                  <a:moveTo>
                    <a:pt x="1242314" y="39624"/>
                  </a:moveTo>
                  <a:lnTo>
                    <a:pt x="883919" y="543813"/>
                  </a:lnTo>
                </a:path>
                <a:path w="3014979" h="1689735">
                  <a:moveTo>
                    <a:pt x="492251" y="928115"/>
                  </a:moveTo>
                  <a:lnTo>
                    <a:pt x="0" y="1600834"/>
                  </a:lnTo>
                </a:path>
                <a:path w="3014979" h="1689735">
                  <a:moveTo>
                    <a:pt x="1711452" y="0"/>
                  </a:moveTo>
                  <a:lnTo>
                    <a:pt x="2188210" y="544194"/>
                  </a:lnTo>
                </a:path>
                <a:path w="3014979" h="1689735">
                  <a:moveTo>
                    <a:pt x="883919" y="928115"/>
                  </a:moveTo>
                  <a:lnTo>
                    <a:pt x="1098931" y="1689607"/>
                  </a:lnTo>
                </a:path>
                <a:path w="3014979" h="1689735">
                  <a:moveTo>
                    <a:pt x="2513076" y="1008888"/>
                  </a:moveTo>
                  <a:lnTo>
                    <a:pt x="3014980" y="1591563"/>
                  </a:lnTo>
                </a:path>
              </a:pathLst>
            </a:custGeom>
            <a:ln w="7620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911352" y="4800600"/>
              <a:ext cx="451484" cy="381000"/>
            </a:xfrm>
            <a:custGeom>
              <a:avLst/>
              <a:gdLst/>
              <a:ahLst/>
              <a:cxnLst/>
              <a:rect l="l" t="t" r="r" b="b"/>
              <a:pathLst>
                <a:path w="451484" h="381000">
                  <a:moveTo>
                    <a:pt x="451103" y="0"/>
                  </a:moveTo>
                  <a:lnTo>
                    <a:pt x="0" y="0"/>
                  </a:lnTo>
                  <a:lnTo>
                    <a:pt x="0" y="381000"/>
                  </a:lnTo>
                  <a:lnTo>
                    <a:pt x="451103" y="381000"/>
                  </a:lnTo>
                  <a:lnTo>
                    <a:pt x="451103" y="0"/>
                  </a:lnTo>
                  <a:close/>
                </a:path>
              </a:pathLst>
            </a:custGeom>
            <a:solidFill>
              <a:srgbClr val="5382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911352" y="4800600"/>
              <a:ext cx="451484" cy="381000"/>
            </a:xfrm>
            <a:custGeom>
              <a:avLst/>
              <a:gdLst/>
              <a:ahLst/>
              <a:cxnLst/>
              <a:rect l="l" t="t" r="r" b="b"/>
              <a:pathLst>
                <a:path w="451484" h="381000">
                  <a:moveTo>
                    <a:pt x="0" y="381000"/>
                  </a:moveTo>
                  <a:lnTo>
                    <a:pt x="451103" y="381000"/>
                  </a:lnTo>
                  <a:lnTo>
                    <a:pt x="451103" y="0"/>
                  </a:lnTo>
                  <a:lnTo>
                    <a:pt x="0" y="0"/>
                  </a:lnTo>
                  <a:lnTo>
                    <a:pt x="0" y="381000"/>
                  </a:lnTo>
                  <a:close/>
                </a:path>
              </a:pathLst>
            </a:custGeom>
            <a:ln w="12699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774692" y="4773168"/>
              <a:ext cx="451484" cy="381000"/>
            </a:xfrm>
            <a:custGeom>
              <a:avLst/>
              <a:gdLst/>
              <a:ahLst/>
              <a:cxnLst/>
              <a:rect l="l" t="t" r="r" b="b"/>
              <a:pathLst>
                <a:path w="451485" h="381000">
                  <a:moveTo>
                    <a:pt x="451103" y="0"/>
                  </a:moveTo>
                  <a:lnTo>
                    <a:pt x="0" y="0"/>
                  </a:lnTo>
                  <a:lnTo>
                    <a:pt x="0" y="380999"/>
                  </a:lnTo>
                  <a:lnTo>
                    <a:pt x="451103" y="380999"/>
                  </a:lnTo>
                  <a:lnTo>
                    <a:pt x="451103" y="0"/>
                  </a:lnTo>
                  <a:close/>
                </a:path>
              </a:pathLst>
            </a:custGeom>
            <a:solidFill>
              <a:srgbClr val="5382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774692" y="4773168"/>
              <a:ext cx="451484" cy="381000"/>
            </a:xfrm>
            <a:custGeom>
              <a:avLst/>
              <a:gdLst/>
              <a:ahLst/>
              <a:cxnLst/>
              <a:rect l="l" t="t" r="r" b="b"/>
              <a:pathLst>
                <a:path w="451485" h="381000">
                  <a:moveTo>
                    <a:pt x="0" y="380999"/>
                  </a:moveTo>
                  <a:lnTo>
                    <a:pt x="451103" y="380999"/>
                  </a:lnTo>
                  <a:lnTo>
                    <a:pt x="451103" y="0"/>
                  </a:lnTo>
                  <a:lnTo>
                    <a:pt x="0" y="0"/>
                  </a:lnTo>
                  <a:lnTo>
                    <a:pt x="0" y="380999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225040" y="4800600"/>
              <a:ext cx="451484" cy="381000"/>
            </a:xfrm>
            <a:custGeom>
              <a:avLst/>
              <a:gdLst/>
              <a:ahLst/>
              <a:cxnLst/>
              <a:rect l="l" t="t" r="r" b="b"/>
              <a:pathLst>
                <a:path w="451485" h="381000">
                  <a:moveTo>
                    <a:pt x="451104" y="0"/>
                  </a:moveTo>
                  <a:lnTo>
                    <a:pt x="0" y="0"/>
                  </a:lnTo>
                  <a:lnTo>
                    <a:pt x="0" y="381000"/>
                  </a:lnTo>
                  <a:lnTo>
                    <a:pt x="451104" y="381000"/>
                  </a:lnTo>
                  <a:lnTo>
                    <a:pt x="451104" y="0"/>
                  </a:lnTo>
                  <a:close/>
                </a:path>
              </a:pathLst>
            </a:custGeom>
            <a:solidFill>
              <a:srgbClr val="5382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225040" y="4800600"/>
              <a:ext cx="451484" cy="381000"/>
            </a:xfrm>
            <a:custGeom>
              <a:avLst/>
              <a:gdLst/>
              <a:ahLst/>
              <a:cxnLst/>
              <a:rect l="l" t="t" r="r" b="b"/>
              <a:pathLst>
                <a:path w="451485" h="381000">
                  <a:moveTo>
                    <a:pt x="0" y="381000"/>
                  </a:moveTo>
                  <a:lnTo>
                    <a:pt x="451104" y="381000"/>
                  </a:lnTo>
                  <a:lnTo>
                    <a:pt x="451104" y="0"/>
                  </a:lnTo>
                  <a:lnTo>
                    <a:pt x="0" y="0"/>
                  </a:lnTo>
                  <a:lnTo>
                    <a:pt x="0" y="381000"/>
                  </a:lnTo>
                  <a:close/>
                </a:path>
              </a:pathLst>
            </a:custGeom>
            <a:ln w="12699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194303" y="3835908"/>
              <a:ext cx="451484" cy="381000"/>
            </a:xfrm>
            <a:custGeom>
              <a:avLst/>
              <a:gdLst/>
              <a:ahLst/>
              <a:cxnLst/>
              <a:rect l="l" t="t" r="r" b="b"/>
              <a:pathLst>
                <a:path w="451485" h="381000">
                  <a:moveTo>
                    <a:pt x="451104" y="0"/>
                  </a:moveTo>
                  <a:lnTo>
                    <a:pt x="0" y="0"/>
                  </a:lnTo>
                  <a:lnTo>
                    <a:pt x="0" y="381000"/>
                  </a:lnTo>
                  <a:lnTo>
                    <a:pt x="451104" y="381000"/>
                  </a:lnTo>
                  <a:lnTo>
                    <a:pt x="451104" y="0"/>
                  </a:lnTo>
                  <a:close/>
                </a:path>
              </a:pathLst>
            </a:custGeom>
            <a:solidFill>
              <a:srgbClr val="5382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194303" y="3835908"/>
              <a:ext cx="451484" cy="381000"/>
            </a:xfrm>
            <a:custGeom>
              <a:avLst/>
              <a:gdLst/>
              <a:ahLst/>
              <a:cxnLst/>
              <a:rect l="l" t="t" r="r" b="b"/>
              <a:pathLst>
                <a:path w="451485" h="381000">
                  <a:moveTo>
                    <a:pt x="0" y="381000"/>
                  </a:moveTo>
                  <a:lnTo>
                    <a:pt x="451104" y="381000"/>
                  </a:lnTo>
                  <a:lnTo>
                    <a:pt x="451104" y="0"/>
                  </a:lnTo>
                  <a:lnTo>
                    <a:pt x="0" y="0"/>
                  </a:lnTo>
                  <a:lnTo>
                    <a:pt x="0" y="381000"/>
                  </a:lnTo>
                  <a:close/>
                </a:path>
              </a:pathLst>
            </a:custGeom>
            <a:ln w="12699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893819" y="4780788"/>
              <a:ext cx="451484" cy="381000"/>
            </a:xfrm>
            <a:custGeom>
              <a:avLst/>
              <a:gdLst/>
              <a:ahLst/>
              <a:cxnLst/>
              <a:rect l="l" t="t" r="r" b="b"/>
              <a:pathLst>
                <a:path w="451485" h="381000">
                  <a:moveTo>
                    <a:pt x="451103" y="0"/>
                  </a:moveTo>
                  <a:lnTo>
                    <a:pt x="0" y="0"/>
                  </a:lnTo>
                  <a:lnTo>
                    <a:pt x="0" y="381000"/>
                  </a:lnTo>
                  <a:lnTo>
                    <a:pt x="451103" y="381000"/>
                  </a:lnTo>
                  <a:lnTo>
                    <a:pt x="451103" y="0"/>
                  </a:lnTo>
                  <a:close/>
                </a:path>
              </a:pathLst>
            </a:custGeom>
            <a:solidFill>
              <a:srgbClr val="5382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893819" y="4780788"/>
              <a:ext cx="451484" cy="381000"/>
            </a:xfrm>
            <a:custGeom>
              <a:avLst/>
              <a:gdLst/>
              <a:ahLst/>
              <a:cxnLst/>
              <a:rect l="l" t="t" r="r" b="b"/>
              <a:pathLst>
                <a:path w="451485" h="381000">
                  <a:moveTo>
                    <a:pt x="0" y="381000"/>
                  </a:moveTo>
                  <a:lnTo>
                    <a:pt x="451103" y="381000"/>
                  </a:lnTo>
                  <a:lnTo>
                    <a:pt x="451103" y="0"/>
                  </a:lnTo>
                  <a:lnTo>
                    <a:pt x="0" y="0"/>
                  </a:lnTo>
                  <a:lnTo>
                    <a:pt x="0" y="381000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136904" y="3215640"/>
              <a:ext cx="3863975" cy="1653539"/>
            </a:xfrm>
            <a:custGeom>
              <a:avLst/>
              <a:gdLst/>
              <a:ahLst/>
              <a:cxnLst/>
              <a:rect l="l" t="t" r="r" b="b"/>
              <a:pathLst>
                <a:path w="3863975" h="1653539">
                  <a:moveTo>
                    <a:pt x="51777" y="1129284"/>
                  </a:moveTo>
                  <a:lnTo>
                    <a:pt x="0" y="1584833"/>
                  </a:lnTo>
                </a:path>
                <a:path w="3863975" h="1653539">
                  <a:moveTo>
                    <a:pt x="1403604" y="1197864"/>
                  </a:moveTo>
                  <a:lnTo>
                    <a:pt x="1351788" y="1653413"/>
                  </a:lnTo>
                </a:path>
                <a:path w="3863975" h="1653539">
                  <a:moveTo>
                    <a:pt x="2357247" y="0"/>
                  </a:moveTo>
                  <a:lnTo>
                    <a:pt x="2282952" y="619506"/>
                  </a:lnTo>
                </a:path>
                <a:path w="3863975" h="1653539">
                  <a:moveTo>
                    <a:pt x="3187319" y="1005840"/>
                  </a:moveTo>
                  <a:lnTo>
                    <a:pt x="2982468" y="1565148"/>
                  </a:lnTo>
                </a:path>
                <a:path w="3863975" h="1653539">
                  <a:moveTo>
                    <a:pt x="3503676" y="982980"/>
                  </a:moveTo>
                  <a:lnTo>
                    <a:pt x="3863721" y="1558544"/>
                  </a:lnTo>
                </a:path>
              </a:pathLst>
            </a:custGeom>
            <a:ln w="635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0" name="object 40"/>
          <p:cNvGrpSpPr/>
          <p:nvPr/>
        </p:nvGrpSpPr>
        <p:grpSpPr>
          <a:xfrm>
            <a:off x="8211057" y="1945894"/>
            <a:ext cx="567690" cy="556895"/>
            <a:chOff x="8211057" y="1945894"/>
            <a:chExt cx="567690" cy="556895"/>
          </a:xfrm>
        </p:grpSpPr>
        <p:sp>
          <p:nvSpPr>
            <p:cNvPr id="41" name="object 41"/>
            <p:cNvSpPr/>
            <p:nvPr/>
          </p:nvSpPr>
          <p:spPr>
            <a:xfrm>
              <a:off x="8217407" y="1952244"/>
              <a:ext cx="554990" cy="544195"/>
            </a:xfrm>
            <a:custGeom>
              <a:avLst/>
              <a:gdLst/>
              <a:ahLst/>
              <a:cxnLst/>
              <a:rect l="l" t="t" r="r" b="b"/>
              <a:pathLst>
                <a:path w="554990" h="544194">
                  <a:moveTo>
                    <a:pt x="277368" y="0"/>
                  </a:moveTo>
                  <a:lnTo>
                    <a:pt x="227517" y="4382"/>
                  </a:lnTo>
                  <a:lnTo>
                    <a:pt x="180595" y="17019"/>
                  </a:lnTo>
                  <a:lnTo>
                    <a:pt x="137385" y="37140"/>
                  </a:lnTo>
                  <a:lnTo>
                    <a:pt x="98673" y="63978"/>
                  </a:lnTo>
                  <a:lnTo>
                    <a:pt x="65241" y="96765"/>
                  </a:lnTo>
                  <a:lnTo>
                    <a:pt x="37874" y="134732"/>
                  </a:lnTo>
                  <a:lnTo>
                    <a:pt x="17355" y="177112"/>
                  </a:lnTo>
                  <a:lnTo>
                    <a:pt x="4469" y="223135"/>
                  </a:lnTo>
                  <a:lnTo>
                    <a:pt x="0" y="272033"/>
                  </a:lnTo>
                  <a:lnTo>
                    <a:pt x="4469" y="320932"/>
                  </a:lnTo>
                  <a:lnTo>
                    <a:pt x="17355" y="366955"/>
                  </a:lnTo>
                  <a:lnTo>
                    <a:pt x="37874" y="409335"/>
                  </a:lnTo>
                  <a:lnTo>
                    <a:pt x="65241" y="447302"/>
                  </a:lnTo>
                  <a:lnTo>
                    <a:pt x="98673" y="480089"/>
                  </a:lnTo>
                  <a:lnTo>
                    <a:pt x="137385" y="506927"/>
                  </a:lnTo>
                  <a:lnTo>
                    <a:pt x="180595" y="527048"/>
                  </a:lnTo>
                  <a:lnTo>
                    <a:pt x="227517" y="539685"/>
                  </a:lnTo>
                  <a:lnTo>
                    <a:pt x="277368" y="544067"/>
                  </a:lnTo>
                  <a:lnTo>
                    <a:pt x="327218" y="539685"/>
                  </a:lnTo>
                  <a:lnTo>
                    <a:pt x="374140" y="527048"/>
                  </a:lnTo>
                  <a:lnTo>
                    <a:pt x="417350" y="506927"/>
                  </a:lnTo>
                  <a:lnTo>
                    <a:pt x="456062" y="480089"/>
                  </a:lnTo>
                  <a:lnTo>
                    <a:pt x="489494" y="447302"/>
                  </a:lnTo>
                  <a:lnTo>
                    <a:pt x="516861" y="409335"/>
                  </a:lnTo>
                  <a:lnTo>
                    <a:pt x="537380" y="366955"/>
                  </a:lnTo>
                  <a:lnTo>
                    <a:pt x="550266" y="320932"/>
                  </a:lnTo>
                  <a:lnTo>
                    <a:pt x="554736" y="272033"/>
                  </a:lnTo>
                  <a:lnTo>
                    <a:pt x="550266" y="223135"/>
                  </a:lnTo>
                  <a:lnTo>
                    <a:pt x="537380" y="177112"/>
                  </a:lnTo>
                  <a:lnTo>
                    <a:pt x="516861" y="134732"/>
                  </a:lnTo>
                  <a:lnTo>
                    <a:pt x="489494" y="96765"/>
                  </a:lnTo>
                  <a:lnTo>
                    <a:pt x="456062" y="63978"/>
                  </a:lnTo>
                  <a:lnTo>
                    <a:pt x="417350" y="37140"/>
                  </a:lnTo>
                  <a:lnTo>
                    <a:pt x="374140" y="17019"/>
                  </a:lnTo>
                  <a:lnTo>
                    <a:pt x="327218" y="4382"/>
                  </a:lnTo>
                  <a:lnTo>
                    <a:pt x="277368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8217407" y="1952244"/>
              <a:ext cx="554990" cy="544195"/>
            </a:xfrm>
            <a:custGeom>
              <a:avLst/>
              <a:gdLst/>
              <a:ahLst/>
              <a:cxnLst/>
              <a:rect l="l" t="t" r="r" b="b"/>
              <a:pathLst>
                <a:path w="554990" h="544194">
                  <a:moveTo>
                    <a:pt x="0" y="272033"/>
                  </a:moveTo>
                  <a:lnTo>
                    <a:pt x="4469" y="223135"/>
                  </a:lnTo>
                  <a:lnTo>
                    <a:pt x="17355" y="177112"/>
                  </a:lnTo>
                  <a:lnTo>
                    <a:pt x="37874" y="134732"/>
                  </a:lnTo>
                  <a:lnTo>
                    <a:pt x="65241" y="96765"/>
                  </a:lnTo>
                  <a:lnTo>
                    <a:pt x="98673" y="63978"/>
                  </a:lnTo>
                  <a:lnTo>
                    <a:pt x="137385" y="37140"/>
                  </a:lnTo>
                  <a:lnTo>
                    <a:pt x="180595" y="17019"/>
                  </a:lnTo>
                  <a:lnTo>
                    <a:pt x="227517" y="4382"/>
                  </a:lnTo>
                  <a:lnTo>
                    <a:pt x="277368" y="0"/>
                  </a:lnTo>
                  <a:lnTo>
                    <a:pt x="327218" y="4382"/>
                  </a:lnTo>
                  <a:lnTo>
                    <a:pt x="374140" y="17019"/>
                  </a:lnTo>
                  <a:lnTo>
                    <a:pt x="417350" y="37140"/>
                  </a:lnTo>
                  <a:lnTo>
                    <a:pt x="456062" y="63978"/>
                  </a:lnTo>
                  <a:lnTo>
                    <a:pt x="489494" y="96765"/>
                  </a:lnTo>
                  <a:lnTo>
                    <a:pt x="516861" y="134732"/>
                  </a:lnTo>
                  <a:lnTo>
                    <a:pt x="537380" y="177112"/>
                  </a:lnTo>
                  <a:lnTo>
                    <a:pt x="550266" y="223135"/>
                  </a:lnTo>
                  <a:lnTo>
                    <a:pt x="554736" y="272033"/>
                  </a:lnTo>
                  <a:lnTo>
                    <a:pt x="550266" y="320932"/>
                  </a:lnTo>
                  <a:lnTo>
                    <a:pt x="537380" y="366955"/>
                  </a:lnTo>
                  <a:lnTo>
                    <a:pt x="516861" y="409335"/>
                  </a:lnTo>
                  <a:lnTo>
                    <a:pt x="489494" y="447302"/>
                  </a:lnTo>
                  <a:lnTo>
                    <a:pt x="456062" y="480089"/>
                  </a:lnTo>
                  <a:lnTo>
                    <a:pt x="417350" y="506927"/>
                  </a:lnTo>
                  <a:lnTo>
                    <a:pt x="374140" y="527048"/>
                  </a:lnTo>
                  <a:lnTo>
                    <a:pt x="327218" y="539685"/>
                  </a:lnTo>
                  <a:lnTo>
                    <a:pt x="277368" y="544067"/>
                  </a:lnTo>
                  <a:lnTo>
                    <a:pt x="227517" y="539685"/>
                  </a:lnTo>
                  <a:lnTo>
                    <a:pt x="180595" y="527048"/>
                  </a:lnTo>
                  <a:lnTo>
                    <a:pt x="137385" y="506927"/>
                  </a:lnTo>
                  <a:lnTo>
                    <a:pt x="98673" y="480089"/>
                  </a:lnTo>
                  <a:lnTo>
                    <a:pt x="65241" y="447302"/>
                  </a:lnTo>
                  <a:lnTo>
                    <a:pt x="37874" y="409335"/>
                  </a:lnTo>
                  <a:lnTo>
                    <a:pt x="17355" y="366955"/>
                  </a:lnTo>
                  <a:lnTo>
                    <a:pt x="4469" y="320932"/>
                  </a:lnTo>
                  <a:lnTo>
                    <a:pt x="0" y="272033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8409178" y="2059685"/>
            <a:ext cx="1701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G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7526781" y="2776473"/>
            <a:ext cx="567690" cy="556895"/>
            <a:chOff x="7526781" y="2776473"/>
            <a:chExt cx="567690" cy="556895"/>
          </a:xfrm>
        </p:grpSpPr>
        <p:sp>
          <p:nvSpPr>
            <p:cNvPr id="45" name="object 45"/>
            <p:cNvSpPr/>
            <p:nvPr/>
          </p:nvSpPr>
          <p:spPr>
            <a:xfrm>
              <a:off x="7533131" y="2782823"/>
              <a:ext cx="554990" cy="544195"/>
            </a:xfrm>
            <a:custGeom>
              <a:avLst/>
              <a:gdLst/>
              <a:ahLst/>
              <a:cxnLst/>
              <a:rect l="l" t="t" r="r" b="b"/>
              <a:pathLst>
                <a:path w="554990" h="544195">
                  <a:moveTo>
                    <a:pt x="277368" y="0"/>
                  </a:moveTo>
                  <a:lnTo>
                    <a:pt x="227517" y="4382"/>
                  </a:lnTo>
                  <a:lnTo>
                    <a:pt x="180595" y="17019"/>
                  </a:lnTo>
                  <a:lnTo>
                    <a:pt x="137385" y="37140"/>
                  </a:lnTo>
                  <a:lnTo>
                    <a:pt x="98673" y="63978"/>
                  </a:lnTo>
                  <a:lnTo>
                    <a:pt x="65241" y="96765"/>
                  </a:lnTo>
                  <a:lnTo>
                    <a:pt x="37874" y="134732"/>
                  </a:lnTo>
                  <a:lnTo>
                    <a:pt x="17355" y="177112"/>
                  </a:lnTo>
                  <a:lnTo>
                    <a:pt x="4469" y="223135"/>
                  </a:lnTo>
                  <a:lnTo>
                    <a:pt x="0" y="272034"/>
                  </a:lnTo>
                  <a:lnTo>
                    <a:pt x="4469" y="320932"/>
                  </a:lnTo>
                  <a:lnTo>
                    <a:pt x="17355" y="366955"/>
                  </a:lnTo>
                  <a:lnTo>
                    <a:pt x="37874" y="409335"/>
                  </a:lnTo>
                  <a:lnTo>
                    <a:pt x="65241" y="447302"/>
                  </a:lnTo>
                  <a:lnTo>
                    <a:pt x="98673" y="480089"/>
                  </a:lnTo>
                  <a:lnTo>
                    <a:pt x="137385" y="506927"/>
                  </a:lnTo>
                  <a:lnTo>
                    <a:pt x="180595" y="527048"/>
                  </a:lnTo>
                  <a:lnTo>
                    <a:pt x="227517" y="539685"/>
                  </a:lnTo>
                  <a:lnTo>
                    <a:pt x="277368" y="544067"/>
                  </a:lnTo>
                  <a:lnTo>
                    <a:pt x="327218" y="539685"/>
                  </a:lnTo>
                  <a:lnTo>
                    <a:pt x="374140" y="527048"/>
                  </a:lnTo>
                  <a:lnTo>
                    <a:pt x="417350" y="506927"/>
                  </a:lnTo>
                  <a:lnTo>
                    <a:pt x="456062" y="480089"/>
                  </a:lnTo>
                  <a:lnTo>
                    <a:pt x="489494" y="447302"/>
                  </a:lnTo>
                  <a:lnTo>
                    <a:pt x="516861" y="409335"/>
                  </a:lnTo>
                  <a:lnTo>
                    <a:pt x="537380" y="366955"/>
                  </a:lnTo>
                  <a:lnTo>
                    <a:pt x="550266" y="320932"/>
                  </a:lnTo>
                  <a:lnTo>
                    <a:pt x="554736" y="272034"/>
                  </a:lnTo>
                  <a:lnTo>
                    <a:pt x="550266" y="223135"/>
                  </a:lnTo>
                  <a:lnTo>
                    <a:pt x="537380" y="177112"/>
                  </a:lnTo>
                  <a:lnTo>
                    <a:pt x="516861" y="134732"/>
                  </a:lnTo>
                  <a:lnTo>
                    <a:pt x="489494" y="96765"/>
                  </a:lnTo>
                  <a:lnTo>
                    <a:pt x="456062" y="63978"/>
                  </a:lnTo>
                  <a:lnTo>
                    <a:pt x="417350" y="37140"/>
                  </a:lnTo>
                  <a:lnTo>
                    <a:pt x="374140" y="17019"/>
                  </a:lnTo>
                  <a:lnTo>
                    <a:pt x="327218" y="4382"/>
                  </a:lnTo>
                  <a:lnTo>
                    <a:pt x="277368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7533131" y="2782823"/>
              <a:ext cx="554990" cy="544195"/>
            </a:xfrm>
            <a:custGeom>
              <a:avLst/>
              <a:gdLst/>
              <a:ahLst/>
              <a:cxnLst/>
              <a:rect l="l" t="t" r="r" b="b"/>
              <a:pathLst>
                <a:path w="554990" h="544195">
                  <a:moveTo>
                    <a:pt x="0" y="272034"/>
                  </a:moveTo>
                  <a:lnTo>
                    <a:pt x="4469" y="223135"/>
                  </a:lnTo>
                  <a:lnTo>
                    <a:pt x="17355" y="177112"/>
                  </a:lnTo>
                  <a:lnTo>
                    <a:pt x="37874" y="134732"/>
                  </a:lnTo>
                  <a:lnTo>
                    <a:pt x="65241" y="96765"/>
                  </a:lnTo>
                  <a:lnTo>
                    <a:pt x="98673" y="63978"/>
                  </a:lnTo>
                  <a:lnTo>
                    <a:pt x="137385" y="37140"/>
                  </a:lnTo>
                  <a:lnTo>
                    <a:pt x="180595" y="17019"/>
                  </a:lnTo>
                  <a:lnTo>
                    <a:pt x="227517" y="4382"/>
                  </a:lnTo>
                  <a:lnTo>
                    <a:pt x="277368" y="0"/>
                  </a:lnTo>
                  <a:lnTo>
                    <a:pt x="327218" y="4382"/>
                  </a:lnTo>
                  <a:lnTo>
                    <a:pt x="374140" y="17019"/>
                  </a:lnTo>
                  <a:lnTo>
                    <a:pt x="417350" y="37140"/>
                  </a:lnTo>
                  <a:lnTo>
                    <a:pt x="456062" y="63978"/>
                  </a:lnTo>
                  <a:lnTo>
                    <a:pt x="489494" y="96765"/>
                  </a:lnTo>
                  <a:lnTo>
                    <a:pt x="516861" y="134732"/>
                  </a:lnTo>
                  <a:lnTo>
                    <a:pt x="537380" y="177112"/>
                  </a:lnTo>
                  <a:lnTo>
                    <a:pt x="550266" y="223135"/>
                  </a:lnTo>
                  <a:lnTo>
                    <a:pt x="554736" y="272034"/>
                  </a:lnTo>
                  <a:lnTo>
                    <a:pt x="550266" y="320932"/>
                  </a:lnTo>
                  <a:lnTo>
                    <a:pt x="537380" y="366955"/>
                  </a:lnTo>
                  <a:lnTo>
                    <a:pt x="516861" y="409335"/>
                  </a:lnTo>
                  <a:lnTo>
                    <a:pt x="489494" y="447302"/>
                  </a:lnTo>
                  <a:lnTo>
                    <a:pt x="456062" y="480089"/>
                  </a:lnTo>
                  <a:lnTo>
                    <a:pt x="417350" y="506927"/>
                  </a:lnTo>
                  <a:lnTo>
                    <a:pt x="374140" y="527048"/>
                  </a:lnTo>
                  <a:lnTo>
                    <a:pt x="327218" y="539685"/>
                  </a:lnTo>
                  <a:lnTo>
                    <a:pt x="277368" y="544067"/>
                  </a:lnTo>
                  <a:lnTo>
                    <a:pt x="227517" y="539685"/>
                  </a:lnTo>
                  <a:lnTo>
                    <a:pt x="180595" y="527048"/>
                  </a:lnTo>
                  <a:lnTo>
                    <a:pt x="137385" y="506927"/>
                  </a:lnTo>
                  <a:lnTo>
                    <a:pt x="98673" y="480089"/>
                  </a:lnTo>
                  <a:lnTo>
                    <a:pt x="65241" y="447302"/>
                  </a:lnTo>
                  <a:lnTo>
                    <a:pt x="37874" y="409335"/>
                  </a:lnTo>
                  <a:lnTo>
                    <a:pt x="17355" y="366955"/>
                  </a:lnTo>
                  <a:lnTo>
                    <a:pt x="4469" y="320932"/>
                  </a:lnTo>
                  <a:lnTo>
                    <a:pt x="0" y="272034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7726806" y="2890265"/>
            <a:ext cx="1682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9050781" y="2749042"/>
            <a:ext cx="567690" cy="556895"/>
            <a:chOff x="9050781" y="2749042"/>
            <a:chExt cx="567690" cy="556895"/>
          </a:xfrm>
        </p:grpSpPr>
        <p:sp>
          <p:nvSpPr>
            <p:cNvPr id="49" name="object 49"/>
            <p:cNvSpPr/>
            <p:nvPr/>
          </p:nvSpPr>
          <p:spPr>
            <a:xfrm>
              <a:off x="9057131" y="2755392"/>
              <a:ext cx="554990" cy="544195"/>
            </a:xfrm>
            <a:custGeom>
              <a:avLst/>
              <a:gdLst/>
              <a:ahLst/>
              <a:cxnLst/>
              <a:rect l="l" t="t" r="r" b="b"/>
              <a:pathLst>
                <a:path w="554990" h="544195">
                  <a:moveTo>
                    <a:pt x="277368" y="0"/>
                  </a:moveTo>
                  <a:lnTo>
                    <a:pt x="227517" y="4382"/>
                  </a:lnTo>
                  <a:lnTo>
                    <a:pt x="180595" y="17019"/>
                  </a:lnTo>
                  <a:lnTo>
                    <a:pt x="137385" y="37140"/>
                  </a:lnTo>
                  <a:lnTo>
                    <a:pt x="98673" y="63978"/>
                  </a:lnTo>
                  <a:lnTo>
                    <a:pt x="65241" y="96765"/>
                  </a:lnTo>
                  <a:lnTo>
                    <a:pt x="37874" y="134732"/>
                  </a:lnTo>
                  <a:lnTo>
                    <a:pt x="17355" y="177112"/>
                  </a:lnTo>
                  <a:lnTo>
                    <a:pt x="4469" y="223135"/>
                  </a:lnTo>
                  <a:lnTo>
                    <a:pt x="0" y="272034"/>
                  </a:lnTo>
                  <a:lnTo>
                    <a:pt x="4469" y="320932"/>
                  </a:lnTo>
                  <a:lnTo>
                    <a:pt x="17355" y="366955"/>
                  </a:lnTo>
                  <a:lnTo>
                    <a:pt x="37874" y="409335"/>
                  </a:lnTo>
                  <a:lnTo>
                    <a:pt x="65241" y="447302"/>
                  </a:lnTo>
                  <a:lnTo>
                    <a:pt x="98673" y="480089"/>
                  </a:lnTo>
                  <a:lnTo>
                    <a:pt x="137385" y="506927"/>
                  </a:lnTo>
                  <a:lnTo>
                    <a:pt x="180595" y="527048"/>
                  </a:lnTo>
                  <a:lnTo>
                    <a:pt x="227517" y="539685"/>
                  </a:lnTo>
                  <a:lnTo>
                    <a:pt x="277368" y="544068"/>
                  </a:lnTo>
                  <a:lnTo>
                    <a:pt x="327218" y="539685"/>
                  </a:lnTo>
                  <a:lnTo>
                    <a:pt x="374140" y="527048"/>
                  </a:lnTo>
                  <a:lnTo>
                    <a:pt x="417350" y="506927"/>
                  </a:lnTo>
                  <a:lnTo>
                    <a:pt x="456062" y="480089"/>
                  </a:lnTo>
                  <a:lnTo>
                    <a:pt x="489494" y="447302"/>
                  </a:lnTo>
                  <a:lnTo>
                    <a:pt x="516861" y="409335"/>
                  </a:lnTo>
                  <a:lnTo>
                    <a:pt x="537380" y="366955"/>
                  </a:lnTo>
                  <a:lnTo>
                    <a:pt x="550266" y="320932"/>
                  </a:lnTo>
                  <a:lnTo>
                    <a:pt x="554736" y="272034"/>
                  </a:lnTo>
                  <a:lnTo>
                    <a:pt x="550266" y="223135"/>
                  </a:lnTo>
                  <a:lnTo>
                    <a:pt x="537380" y="177112"/>
                  </a:lnTo>
                  <a:lnTo>
                    <a:pt x="516861" y="134732"/>
                  </a:lnTo>
                  <a:lnTo>
                    <a:pt x="489494" y="96765"/>
                  </a:lnTo>
                  <a:lnTo>
                    <a:pt x="456062" y="63978"/>
                  </a:lnTo>
                  <a:lnTo>
                    <a:pt x="417350" y="37140"/>
                  </a:lnTo>
                  <a:lnTo>
                    <a:pt x="374140" y="17019"/>
                  </a:lnTo>
                  <a:lnTo>
                    <a:pt x="327218" y="4382"/>
                  </a:lnTo>
                  <a:lnTo>
                    <a:pt x="277368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9057131" y="2755392"/>
              <a:ext cx="554990" cy="544195"/>
            </a:xfrm>
            <a:custGeom>
              <a:avLst/>
              <a:gdLst/>
              <a:ahLst/>
              <a:cxnLst/>
              <a:rect l="l" t="t" r="r" b="b"/>
              <a:pathLst>
                <a:path w="554990" h="544195">
                  <a:moveTo>
                    <a:pt x="0" y="272034"/>
                  </a:moveTo>
                  <a:lnTo>
                    <a:pt x="4469" y="223135"/>
                  </a:lnTo>
                  <a:lnTo>
                    <a:pt x="17355" y="177112"/>
                  </a:lnTo>
                  <a:lnTo>
                    <a:pt x="37874" y="134732"/>
                  </a:lnTo>
                  <a:lnTo>
                    <a:pt x="65241" y="96765"/>
                  </a:lnTo>
                  <a:lnTo>
                    <a:pt x="98673" y="63978"/>
                  </a:lnTo>
                  <a:lnTo>
                    <a:pt x="137385" y="37140"/>
                  </a:lnTo>
                  <a:lnTo>
                    <a:pt x="180595" y="17019"/>
                  </a:lnTo>
                  <a:lnTo>
                    <a:pt x="227517" y="4382"/>
                  </a:lnTo>
                  <a:lnTo>
                    <a:pt x="277368" y="0"/>
                  </a:lnTo>
                  <a:lnTo>
                    <a:pt x="327218" y="4382"/>
                  </a:lnTo>
                  <a:lnTo>
                    <a:pt x="374140" y="17019"/>
                  </a:lnTo>
                  <a:lnTo>
                    <a:pt x="417350" y="37140"/>
                  </a:lnTo>
                  <a:lnTo>
                    <a:pt x="456062" y="63978"/>
                  </a:lnTo>
                  <a:lnTo>
                    <a:pt x="489494" y="96765"/>
                  </a:lnTo>
                  <a:lnTo>
                    <a:pt x="516861" y="134732"/>
                  </a:lnTo>
                  <a:lnTo>
                    <a:pt x="537380" y="177112"/>
                  </a:lnTo>
                  <a:lnTo>
                    <a:pt x="550266" y="223135"/>
                  </a:lnTo>
                  <a:lnTo>
                    <a:pt x="554736" y="272034"/>
                  </a:lnTo>
                  <a:lnTo>
                    <a:pt x="550266" y="320932"/>
                  </a:lnTo>
                  <a:lnTo>
                    <a:pt x="537380" y="366955"/>
                  </a:lnTo>
                  <a:lnTo>
                    <a:pt x="516861" y="409335"/>
                  </a:lnTo>
                  <a:lnTo>
                    <a:pt x="489494" y="447302"/>
                  </a:lnTo>
                  <a:lnTo>
                    <a:pt x="456062" y="480089"/>
                  </a:lnTo>
                  <a:lnTo>
                    <a:pt x="417350" y="506927"/>
                  </a:lnTo>
                  <a:lnTo>
                    <a:pt x="374140" y="527048"/>
                  </a:lnTo>
                  <a:lnTo>
                    <a:pt x="327218" y="539685"/>
                  </a:lnTo>
                  <a:lnTo>
                    <a:pt x="277368" y="544068"/>
                  </a:lnTo>
                  <a:lnTo>
                    <a:pt x="227517" y="539685"/>
                  </a:lnTo>
                  <a:lnTo>
                    <a:pt x="180595" y="527048"/>
                  </a:lnTo>
                  <a:lnTo>
                    <a:pt x="137385" y="506927"/>
                  </a:lnTo>
                  <a:lnTo>
                    <a:pt x="98673" y="480089"/>
                  </a:lnTo>
                  <a:lnTo>
                    <a:pt x="65241" y="447302"/>
                  </a:lnTo>
                  <a:lnTo>
                    <a:pt x="37874" y="409335"/>
                  </a:lnTo>
                  <a:lnTo>
                    <a:pt x="17355" y="366955"/>
                  </a:lnTo>
                  <a:lnTo>
                    <a:pt x="4469" y="320932"/>
                  </a:lnTo>
                  <a:lnTo>
                    <a:pt x="0" y="272034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51"/>
          <p:cNvSpPr txBox="1"/>
          <p:nvPr/>
        </p:nvSpPr>
        <p:spPr>
          <a:xfrm>
            <a:off x="9293732" y="2862529"/>
            <a:ext cx="8318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6894321" y="3722878"/>
            <a:ext cx="567690" cy="556895"/>
            <a:chOff x="6894321" y="3722878"/>
            <a:chExt cx="567690" cy="556895"/>
          </a:xfrm>
        </p:grpSpPr>
        <p:sp>
          <p:nvSpPr>
            <p:cNvPr id="53" name="object 53"/>
            <p:cNvSpPr/>
            <p:nvPr/>
          </p:nvSpPr>
          <p:spPr>
            <a:xfrm>
              <a:off x="6900671" y="3729228"/>
              <a:ext cx="554990" cy="544195"/>
            </a:xfrm>
            <a:custGeom>
              <a:avLst/>
              <a:gdLst/>
              <a:ahLst/>
              <a:cxnLst/>
              <a:rect l="l" t="t" r="r" b="b"/>
              <a:pathLst>
                <a:path w="554990" h="544195">
                  <a:moveTo>
                    <a:pt x="277368" y="0"/>
                  </a:moveTo>
                  <a:lnTo>
                    <a:pt x="227517" y="4382"/>
                  </a:lnTo>
                  <a:lnTo>
                    <a:pt x="180595" y="17019"/>
                  </a:lnTo>
                  <a:lnTo>
                    <a:pt x="137385" y="37140"/>
                  </a:lnTo>
                  <a:lnTo>
                    <a:pt x="98673" y="63978"/>
                  </a:lnTo>
                  <a:lnTo>
                    <a:pt x="65241" y="96765"/>
                  </a:lnTo>
                  <a:lnTo>
                    <a:pt x="37874" y="134732"/>
                  </a:lnTo>
                  <a:lnTo>
                    <a:pt x="17355" y="177112"/>
                  </a:lnTo>
                  <a:lnTo>
                    <a:pt x="4469" y="223135"/>
                  </a:lnTo>
                  <a:lnTo>
                    <a:pt x="0" y="272034"/>
                  </a:lnTo>
                  <a:lnTo>
                    <a:pt x="4469" y="320932"/>
                  </a:lnTo>
                  <a:lnTo>
                    <a:pt x="17355" y="366955"/>
                  </a:lnTo>
                  <a:lnTo>
                    <a:pt x="37874" y="409335"/>
                  </a:lnTo>
                  <a:lnTo>
                    <a:pt x="65241" y="447302"/>
                  </a:lnTo>
                  <a:lnTo>
                    <a:pt x="98673" y="480089"/>
                  </a:lnTo>
                  <a:lnTo>
                    <a:pt x="137385" y="506927"/>
                  </a:lnTo>
                  <a:lnTo>
                    <a:pt x="180595" y="527048"/>
                  </a:lnTo>
                  <a:lnTo>
                    <a:pt x="227517" y="539685"/>
                  </a:lnTo>
                  <a:lnTo>
                    <a:pt x="277368" y="544068"/>
                  </a:lnTo>
                  <a:lnTo>
                    <a:pt x="327218" y="539685"/>
                  </a:lnTo>
                  <a:lnTo>
                    <a:pt x="374140" y="527048"/>
                  </a:lnTo>
                  <a:lnTo>
                    <a:pt x="417350" y="506927"/>
                  </a:lnTo>
                  <a:lnTo>
                    <a:pt x="456062" y="480089"/>
                  </a:lnTo>
                  <a:lnTo>
                    <a:pt x="489494" y="447302"/>
                  </a:lnTo>
                  <a:lnTo>
                    <a:pt x="516861" y="409335"/>
                  </a:lnTo>
                  <a:lnTo>
                    <a:pt x="537380" y="366955"/>
                  </a:lnTo>
                  <a:lnTo>
                    <a:pt x="550266" y="320932"/>
                  </a:lnTo>
                  <a:lnTo>
                    <a:pt x="554735" y="272034"/>
                  </a:lnTo>
                  <a:lnTo>
                    <a:pt x="550266" y="223135"/>
                  </a:lnTo>
                  <a:lnTo>
                    <a:pt x="537380" y="177112"/>
                  </a:lnTo>
                  <a:lnTo>
                    <a:pt x="516861" y="134732"/>
                  </a:lnTo>
                  <a:lnTo>
                    <a:pt x="489494" y="96765"/>
                  </a:lnTo>
                  <a:lnTo>
                    <a:pt x="456062" y="63978"/>
                  </a:lnTo>
                  <a:lnTo>
                    <a:pt x="417350" y="37140"/>
                  </a:lnTo>
                  <a:lnTo>
                    <a:pt x="374140" y="17019"/>
                  </a:lnTo>
                  <a:lnTo>
                    <a:pt x="327218" y="4382"/>
                  </a:lnTo>
                  <a:lnTo>
                    <a:pt x="277368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6900671" y="3729228"/>
              <a:ext cx="554990" cy="544195"/>
            </a:xfrm>
            <a:custGeom>
              <a:avLst/>
              <a:gdLst/>
              <a:ahLst/>
              <a:cxnLst/>
              <a:rect l="l" t="t" r="r" b="b"/>
              <a:pathLst>
                <a:path w="554990" h="544195">
                  <a:moveTo>
                    <a:pt x="0" y="272034"/>
                  </a:moveTo>
                  <a:lnTo>
                    <a:pt x="4469" y="223135"/>
                  </a:lnTo>
                  <a:lnTo>
                    <a:pt x="17355" y="177112"/>
                  </a:lnTo>
                  <a:lnTo>
                    <a:pt x="37874" y="134732"/>
                  </a:lnTo>
                  <a:lnTo>
                    <a:pt x="65241" y="96765"/>
                  </a:lnTo>
                  <a:lnTo>
                    <a:pt x="98673" y="63978"/>
                  </a:lnTo>
                  <a:lnTo>
                    <a:pt x="137385" y="37140"/>
                  </a:lnTo>
                  <a:lnTo>
                    <a:pt x="180595" y="17019"/>
                  </a:lnTo>
                  <a:lnTo>
                    <a:pt x="227517" y="4382"/>
                  </a:lnTo>
                  <a:lnTo>
                    <a:pt x="277368" y="0"/>
                  </a:lnTo>
                  <a:lnTo>
                    <a:pt x="327218" y="4382"/>
                  </a:lnTo>
                  <a:lnTo>
                    <a:pt x="374140" y="17019"/>
                  </a:lnTo>
                  <a:lnTo>
                    <a:pt x="417350" y="37140"/>
                  </a:lnTo>
                  <a:lnTo>
                    <a:pt x="456062" y="63978"/>
                  </a:lnTo>
                  <a:lnTo>
                    <a:pt x="489494" y="96765"/>
                  </a:lnTo>
                  <a:lnTo>
                    <a:pt x="516861" y="134732"/>
                  </a:lnTo>
                  <a:lnTo>
                    <a:pt x="537380" y="177112"/>
                  </a:lnTo>
                  <a:lnTo>
                    <a:pt x="550266" y="223135"/>
                  </a:lnTo>
                  <a:lnTo>
                    <a:pt x="554735" y="272034"/>
                  </a:lnTo>
                  <a:lnTo>
                    <a:pt x="550266" y="320932"/>
                  </a:lnTo>
                  <a:lnTo>
                    <a:pt x="537380" y="366955"/>
                  </a:lnTo>
                  <a:lnTo>
                    <a:pt x="516861" y="409335"/>
                  </a:lnTo>
                  <a:lnTo>
                    <a:pt x="489494" y="447302"/>
                  </a:lnTo>
                  <a:lnTo>
                    <a:pt x="456062" y="480089"/>
                  </a:lnTo>
                  <a:lnTo>
                    <a:pt x="417350" y="506927"/>
                  </a:lnTo>
                  <a:lnTo>
                    <a:pt x="374140" y="527048"/>
                  </a:lnTo>
                  <a:lnTo>
                    <a:pt x="327218" y="539685"/>
                  </a:lnTo>
                  <a:lnTo>
                    <a:pt x="277368" y="544068"/>
                  </a:lnTo>
                  <a:lnTo>
                    <a:pt x="227517" y="539685"/>
                  </a:lnTo>
                  <a:lnTo>
                    <a:pt x="180595" y="527048"/>
                  </a:lnTo>
                  <a:lnTo>
                    <a:pt x="137385" y="506927"/>
                  </a:lnTo>
                  <a:lnTo>
                    <a:pt x="98673" y="480089"/>
                  </a:lnTo>
                  <a:lnTo>
                    <a:pt x="65241" y="447302"/>
                  </a:lnTo>
                  <a:lnTo>
                    <a:pt x="37874" y="409335"/>
                  </a:lnTo>
                  <a:lnTo>
                    <a:pt x="17355" y="366955"/>
                  </a:lnTo>
                  <a:lnTo>
                    <a:pt x="4469" y="320932"/>
                  </a:lnTo>
                  <a:lnTo>
                    <a:pt x="0" y="272034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5" name="object 55"/>
          <p:cNvSpPr txBox="1"/>
          <p:nvPr/>
        </p:nvSpPr>
        <p:spPr>
          <a:xfrm>
            <a:off x="7129398" y="3837178"/>
            <a:ext cx="984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J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56" name="object 56"/>
          <p:cNvGrpSpPr/>
          <p:nvPr/>
        </p:nvGrpSpPr>
        <p:grpSpPr>
          <a:xfrm>
            <a:off x="6443217" y="2333244"/>
            <a:ext cx="3890010" cy="2705735"/>
            <a:chOff x="6443217" y="2333244"/>
            <a:chExt cx="3890010" cy="2705735"/>
          </a:xfrm>
        </p:grpSpPr>
        <p:sp>
          <p:nvSpPr>
            <p:cNvPr id="57" name="object 57"/>
            <p:cNvSpPr/>
            <p:nvPr/>
          </p:nvSpPr>
          <p:spPr>
            <a:xfrm>
              <a:off x="7380731" y="2371344"/>
              <a:ext cx="1757680" cy="1447800"/>
            </a:xfrm>
            <a:custGeom>
              <a:avLst/>
              <a:gdLst/>
              <a:ahLst/>
              <a:cxnLst/>
              <a:rect l="l" t="t" r="r" b="b"/>
              <a:pathLst>
                <a:path w="1757679" h="1447800">
                  <a:moveTo>
                    <a:pt x="1269492" y="0"/>
                  </a:moveTo>
                  <a:lnTo>
                    <a:pt x="1757552" y="463803"/>
                  </a:lnTo>
                </a:path>
                <a:path w="1757679" h="1447800">
                  <a:moveTo>
                    <a:pt x="1016253" y="92963"/>
                  </a:moveTo>
                  <a:lnTo>
                    <a:pt x="626364" y="489965"/>
                  </a:lnTo>
                </a:path>
                <a:path w="1757679" h="1447800">
                  <a:moveTo>
                    <a:pt x="358394" y="943355"/>
                  </a:moveTo>
                  <a:lnTo>
                    <a:pt x="0" y="1447545"/>
                  </a:lnTo>
                </a:path>
              </a:pathLst>
            </a:custGeom>
            <a:ln w="7620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6449567" y="4651248"/>
              <a:ext cx="451484" cy="381000"/>
            </a:xfrm>
            <a:custGeom>
              <a:avLst/>
              <a:gdLst/>
              <a:ahLst/>
              <a:cxnLst/>
              <a:rect l="l" t="t" r="r" b="b"/>
              <a:pathLst>
                <a:path w="451484" h="381000">
                  <a:moveTo>
                    <a:pt x="451104" y="0"/>
                  </a:moveTo>
                  <a:lnTo>
                    <a:pt x="0" y="0"/>
                  </a:lnTo>
                  <a:lnTo>
                    <a:pt x="0" y="381000"/>
                  </a:lnTo>
                  <a:lnTo>
                    <a:pt x="451104" y="381000"/>
                  </a:lnTo>
                  <a:lnTo>
                    <a:pt x="451104" y="0"/>
                  </a:lnTo>
                  <a:close/>
                </a:path>
              </a:pathLst>
            </a:custGeom>
            <a:solidFill>
              <a:srgbClr val="5382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6449567" y="4651248"/>
              <a:ext cx="451484" cy="381000"/>
            </a:xfrm>
            <a:custGeom>
              <a:avLst/>
              <a:gdLst/>
              <a:ahLst/>
              <a:cxnLst/>
              <a:rect l="l" t="t" r="r" b="b"/>
              <a:pathLst>
                <a:path w="451484" h="381000">
                  <a:moveTo>
                    <a:pt x="0" y="381000"/>
                  </a:moveTo>
                  <a:lnTo>
                    <a:pt x="451104" y="381000"/>
                  </a:lnTo>
                  <a:lnTo>
                    <a:pt x="451104" y="0"/>
                  </a:lnTo>
                  <a:lnTo>
                    <a:pt x="0" y="0"/>
                  </a:lnTo>
                  <a:lnTo>
                    <a:pt x="0" y="381000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8087867" y="3777996"/>
              <a:ext cx="451484" cy="381000"/>
            </a:xfrm>
            <a:custGeom>
              <a:avLst/>
              <a:gdLst/>
              <a:ahLst/>
              <a:cxnLst/>
              <a:rect l="l" t="t" r="r" b="b"/>
              <a:pathLst>
                <a:path w="451484" h="381000">
                  <a:moveTo>
                    <a:pt x="451103" y="0"/>
                  </a:moveTo>
                  <a:lnTo>
                    <a:pt x="0" y="0"/>
                  </a:lnTo>
                  <a:lnTo>
                    <a:pt x="0" y="380999"/>
                  </a:lnTo>
                  <a:lnTo>
                    <a:pt x="451103" y="380999"/>
                  </a:lnTo>
                  <a:lnTo>
                    <a:pt x="451103" y="0"/>
                  </a:lnTo>
                  <a:close/>
                </a:path>
              </a:pathLst>
            </a:custGeom>
            <a:solidFill>
              <a:srgbClr val="5382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8087867" y="3777996"/>
              <a:ext cx="451484" cy="381000"/>
            </a:xfrm>
            <a:custGeom>
              <a:avLst/>
              <a:gdLst/>
              <a:ahLst/>
              <a:cxnLst/>
              <a:rect l="l" t="t" r="r" b="b"/>
              <a:pathLst>
                <a:path w="451484" h="381000">
                  <a:moveTo>
                    <a:pt x="0" y="380999"/>
                  </a:moveTo>
                  <a:lnTo>
                    <a:pt x="451103" y="380999"/>
                  </a:lnTo>
                  <a:lnTo>
                    <a:pt x="451103" y="0"/>
                  </a:lnTo>
                  <a:lnTo>
                    <a:pt x="0" y="0"/>
                  </a:lnTo>
                  <a:lnTo>
                    <a:pt x="0" y="380999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8857488" y="3761232"/>
              <a:ext cx="449580" cy="381000"/>
            </a:xfrm>
            <a:custGeom>
              <a:avLst/>
              <a:gdLst/>
              <a:ahLst/>
              <a:cxnLst/>
              <a:rect l="l" t="t" r="r" b="b"/>
              <a:pathLst>
                <a:path w="449579" h="381000">
                  <a:moveTo>
                    <a:pt x="449579" y="0"/>
                  </a:moveTo>
                  <a:lnTo>
                    <a:pt x="0" y="0"/>
                  </a:lnTo>
                  <a:lnTo>
                    <a:pt x="0" y="381000"/>
                  </a:lnTo>
                  <a:lnTo>
                    <a:pt x="449579" y="381000"/>
                  </a:lnTo>
                  <a:lnTo>
                    <a:pt x="449579" y="0"/>
                  </a:lnTo>
                  <a:close/>
                </a:path>
              </a:pathLst>
            </a:custGeom>
            <a:solidFill>
              <a:srgbClr val="5382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8857488" y="3761232"/>
              <a:ext cx="449580" cy="381000"/>
            </a:xfrm>
            <a:custGeom>
              <a:avLst/>
              <a:gdLst/>
              <a:ahLst/>
              <a:cxnLst/>
              <a:rect l="l" t="t" r="r" b="b"/>
              <a:pathLst>
                <a:path w="449579" h="381000">
                  <a:moveTo>
                    <a:pt x="0" y="381000"/>
                  </a:moveTo>
                  <a:lnTo>
                    <a:pt x="449579" y="381000"/>
                  </a:lnTo>
                  <a:lnTo>
                    <a:pt x="449579" y="0"/>
                  </a:lnTo>
                  <a:lnTo>
                    <a:pt x="0" y="0"/>
                  </a:lnTo>
                  <a:lnTo>
                    <a:pt x="0" y="381000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9875520" y="3709416"/>
              <a:ext cx="451484" cy="381000"/>
            </a:xfrm>
            <a:custGeom>
              <a:avLst/>
              <a:gdLst/>
              <a:ahLst/>
              <a:cxnLst/>
              <a:rect l="l" t="t" r="r" b="b"/>
              <a:pathLst>
                <a:path w="451484" h="381000">
                  <a:moveTo>
                    <a:pt x="451103" y="0"/>
                  </a:moveTo>
                  <a:lnTo>
                    <a:pt x="0" y="0"/>
                  </a:lnTo>
                  <a:lnTo>
                    <a:pt x="0" y="380999"/>
                  </a:lnTo>
                  <a:lnTo>
                    <a:pt x="451103" y="380999"/>
                  </a:lnTo>
                  <a:lnTo>
                    <a:pt x="451103" y="0"/>
                  </a:lnTo>
                  <a:close/>
                </a:path>
              </a:pathLst>
            </a:custGeom>
            <a:solidFill>
              <a:srgbClr val="5382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9875520" y="3709416"/>
              <a:ext cx="451484" cy="381000"/>
            </a:xfrm>
            <a:custGeom>
              <a:avLst/>
              <a:gdLst/>
              <a:ahLst/>
              <a:cxnLst/>
              <a:rect l="l" t="t" r="r" b="b"/>
              <a:pathLst>
                <a:path w="451484" h="381000">
                  <a:moveTo>
                    <a:pt x="0" y="380999"/>
                  </a:moveTo>
                  <a:lnTo>
                    <a:pt x="451103" y="380999"/>
                  </a:lnTo>
                  <a:lnTo>
                    <a:pt x="451103" y="0"/>
                  </a:lnTo>
                  <a:lnTo>
                    <a:pt x="0" y="0"/>
                  </a:lnTo>
                  <a:lnTo>
                    <a:pt x="0" y="380999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7380731" y="4619244"/>
              <a:ext cx="451484" cy="381000"/>
            </a:xfrm>
            <a:custGeom>
              <a:avLst/>
              <a:gdLst/>
              <a:ahLst/>
              <a:cxnLst/>
              <a:rect l="l" t="t" r="r" b="b"/>
              <a:pathLst>
                <a:path w="451484" h="381000">
                  <a:moveTo>
                    <a:pt x="451103" y="0"/>
                  </a:moveTo>
                  <a:lnTo>
                    <a:pt x="0" y="0"/>
                  </a:lnTo>
                  <a:lnTo>
                    <a:pt x="0" y="380999"/>
                  </a:lnTo>
                  <a:lnTo>
                    <a:pt x="451103" y="380999"/>
                  </a:lnTo>
                  <a:lnTo>
                    <a:pt x="451103" y="0"/>
                  </a:lnTo>
                  <a:close/>
                </a:path>
              </a:pathLst>
            </a:custGeom>
            <a:solidFill>
              <a:srgbClr val="5382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7380731" y="4619244"/>
              <a:ext cx="451484" cy="381000"/>
            </a:xfrm>
            <a:custGeom>
              <a:avLst/>
              <a:gdLst/>
              <a:ahLst/>
              <a:cxnLst/>
              <a:rect l="l" t="t" r="r" b="b"/>
              <a:pathLst>
                <a:path w="451484" h="381000">
                  <a:moveTo>
                    <a:pt x="0" y="380999"/>
                  </a:moveTo>
                  <a:lnTo>
                    <a:pt x="451103" y="380999"/>
                  </a:lnTo>
                  <a:lnTo>
                    <a:pt x="451103" y="0"/>
                  </a:lnTo>
                  <a:lnTo>
                    <a:pt x="0" y="0"/>
                  </a:lnTo>
                  <a:lnTo>
                    <a:pt x="0" y="380999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6675119" y="3244596"/>
              <a:ext cx="3425825" cy="1406525"/>
            </a:xfrm>
            <a:custGeom>
              <a:avLst/>
              <a:gdLst/>
              <a:ahLst/>
              <a:cxnLst/>
              <a:rect l="l" t="t" r="r" b="b"/>
              <a:pathLst>
                <a:path w="3425825" h="1406525">
                  <a:moveTo>
                    <a:pt x="557910" y="1039367"/>
                  </a:moveTo>
                  <a:lnTo>
                    <a:pt x="0" y="1406397"/>
                  </a:lnTo>
                </a:path>
                <a:path w="3425825" h="1406525">
                  <a:moveTo>
                    <a:pt x="557783" y="1030223"/>
                  </a:moveTo>
                  <a:lnTo>
                    <a:pt x="930528" y="1374520"/>
                  </a:lnTo>
                </a:path>
                <a:path w="3425825" h="1406525">
                  <a:moveTo>
                    <a:pt x="1278635" y="35051"/>
                  </a:moveTo>
                  <a:lnTo>
                    <a:pt x="1638173" y="533272"/>
                  </a:lnTo>
                </a:path>
                <a:path w="3425825" h="1406525">
                  <a:moveTo>
                    <a:pt x="2630043" y="10667"/>
                  </a:moveTo>
                  <a:lnTo>
                    <a:pt x="2407920" y="517143"/>
                  </a:lnTo>
                </a:path>
                <a:path w="3425825" h="1406525">
                  <a:moveTo>
                    <a:pt x="2845307" y="0"/>
                  </a:moveTo>
                  <a:lnTo>
                    <a:pt x="3425825" y="464057"/>
                  </a:lnTo>
                </a:path>
              </a:pathLst>
            </a:custGeom>
            <a:ln w="635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9" name="object 69"/>
          <p:cNvSpPr txBox="1"/>
          <p:nvPr/>
        </p:nvSpPr>
        <p:spPr>
          <a:xfrm>
            <a:off x="698093" y="3796741"/>
            <a:ext cx="1416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2070354" y="3770121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3192907" y="2834766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4820158" y="3624529"/>
            <a:ext cx="1416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1586230" y="2479294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2641473" y="1439036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2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4248"/>
            <a:ext cx="7363459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000000"/>
                </a:solidFill>
              </a:rPr>
              <a:t>Min-</a:t>
            </a:r>
            <a:r>
              <a:rPr spc="-1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Height</a:t>
            </a:r>
            <a:r>
              <a:rPr spc="-2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Biased</a:t>
            </a:r>
            <a:r>
              <a:rPr spc="-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Leftist</a:t>
            </a:r>
            <a:r>
              <a:rPr spc="-30" dirty="0">
                <a:solidFill>
                  <a:srgbClr val="000000"/>
                </a:solidFill>
              </a:rPr>
              <a:t> </a:t>
            </a:r>
            <a:r>
              <a:rPr spc="-20" dirty="0">
                <a:solidFill>
                  <a:srgbClr val="000000"/>
                </a:solidFill>
              </a:rPr>
              <a:t>Tree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459482" y="1782826"/>
            <a:ext cx="567690" cy="556895"/>
            <a:chOff x="2459482" y="1782826"/>
            <a:chExt cx="567690" cy="556895"/>
          </a:xfrm>
        </p:grpSpPr>
        <p:sp>
          <p:nvSpPr>
            <p:cNvPr id="4" name="object 4"/>
            <p:cNvSpPr/>
            <p:nvPr/>
          </p:nvSpPr>
          <p:spPr>
            <a:xfrm>
              <a:off x="2465832" y="1789176"/>
              <a:ext cx="554990" cy="544195"/>
            </a:xfrm>
            <a:custGeom>
              <a:avLst/>
              <a:gdLst/>
              <a:ahLst/>
              <a:cxnLst/>
              <a:rect l="l" t="t" r="r" b="b"/>
              <a:pathLst>
                <a:path w="554989" h="544194">
                  <a:moveTo>
                    <a:pt x="277368" y="0"/>
                  </a:moveTo>
                  <a:lnTo>
                    <a:pt x="227517" y="4382"/>
                  </a:lnTo>
                  <a:lnTo>
                    <a:pt x="180595" y="17019"/>
                  </a:lnTo>
                  <a:lnTo>
                    <a:pt x="137385" y="37140"/>
                  </a:lnTo>
                  <a:lnTo>
                    <a:pt x="98673" y="63978"/>
                  </a:lnTo>
                  <a:lnTo>
                    <a:pt x="65241" y="96765"/>
                  </a:lnTo>
                  <a:lnTo>
                    <a:pt x="37874" y="134732"/>
                  </a:lnTo>
                  <a:lnTo>
                    <a:pt x="17355" y="177112"/>
                  </a:lnTo>
                  <a:lnTo>
                    <a:pt x="4469" y="223135"/>
                  </a:lnTo>
                  <a:lnTo>
                    <a:pt x="0" y="272034"/>
                  </a:lnTo>
                  <a:lnTo>
                    <a:pt x="4469" y="320932"/>
                  </a:lnTo>
                  <a:lnTo>
                    <a:pt x="17355" y="366955"/>
                  </a:lnTo>
                  <a:lnTo>
                    <a:pt x="37874" y="409335"/>
                  </a:lnTo>
                  <a:lnTo>
                    <a:pt x="65241" y="447302"/>
                  </a:lnTo>
                  <a:lnTo>
                    <a:pt x="98673" y="480089"/>
                  </a:lnTo>
                  <a:lnTo>
                    <a:pt x="137385" y="506927"/>
                  </a:lnTo>
                  <a:lnTo>
                    <a:pt x="180595" y="527048"/>
                  </a:lnTo>
                  <a:lnTo>
                    <a:pt x="227517" y="539685"/>
                  </a:lnTo>
                  <a:lnTo>
                    <a:pt x="277368" y="544068"/>
                  </a:lnTo>
                  <a:lnTo>
                    <a:pt x="327218" y="539685"/>
                  </a:lnTo>
                  <a:lnTo>
                    <a:pt x="374140" y="527048"/>
                  </a:lnTo>
                  <a:lnTo>
                    <a:pt x="417350" y="506927"/>
                  </a:lnTo>
                  <a:lnTo>
                    <a:pt x="456062" y="480089"/>
                  </a:lnTo>
                  <a:lnTo>
                    <a:pt x="489494" y="447302"/>
                  </a:lnTo>
                  <a:lnTo>
                    <a:pt x="516861" y="409335"/>
                  </a:lnTo>
                  <a:lnTo>
                    <a:pt x="537380" y="366955"/>
                  </a:lnTo>
                  <a:lnTo>
                    <a:pt x="550266" y="320932"/>
                  </a:lnTo>
                  <a:lnTo>
                    <a:pt x="554736" y="272034"/>
                  </a:lnTo>
                  <a:lnTo>
                    <a:pt x="550266" y="223135"/>
                  </a:lnTo>
                  <a:lnTo>
                    <a:pt x="537380" y="177112"/>
                  </a:lnTo>
                  <a:lnTo>
                    <a:pt x="516861" y="134732"/>
                  </a:lnTo>
                  <a:lnTo>
                    <a:pt x="489494" y="96765"/>
                  </a:lnTo>
                  <a:lnTo>
                    <a:pt x="456062" y="63978"/>
                  </a:lnTo>
                  <a:lnTo>
                    <a:pt x="417350" y="37140"/>
                  </a:lnTo>
                  <a:lnTo>
                    <a:pt x="374140" y="17019"/>
                  </a:lnTo>
                  <a:lnTo>
                    <a:pt x="327218" y="4382"/>
                  </a:lnTo>
                  <a:lnTo>
                    <a:pt x="277368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465832" y="1789176"/>
              <a:ext cx="554990" cy="544195"/>
            </a:xfrm>
            <a:custGeom>
              <a:avLst/>
              <a:gdLst/>
              <a:ahLst/>
              <a:cxnLst/>
              <a:rect l="l" t="t" r="r" b="b"/>
              <a:pathLst>
                <a:path w="554989" h="544194">
                  <a:moveTo>
                    <a:pt x="0" y="272034"/>
                  </a:moveTo>
                  <a:lnTo>
                    <a:pt x="4469" y="223135"/>
                  </a:lnTo>
                  <a:lnTo>
                    <a:pt x="17355" y="177112"/>
                  </a:lnTo>
                  <a:lnTo>
                    <a:pt x="37874" y="134732"/>
                  </a:lnTo>
                  <a:lnTo>
                    <a:pt x="65241" y="96765"/>
                  </a:lnTo>
                  <a:lnTo>
                    <a:pt x="98673" y="63978"/>
                  </a:lnTo>
                  <a:lnTo>
                    <a:pt x="137385" y="37140"/>
                  </a:lnTo>
                  <a:lnTo>
                    <a:pt x="180595" y="17019"/>
                  </a:lnTo>
                  <a:lnTo>
                    <a:pt x="227517" y="4382"/>
                  </a:lnTo>
                  <a:lnTo>
                    <a:pt x="277368" y="0"/>
                  </a:lnTo>
                  <a:lnTo>
                    <a:pt x="327218" y="4382"/>
                  </a:lnTo>
                  <a:lnTo>
                    <a:pt x="374140" y="17019"/>
                  </a:lnTo>
                  <a:lnTo>
                    <a:pt x="417350" y="37140"/>
                  </a:lnTo>
                  <a:lnTo>
                    <a:pt x="456062" y="63978"/>
                  </a:lnTo>
                  <a:lnTo>
                    <a:pt x="489494" y="96765"/>
                  </a:lnTo>
                  <a:lnTo>
                    <a:pt x="516861" y="134732"/>
                  </a:lnTo>
                  <a:lnTo>
                    <a:pt x="537380" y="177112"/>
                  </a:lnTo>
                  <a:lnTo>
                    <a:pt x="550266" y="223135"/>
                  </a:lnTo>
                  <a:lnTo>
                    <a:pt x="554736" y="272034"/>
                  </a:lnTo>
                  <a:lnTo>
                    <a:pt x="550266" y="320932"/>
                  </a:lnTo>
                  <a:lnTo>
                    <a:pt x="537380" y="366955"/>
                  </a:lnTo>
                  <a:lnTo>
                    <a:pt x="516861" y="409335"/>
                  </a:lnTo>
                  <a:lnTo>
                    <a:pt x="489494" y="447302"/>
                  </a:lnTo>
                  <a:lnTo>
                    <a:pt x="456062" y="480089"/>
                  </a:lnTo>
                  <a:lnTo>
                    <a:pt x="417350" y="506927"/>
                  </a:lnTo>
                  <a:lnTo>
                    <a:pt x="374140" y="527048"/>
                  </a:lnTo>
                  <a:lnTo>
                    <a:pt x="327218" y="539685"/>
                  </a:lnTo>
                  <a:lnTo>
                    <a:pt x="277368" y="544068"/>
                  </a:lnTo>
                  <a:lnTo>
                    <a:pt x="227517" y="539685"/>
                  </a:lnTo>
                  <a:lnTo>
                    <a:pt x="180595" y="527048"/>
                  </a:lnTo>
                  <a:lnTo>
                    <a:pt x="137385" y="506927"/>
                  </a:lnTo>
                  <a:lnTo>
                    <a:pt x="98673" y="480089"/>
                  </a:lnTo>
                  <a:lnTo>
                    <a:pt x="65241" y="447302"/>
                  </a:lnTo>
                  <a:lnTo>
                    <a:pt x="37874" y="409335"/>
                  </a:lnTo>
                  <a:lnTo>
                    <a:pt x="17355" y="366955"/>
                  </a:lnTo>
                  <a:lnTo>
                    <a:pt x="4469" y="320932"/>
                  </a:lnTo>
                  <a:lnTo>
                    <a:pt x="0" y="272034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2672588" y="1896236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905002" y="3794505"/>
            <a:ext cx="697230" cy="556895"/>
            <a:chOff x="905002" y="3794505"/>
            <a:chExt cx="697230" cy="556895"/>
          </a:xfrm>
        </p:grpSpPr>
        <p:sp>
          <p:nvSpPr>
            <p:cNvPr id="8" name="object 8"/>
            <p:cNvSpPr/>
            <p:nvPr/>
          </p:nvSpPr>
          <p:spPr>
            <a:xfrm>
              <a:off x="911352" y="3800855"/>
              <a:ext cx="684530" cy="544195"/>
            </a:xfrm>
            <a:custGeom>
              <a:avLst/>
              <a:gdLst/>
              <a:ahLst/>
              <a:cxnLst/>
              <a:rect l="l" t="t" r="r" b="b"/>
              <a:pathLst>
                <a:path w="684530" h="544195">
                  <a:moveTo>
                    <a:pt x="342138" y="0"/>
                  </a:moveTo>
                  <a:lnTo>
                    <a:pt x="291578" y="2949"/>
                  </a:lnTo>
                  <a:lnTo>
                    <a:pt x="243321" y="11517"/>
                  </a:lnTo>
                  <a:lnTo>
                    <a:pt x="197898" y="25283"/>
                  </a:lnTo>
                  <a:lnTo>
                    <a:pt x="155837" y="43826"/>
                  </a:lnTo>
                  <a:lnTo>
                    <a:pt x="117668" y="66725"/>
                  </a:lnTo>
                  <a:lnTo>
                    <a:pt x="83918" y="93559"/>
                  </a:lnTo>
                  <a:lnTo>
                    <a:pt x="55119" y="123908"/>
                  </a:lnTo>
                  <a:lnTo>
                    <a:pt x="31798" y="157350"/>
                  </a:lnTo>
                  <a:lnTo>
                    <a:pt x="14485" y="193466"/>
                  </a:lnTo>
                  <a:lnTo>
                    <a:pt x="3709" y="231834"/>
                  </a:lnTo>
                  <a:lnTo>
                    <a:pt x="0" y="272034"/>
                  </a:lnTo>
                  <a:lnTo>
                    <a:pt x="3709" y="312233"/>
                  </a:lnTo>
                  <a:lnTo>
                    <a:pt x="14485" y="350601"/>
                  </a:lnTo>
                  <a:lnTo>
                    <a:pt x="31798" y="386717"/>
                  </a:lnTo>
                  <a:lnTo>
                    <a:pt x="55119" y="420159"/>
                  </a:lnTo>
                  <a:lnTo>
                    <a:pt x="83918" y="450508"/>
                  </a:lnTo>
                  <a:lnTo>
                    <a:pt x="117668" y="477342"/>
                  </a:lnTo>
                  <a:lnTo>
                    <a:pt x="155837" y="500241"/>
                  </a:lnTo>
                  <a:lnTo>
                    <a:pt x="197898" y="518784"/>
                  </a:lnTo>
                  <a:lnTo>
                    <a:pt x="243321" y="532550"/>
                  </a:lnTo>
                  <a:lnTo>
                    <a:pt x="291578" y="541118"/>
                  </a:lnTo>
                  <a:lnTo>
                    <a:pt x="342138" y="544068"/>
                  </a:lnTo>
                  <a:lnTo>
                    <a:pt x="392700" y="541118"/>
                  </a:lnTo>
                  <a:lnTo>
                    <a:pt x="440958" y="532550"/>
                  </a:lnTo>
                  <a:lnTo>
                    <a:pt x="486382" y="518784"/>
                  </a:lnTo>
                  <a:lnTo>
                    <a:pt x="528443" y="500241"/>
                  </a:lnTo>
                  <a:lnTo>
                    <a:pt x="566613" y="477342"/>
                  </a:lnTo>
                  <a:lnTo>
                    <a:pt x="600361" y="450508"/>
                  </a:lnTo>
                  <a:lnTo>
                    <a:pt x="629160" y="420159"/>
                  </a:lnTo>
                  <a:lnTo>
                    <a:pt x="652479" y="386717"/>
                  </a:lnTo>
                  <a:lnTo>
                    <a:pt x="669791" y="350601"/>
                  </a:lnTo>
                  <a:lnTo>
                    <a:pt x="680566" y="312233"/>
                  </a:lnTo>
                  <a:lnTo>
                    <a:pt x="684276" y="272034"/>
                  </a:lnTo>
                  <a:lnTo>
                    <a:pt x="680566" y="231834"/>
                  </a:lnTo>
                  <a:lnTo>
                    <a:pt x="669791" y="193466"/>
                  </a:lnTo>
                  <a:lnTo>
                    <a:pt x="652479" y="157350"/>
                  </a:lnTo>
                  <a:lnTo>
                    <a:pt x="629160" y="123908"/>
                  </a:lnTo>
                  <a:lnTo>
                    <a:pt x="600361" y="93559"/>
                  </a:lnTo>
                  <a:lnTo>
                    <a:pt x="566613" y="66725"/>
                  </a:lnTo>
                  <a:lnTo>
                    <a:pt x="528443" y="43826"/>
                  </a:lnTo>
                  <a:lnTo>
                    <a:pt x="486382" y="25283"/>
                  </a:lnTo>
                  <a:lnTo>
                    <a:pt x="440958" y="11517"/>
                  </a:lnTo>
                  <a:lnTo>
                    <a:pt x="392700" y="2949"/>
                  </a:lnTo>
                  <a:lnTo>
                    <a:pt x="342138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11352" y="3800855"/>
              <a:ext cx="684530" cy="544195"/>
            </a:xfrm>
            <a:custGeom>
              <a:avLst/>
              <a:gdLst/>
              <a:ahLst/>
              <a:cxnLst/>
              <a:rect l="l" t="t" r="r" b="b"/>
              <a:pathLst>
                <a:path w="684530" h="544195">
                  <a:moveTo>
                    <a:pt x="0" y="272034"/>
                  </a:moveTo>
                  <a:lnTo>
                    <a:pt x="3709" y="231834"/>
                  </a:lnTo>
                  <a:lnTo>
                    <a:pt x="14485" y="193466"/>
                  </a:lnTo>
                  <a:lnTo>
                    <a:pt x="31798" y="157350"/>
                  </a:lnTo>
                  <a:lnTo>
                    <a:pt x="55119" y="123908"/>
                  </a:lnTo>
                  <a:lnTo>
                    <a:pt x="83918" y="93559"/>
                  </a:lnTo>
                  <a:lnTo>
                    <a:pt x="117668" y="66725"/>
                  </a:lnTo>
                  <a:lnTo>
                    <a:pt x="155837" y="43826"/>
                  </a:lnTo>
                  <a:lnTo>
                    <a:pt x="197898" y="25283"/>
                  </a:lnTo>
                  <a:lnTo>
                    <a:pt x="243321" y="11517"/>
                  </a:lnTo>
                  <a:lnTo>
                    <a:pt x="291578" y="2949"/>
                  </a:lnTo>
                  <a:lnTo>
                    <a:pt x="342138" y="0"/>
                  </a:lnTo>
                  <a:lnTo>
                    <a:pt x="392700" y="2949"/>
                  </a:lnTo>
                  <a:lnTo>
                    <a:pt x="440958" y="11517"/>
                  </a:lnTo>
                  <a:lnTo>
                    <a:pt x="486382" y="25283"/>
                  </a:lnTo>
                  <a:lnTo>
                    <a:pt x="528443" y="43826"/>
                  </a:lnTo>
                  <a:lnTo>
                    <a:pt x="566613" y="66725"/>
                  </a:lnTo>
                  <a:lnTo>
                    <a:pt x="600361" y="93559"/>
                  </a:lnTo>
                  <a:lnTo>
                    <a:pt x="629160" y="123908"/>
                  </a:lnTo>
                  <a:lnTo>
                    <a:pt x="652479" y="157350"/>
                  </a:lnTo>
                  <a:lnTo>
                    <a:pt x="669791" y="193466"/>
                  </a:lnTo>
                  <a:lnTo>
                    <a:pt x="680566" y="231834"/>
                  </a:lnTo>
                  <a:lnTo>
                    <a:pt x="684276" y="272034"/>
                  </a:lnTo>
                  <a:lnTo>
                    <a:pt x="680566" y="312233"/>
                  </a:lnTo>
                  <a:lnTo>
                    <a:pt x="669791" y="350601"/>
                  </a:lnTo>
                  <a:lnTo>
                    <a:pt x="652479" y="386717"/>
                  </a:lnTo>
                  <a:lnTo>
                    <a:pt x="629160" y="420159"/>
                  </a:lnTo>
                  <a:lnTo>
                    <a:pt x="600361" y="450508"/>
                  </a:lnTo>
                  <a:lnTo>
                    <a:pt x="566613" y="477342"/>
                  </a:lnTo>
                  <a:lnTo>
                    <a:pt x="528443" y="500241"/>
                  </a:lnTo>
                  <a:lnTo>
                    <a:pt x="486382" y="518784"/>
                  </a:lnTo>
                  <a:lnTo>
                    <a:pt x="440958" y="532550"/>
                  </a:lnTo>
                  <a:lnTo>
                    <a:pt x="392700" y="541118"/>
                  </a:lnTo>
                  <a:lnTo>
                    <a:pt x="342138" y="544068"/>
                  </a:lnTo>
                  <a:lnTo>
                    <a:pt x="291578" y="541118"/>
                  </a:lnTo>
                  <a:lnTo>
                    <a:pt x="243321" y="532550"/>
                  </a:lnTo>
                  <a:lnTo>
                    <a:pt x="197898" y="518784"/>
                  </a:lnTo>
                  <a:lnTo>
                    <a:pt x="155837" y="500241"/>
                  </a:lnTo>
                  <a:lnTo>
                    <a:pt x="117668" y="477342"/>
                  </a:lnTo>
                  <a:lnTo>
                    <a:pt x="83918" y="450508"/>
                  </a:lnTo>
                  <a:lnTo>
                    <a:pt x="55119" y="420159"/>
                  </a:lnTo>
                  <a:lnTo>
                    <a:pt x="31798" y="386717"/>
                  </a:lnTo>
                  <a:lnTo>
                    <a:pt x="14485" y="350601"/>
                  </a:lnTo>
                  <a:lnTo>
                    <a:pt x="3709" y="312233"/>
                  </a:lnTo>
                  <a:lnTo>
                    <a:pt x="0" y="272034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124813" y="3908552"/>
            <a:ext cx="257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11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14273" y="4795773"/>
            <a:ext cx="698500" cy="558800"/>
            <a:chOff x="414273" y="4795773"/>
            <a:chExt cx="698500" cy="558800"/>
          </a:xfrm>
        </p:grpSpPr>
        <p:sp>
          <p:nvSpPr>
            <p:cNvPr id="12" name="object 12"/>
            <p:cNvSpPr/>
            <p:nvPr/>
          </p:nvSpPr>
          <p:spPr>
            <a:xfrm>
              <a:off x="420623" y="4802123"/>
              <a:ext cx="685800" cy="546100"/>
            </a:xfrm>
            <a:custGeom>
              <a:avLst/>
              <a:gdLst/>
              <a:ahLst/>
              <a:cxnLst/>
              <a:rect l="l" t="t" r="r" b="b"/>
              <a:pathLst>
                <a:path w="685800" h="546100">
                  <a:moveTo>
                    <a:pt x="342900" y="0"/>
                  </a:moveTo>
                  <a:lnTo>
                    <a:pt x="292227" y="2958"/>
                  </a:lnTo>
                  <a:lnTo>
                    <a:pt x="243864" y="11553"/>
                  </a:lnTo>
                  <a:lnTo>
                    <a:pt x="198340" y="25360"/>
                  </a:lnTo>
                  <a:lnTo>
                    <a:pt x="156185" y="43958"/>
                  </a:lnTo>
                  <a:lnTo>
                    <a:pt x="117930" y="66925"/>
                  </a:lnTo>
                  <a:lnTo>
                    <a:pt x="84106" y="93837"/>
                  </a:lnTo>
                  <a:lnTo>
                    <a:pt x="55242" y="124272"/>
                  </a:lnTo>
                  <a:lnTo>
                    <a:pt x="31869" y="157808"/>
                  </a:lnTo>
                  <a:lnTo>
                    <a:pt x="14517" y="194023"/>
                  </a:lnTo>
                  <a:lnTo>
                    <a:pt x="3717" y="232493"/>
                  </a:lnTo>
                  <a:lnTo>
                    <a:pt x="0" y="272795"/>
                  </a:lnTo>
                  <a:lnTo>
                    <a:pt x="3717" y="313098"/>
                  </a:lnTo>
                  <a:lnTo>
                    <a:pt x="14517" y="351568"/>
                  </a:lnTo>
                  <a:lnTo>
                    <a:pt x="31869" y="387783"/>
                  </a:lnTo>
                  <a:lnTo>
                    <a:pt x="55242" y="421319"/>
                  </a:lnTo>
                  <a:lnTo>
                    <a:pt x="84106" y="451754"/>
                  </a:lnTo>
                  <a:lnTo>
                    <a:pt x="117930" y="478666"/>
                  </a:lnTo>
                  <a:lnTo>
                    <a:pt x="156185" y="501633"/>
                  </a:lnTo>
                  <a:lnTo>
                    <a:pt x="198340" y="520231"/>
                  </a:lnTo>
                  <a:lnTo>
                    <a:pt x="243864" y="534038"/>
                  </a:lnTo>
                  <a:lnTo>
                    <a:pt x="292227" y="542633"/>
                  </a:lnTo>
                  <a:lnTo>
                    <a:pt x="342900" y="545591"/>
                  </a:lnTo>
                  <a:lnTo>
                    <a:pt x="393572" y="542633"/>
                  </a:lnTo>
                  <a:lnTo>
                    <a:pt x="441935" y="534038"/>
                  </a:lnTo>
                  <a:lnTo>
                    <a:pt x="487459" y="520231"/>
                  </a:lnTo>
                  <a:lnTo>
                    <a:pt x="529614" y="501633"/>
                  </a:lnTo>
                  <a:lnTo>
                    <a:pt x="567869" y="478666"/>
                  </a:lnTo>
                  <a:lnTo>
                    <a:pt x="601693" y="451754"/>
                  </a:lnTo>
                  <a:lnTo>
                    <a:pt x="630557" y="421319"/>
                  </a:lnTo>
                  <a:lnTo>
                    <a:pt x="653930" y="387783"/>
                  </a:lnTo>
                  <a:lnTo>
                    <a:pt x="671282" y="351568"/>
                  </a:lnTo>
                  <a:lnTo>
                    <a:pt x="682082" y="313098"/>
                  </a:lnTo>
                  <a:lnTo>
                    <a:pt x="685800" y="272795"/>
                  </a:lnTo>
                  <a:lnTo>
                    <a:pt x="682082" y="232493"/>
                  </a:lnTo>
                  <a:lnTo>
                    <a:pt x="671282" y="194023"/>
                  </a:lnTo>
                  <a:lnTo>
                    <a:pt x="653930" y="157808"/>
                  </a:lnTo>
                  <a:lnTo>
                    <a:pt x="630557" y="124272"/>
                  </a:lnTo>
                  <a:lnTo>
                    <a:pt x="601693" y="93837"/>
                  </a:lnTo>
                  <a:lnTo>
                    <a:pt x="567869" y="66925"/>
                  </a:lnTo>
                  <a:lnTo>
                    <a:pt x="529614" y="43958"/>
                  </a:lnTo>
                  <a:lnTo>
                    <a:pt x="487459" y="25360"/>
                  </a:lnTo>
                  <a:lnTo>
                    <a:pt x="441935" y="11553"/>
                  </a:lnTo>
                  <a:lnTo>
                    <a:pt x="393572" y="2958"/>
                  </a:lnTo>
                  <a:lnTo>
                    <a:pt x="342900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20623" y="4802123"/>
              <a:ext cx="685800" cy="546100"/>
            </a:xfrm>
            <a:custGeom>
              <a:avLst/>
              <a:gdLst/>
              <a:ahLst/>
              <a:cxnLst/>
              <a:rect l="l" t="t" r="r" b="b"/>
              <a:pathLst>
                <a:path w="685800" h="546100">
                  <a:moveTo>
                    <a:pt x="0" y="272795"/>
                  </a:moveTo>
                  <a:lnTo>
                    <a:pt x="3717" y="232493"/>
                  </a:lnTo>
                  <a:lnTo>
                    <a:pt x="14517" y="194023"/>
                  </a:lnTo>
                  <a:lnTo>
                    <a:pt x="31869" y="157808"/>
                  </a:lnTo>
                  <a:lnTo>
                    <a:pt x="55242" y="124272"/>
                  </a:lnTo>
                  <a:lnTo>
                    <a:pt x="84106" y="93837"/>
                  </a:lnTo>
                  <a:lnTo>
                    <a:pt x="117930" y="66925"/>
                  </a:lnTo>
                  <a:lnTo>
                    <a:pt x="156185" y="43958"/>
                  </a:lnTo>
                  <a:lnTo>
                    <a:pt x="198340" y="25360"/>
                  </a:lnTo>
                  <a:lnTo>
                    <a:pt x="243864" y="11553"/>
                  </a:lnTo>
                  <a:lnTo>
                    <a:pt x="292227" y="2958"/>
                  </a:lnTo>
                  <a:lnTo>
                    <a:pt x="342900" y="0"/>
                  </a:lnTo>
                  <a:lnTo>
                    <a:pt x="393572" y="2958"/>
                  </a:lnTo>
                  <a:lnTo>
                    <a:pt x="441935" y="11553"/>
                  </a:lnTo>
                  <a:lnTo>
                    <a:pt x="487459" y="25360"/>
                  </a:lnTo>
                  <a:lnTo>
                    <a:pt x="529614" y="43958"/>
                  </a:lnTo>
                  <a:lnTo>
                    <a:pt x="567869" y="66925"/>
                  </a:lnTo>
                  <a:lnTo>
                    <a:pt x="601693" y="93837"/>
                  </a:lnTo>
                  <a:lnTo>
                    <a:pt x="630557" y="124272"/>
                  </a:lnTo>
                  <a:lnTo>
                    <a:pt x="653930" y="157808"/>
                  </a:lnTo>
                  <a:lnTo>
                    <a:pt x="671282" y="194023"/>
                  </a:lnTo>
                  <a:lnTo>
                    <a:pt x="682082" y="232493"/>
                  </a:lnTo>
                  <a:lnTo>
                    <a:pt x="685800" y="272795"/>
                  </a:lnTo>
                  <a:lnTo>
                    <a:pt x="682082" y="313098"/>
                  </a:lnTo>
                  <a:lnTo>
                    <a:pt x="671282" y="351568"/>
                  </a:lnTo>
                  <a:lnTo>
                    <a:pt x="653930" y="387783"/>
                  </a:lnTo>
                  <a:lnTo>
                    <a:pt x="630557" y="421319"/>
                  </a:lnTo>
                  <a:lnTo>
                    <a:pt x="601693" y="451754"/>
                  </a:lnTo>
                  <a:lnTo>
                    <a:pt x="567869" y="478666"/>
                  </a:lnTo>
                  <a:lnTo>
                    <a:pt x="529614" y="501633"/>
                  </a:lnTo>
                  <a:lnTo>
                    <a:pt x="487459" y="520231"/>
                  </a:lnTo>
                  <a:lnTo>
                    <a:pt x="441935" y="534038"/>
                  </a:lnTo>
                  <a:lnTo>
                    <a:pt x="393572" y="542633"/>
                  </a:lnTo>
                  <a:lnTo>
                    <a:pt x="342900" y="545591"/>
                  </a:lnTo>
                  <a:lnTo>
                    <a:pt x="292227" y="542633"/>
                  </a:lnTo>
                  <a:lnTo>
                    <a:pt x="243864" y="534038"/>
                  </a:lnTo>
                  <a:lnTo>
                    <a:pt x="198340" y="520231"/>
                  </a:lnTo>
                  <a:lnTo>
                    <a:pt x="156185" y="501633"/>
                  </a:lnTo>
                  <a:lnTo>
                    <a:pt x="117930" y="478666"/>
                  </a:lnTo>
                  <a:lnTo>
                    <a:pt x="84106" y="451754"/>
                  </a:lnTo>
                  <a:lnTo>
                    <a:pt x="55242" y="421319"/>
                  </a:lnTo>
                  <a:lnTo>
                    <a:pt x="31869" y="387783"/>
                  </a:lnTo>
                  <a:lnTo>
                    <a:pt x="14517" y="351568"/>
                  </a:lnTo>
                  <a:lnTo>
                    <a:pt x="3717" y="313098"/>
                  </a:lnTo>
                  <a:lnTo>
                    <a:pt x="0" y="272795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634085" y="4911344"/>
            <a:ext cx="257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13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2921254" y="3881373"/>
            <a:ext cx="852805" cy="556895"/>
            <a:chOff x="2921254" y="3881373"/>
            <a:chExt cx="852805" cy="556895"/>
          </a:xfrm>
        </p:grpSpPr>
        <p:sp>
          <p:nvSpPr>
            <p:cNvPr id="16" name="object 16"/>
            <p:cNvSpPr/>
            <p:nvPr/>
          </p:nvSpPr>
          <p:spPr>
            <a:xfrm>
              <a:off x="2927604" y="3887723"/>
              <a:ext cx="840105" cy="544195"/>
            </a:xfrm>
            <a:custGeom>
              <a:avLst/>
              <a:gdLst/>
              <a:ahLst/>
              <a:cxnLst/>
              <a:rect l="l" t="t" r="r" b="b"/>
              <a:pathLst>
                <a:path w="840104" h="544195">
                  <a:moveTo>
                    <a:pt x="419861" y="0"/>
                  </a:moveTo>
                  <a:lnTo>
                    <a:pt x="362885" y="2483"/>
                  </a:lnTo>
                  <a:lnTo>
                    <a:pt x="308239" y="9717"/>
                  </a:lnTo>
                  <a:lnTo>
                    <a:pt x="256424" y="21377"/>
                  </a:lnTo>
                  <a:lnTo>
                    <a:pt x="207941" y="37140"/>
                  </a:lnTo>
                  <a:lnTo>
                    <a:pt x="163288" y="56681"/>
                  </a:lnTo>
                  <a:lnTo>
                    <a:pt x="122967" y="79676"/>
                  </a:lnTo>
                  <a:lnTo>
                    <a:pt x="87477" y="105801"/>
                  </a:lnTo>
                  <a:lnTo>
                    <a:pt x="57319" y="134732"/>
                  </a:lnTo>
                  <a:lnTo>
                    <a:pt x="32992" y="166145"/>
                  </a:lnTo>
                  <a:lnTo>
                    <a:pt x="3832" y="235120"/>
                  </a:lnTo>
                  <a:lnTo>
                    <a:pt x="0" y="272033"/>
                  </a:lnTo>
                  <a:lnTo>
                    <a:pt x="3832" y="308947"/>
                  </a:lnTo>
                  <a:lnTo>
                    <a:pt x="32992" y="377922"/>
                  </a:lnTo>
                  <a:lnTo>
                    <a:pt x="57319" y="409335"/>
                  </a:lnTo>
                  <a:lnTo>
                    <a:pt x="87477" y="438266"/>
                  </a:lnTo>
                  <a:lnTo>
                    <a:pt x="122967" y="464391"/>
                  </a:lnTo>
                  <a:lnTo>
                    <a:pt x="163288" y="487386"/>
                  </a:lnTo>
                  <a:lnTo>
                    <a:pt x="207941" y="506927"/>
                  </a:lnTo>
                  <a:lnTo>
                    <a:pt x="256424" y="522690"/>
                  </a:lnTo>
                  <a:lnTo>
                    <a:pt x="308239" y="534350"/>
                  </a:lnTo>
                  <a:lnTo>
                    <a:pt x="362885" y="541584"/>
                  </a:lnTo>
                  <a:lnTo>
                    <a:pt x="419861" y="544068"/>
                  </a:lnTo>
                  <a:lnTo>
                    <a:pt x="476838" y="541584"/>
                  </a:lnTo>
                  <a:lnTo>
                    <a:pt x="531484" y="534350"/>
                  </a:lnTo>
                  <a:lnTo>
                    <a:pt x="583299" y="522690"/>
                  </a:lnTo>
                  <a:lnTo>
                    <a:pt x="631782" y="506927"/>
                  </a:lnTo>
                  <a:lnTo>
                    <a:pt x="676435" y="487386"/>
                  </a:lnTo>
                  <a:lnTo>
                    <a:pt x="716756" y="464391"/>
                  </a:lnTo>
                  <a:lnTo>
                    <a:pt x="752246" y="438266"/>
                  </a:lnTo>
                  <a:lnTo>
                    <a:pt x="782404" y="409335"/>
                  </a:lnTo>
                  <a:lnTo>
                    <a:pt x="806731" y="377922"/>
                  </a:lnTo>
                  <a:lnTo>
                    <a:pt x="835891" y="308947"/>
                  </a:lnTo>
                  <a:lnTo>
                    <a:pt x="839723" y="272033"/>
                  </a:lnTo>
                  <a:lnTo>
                    <a:pt x="835891" y="235120"/>
                  </a:lnTo>
                  <a:lnTo>
                    <a:pt x="806731" y="166145"/>
                  </a:lnTo>
                  <a:lnTo>
                    <a:pt x="782404" y="134732"/>
                  </a:lnTo>
                  <a:lnTo>
                    <a:pt x="752246" y="105801"/>
                  </a:lnTo>
                  <a:lnTo>
                    <a:pt x="716756" y="79676"/>
                  </a:lnTo>
                  <a:lnTo>
                    <a:pt x="676435" y="56681"/>
                  </a:lnTo>
                  <a:lnTo>
                    <a:pt x="631782" y="37140"/>
                  </a:lnTo>
                  <a:lnTo>
                    <a:pt x="583299" y="21377"/>
                  </a:lnTo>
                  <a:lnTo>
                    <a:pt x="531484" y="9717"/>
                  </a:lnTo>
                  <a:lnTo>
                    <a:pt x="476838" y="2483"/>
                  </a:lnTo>
                  <a:lnTo>
                    <a:pt x="419861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927604" y="3887723"/>
              <a:ext cx="840105" cy="544195"/>
            </a:xfrm>
            <a:custGeom>
              <a:avLst/>
              <a:gdLst/>
              <a:ahLst/>
              <a:cxnLst/>
              <a:rect l="l" t="t" r="r" b="b"/>
              <a:pathLst>
                <a:path w="840104" h="544195">
                  <a:moveTo>
                    <a:pt x="0" y="272033"/>
                  </a:moveTo>
                  <a:lnTo>
                    <a:pt x="14996" y="199716"/>
                  </a:lnTo>
                  <a:lnTo>
                    <a:pt x="57319" y="134732"/>
                  </a:lnTo>
                  <a:lnTo>
                    <a:pt x="87477" y="105801"/>
                  </a:lnTo>
                  <a:lnTo>
                    <a:pt x="122967" y="79676"/>
                  </a:lnTo>
                  <a:lnTo>
                    <a:pt x="163288" y="56681"/>
                  </a:lnTo>
                  <a:lnTo>
                    <a:pt x="207941" y="37140"/>
                  </a:lnTo>
                  <a:lnTo>
                    <a:pt x="256424" y="21377"/>
                  </a:lnTo>
                  <a:lnTo>
                    <a:pt x="308239" y="9717"/>
                  </a:lnTo>
                  <a:lnTo>
                    <a:pt x="362885" y="2483"/>
                  </a:lnTo>
                  <a:lnTo>
                    <a:pt x="419861" y="0"/>
                  </a:lnTo>
                  <a:lnTo>
                    <a:pt x="476838" y="2483"/>
                  </a:lnTo>
                  <a:lnTo>
                    <a:pt x="531484" y="9717"/>
                  </a:lnTo>
                  <a:lnTo>
                    <a:pt x="583299" y="21377"/>
                  </a:lnTo>
                  <a:lnTo>
                    <a:pt x="631782" y="37140"/>
                  </a:lnTo>
                  <a:lnTo>
                    <a:pt x="676435" y="56681"/>
                  </a:lnTo>
                  <a:lnTo>
                    <a:pt x="716756" y="79676"/>
                  </a:lnTo>
                  <a:lnTo>
                    <a:pt x="752246" y="105801"/>
                  </a:lnTo>
                  <a:lnTo>
                    <a:pt x="782404" y="134732"/>
                  </a:lnTo>
                  <a:lnTo>
                    <a:pt x="806731" y="166145"/>
                  </a:lnTo>
                  <a:lnTo>
                    <a:pt x="835891" y="235120"/>
                  </a:lnTo>
                  <a:lnTo>
                    <a:pt x="839723" y="272033"/>
                  </a:lnTo>
                  <a:lnTo>
                    <a:pt x="835891" y="308947"/>
                  </a:lnTo>
                  <a:lnTo>
                    <a:pt x="806731" y="377922"/>
                  </a:lnTo>
                  <a:lnTo>
                    <a:pt x="782404" y="409335"/>
                  </a:lnTo>
                  <a:lnTo>
                    <a:pt x="752246" y="438266"/>
                  </a:lnTo>
                  <a:lnTo>
                    <a:pt x="716756" y="464391"/>
                  </a:lnTo>
                  <a:lnTo>
                    <a:pt x="676435" y="487386"/>
                  </a:lnTo>
                  <a:lnTo>
                    <a:pt x="631782" y="506927"/>
                  </a:lnTo>
                  <a:lnTo>
                    <a:pt x="583299" y="522690"/>
                  </a:lnTo>
                  <a:lnTo>
                    <a:pt x="531484" y="534350"/>
                  </a:lnTo>
                  <a:lnTo>
                    <a:pt x="476838" y="541584"/>
                  </a:lnTo>
                  <a:lnTo>
                    <a:pt x="419861" y="544068"/>
                  </a:lnTo>
                  <a:lnTo>
                    <a:pt x="362885" y="541584"/>
                  </a:lnTo>
                  <a:lnTo>
                    <a:pt x="308239" y="534350"/>
                  </a:lnTo>
                  <a:lnTo>
                    <a:pt x="256424" y="522690"/>
                  </a:lnTo>
                  <a:lnTo>
                    <a:pt x="207941" y="506927"/>
                  </a:lnTo>
                  <a:lnTo>
                    <a:pt x="163288" y="487386"/>
                  </a:lnTo>
                  <a:lnTo>
                    <a:pt x="122967" y="464391"/>
                  </a:lnTo>
                  <a:lnTo>
                    <a:pt x="87477" y="438266"/>
                  </a:lnTo>
                  <a:lnTo>
                    <a:pt x="57319" y="409335"/>
                  </a:lnTo>
                  <a:lnTo>
                    <a:pt x="32992" y="377922"/>
                  </a:lnTo>
                  <a:lnTo>
                    <a:pt x="3832" y="308947"/>
                  </a:lnTo>
                  <a:lnTo>
                    <a:pt x="0" y="272033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3219069" y="3995420"/>
            <a:ext cx="257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80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361690" y="2675889"/>
            <a:ext cx="738505" cy="556895"/>
            <a:chOff x="3361690" y="2675889"/>
            <a:chExt cx="738505" cy="556895"/>
          </a:xfrm>
        </p:grpSpPr>
        <p:sp>
          <p:nvSpPr>
            <p:cNvPr id="20" name="object 20"/>
            <p:cNvSpPr/>
            <p:nvPr/>
          </p:nvSpPr>
          <p:spPr>
            <a:xfrm>
              <a:off x="3368040" y="2682239"/>
              <a:ext cx="725805" cy="544195"/>
            </a:xfrm>
            <a:custGeom>
              <a:avLst/>
              <a:gdLst/>
              <a:ahLst/>
              <a:cxnLst/>
              <a:rect l="l" t="t" r="r" b="b"/>
              <a:pathLst>
                <a:path w="725804" h="544194">
                  <a:moveTo>
                    <a:pt x="362712" y="0"/>
                  </a:moveTo>
                  <a:lnTo>
                    <a:pt x="309122" y="2949"/>
                  </a:lnTo>
                  <a:lnTo>
                    <a:pt x="257971" y="11517"/>
                  </a:lnTo>
                  <a:lnTo>
                    <a:pt x="209819" y="25283"/>
                  </a:lnTo>
                  <a:lnTo>
                    <a:pt x="165229" y="43826"/>
                  </a:lnTo>
                  <a:lnTo>
                    <a:pt x="124763" y="66725"/>
                  </a:lnTo>
                  <a:lnTo>
                    <a:pt x="88981" y="93559"/>
                  </a:lnTo>
                  <a:lnTo>
                    <a:pt x="58445" y="123908"/>
                  </a:lnTo>
                  <a:lnTo>
                    <a:pt x="33718" y="157350"/>
                  </a:lnTo>
                  <a:lnTo>
                    <a:pt x="15360" y="193466"/>
                  </a:lnTo>
                  <a:lnTo>
                    <a:pt x="3933" y="231834"/>
                  </a:lnTo>
                  <a:lnTo>
                    <a:pt x="0" y="272034"/>
                  </a:lnTo>
                  <a:lnTo>
                    <a:pt x="3933" y="312233"/>
                  </a:lnTo>
                  <a:lnTo>
                    <a:pt x="15360" y="350601"/>
                  </a:lnTo>
                  <a:lnTo>
                    <a:pt x="33718" y="386717"/>
                  </a:lnTo>
                  <a:lnTo>
                    <a:pt x="58445" y="420159"/>
                  </a:lnTo>
                  <a:lnTo>
                    <a:pt x="88981" y="450508"/>
                  </a:lnTo>
                  <a:lnTo>
                    <a:pt x="124763" y="477342"/>
                  </a:lnTo>
                  <a:lnTo>
                    <a:pt x="165229" y="500241"/>
                  </a:lnTo>
                  <a:lnTo>
                    <a:pt x="209819" y="518784"/>
                  </a:lnTo>
                  <a:lnTo>
                    <a:pt x="257971" y="532550"/>
                  </a:lnTo>
                  <a:lnTo>
                    <a:pt x="309122" y="541118"/>
                  </a:lnTo>
                  <a:lnTo>
                    <a:pt x="362712" y="544068"/>
                  </a:lnTo>
                  <a:lnTo>
                    <a:pt x="416301" y="541118"/>
                  </a:lnTo>
                  <a:lnTo>
                    <a:pt x="467452" y="532550"/>
                  </a:lnTo>
                  <a:lnTo>
                    <a:pt x="515604" y="518784"/>
                  </a:lnTo>
                  <a:lnTo>
                    <a:pt x="560194" y="500241"/>
                  </a:lnTo>
                  <a:lnTo>
                    <a:pt x="600660" y="477342"/>
                  </a:lnTo>
                  <a:lnTo>
                    <a:pt x="636442" y="450508"/>
                  </a:lnTo>
                  <a:lnTo>
                    <a:pt x="666978" y="420159"/>
                  </a:lnTo>
                  <a:lnTo>
                    <a:pt x="691705" y="386717"/>
                  </a:lnTo>
                  <a:lnTo>
                    <a:pt x="710063" y="350601"/>
                  </a:lnTo>
                  <a:lnTo>
                    <a:pt x="721490" y="312233"/>
                  </a:lnTo>
                  <a:lnTo>
                    <a:pt x="725424" y="272034"/>
                  </a:lnTo>
                  <a:lnTo>
                    <a:pt x="721490" y="231834"/>
                  </a:lnTo>
                  <a:lnTo>
                    <a:pt x="710063" y="193466"/>
                  </a:lnTo>
                  <a:lnTo>
                    <a:pt x="691705" y="157350"/>
                  </a:lnTo>
                  <a:lnTo>
                    <a:pt x="666978" y="123908"/>
                  </a:lnTo>
                  <a:lnTo>
                    <a:pt x="636442" y="93559"/>
                  </a:lnTo>
                  <a:lnTo>
                    <a:pt x="600660" y="66725"/>
                  </a:lnTo>
                  <a:lnTo>
                    <a:pt x="560194" y="43826"/>
                  </a:lnTo>
                  <a:lnTo>
                    <a:pt x="515604" y="25283"/>
                  </a:lnTo>
                  <a:lnTo>
                    <a:pt x="467452" y="11517"/>
                  </a:lnTo>
                  <a:lnTo>
                    <a:pt x="416301" y="2949"/>
                  </a:lnTo>
                  <a:lnTo>
                    <a:pt x="362712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368040" y="2682239"/>
              <a:ext cx="725805" cy="544195"/>
            </a:xfrm>
            <a:custGeom>
              <a:avLst/>
              <a:gdLst/>
              <a:ahLst/>
              <a:cxnLst/>
              <a:rect l="l" t="t" r="r" b="b"/>
              <a:pathLst>
                <a:path w="725804" h="544194">
                  <a:moveTo>
                    <a:pt x="0" y="272034"/>
                  </a:moveTo>
                  <a:lnTo>
                    <a:pt x="3933" y="231834"/>
                  </a:lnTo>
                  <a:lnTo>
                    <a:pt x="15360" y="193466"/>
                  </a:lnTo>
                  <a:lnTo>
                    <a:pt x="33718" y="157350"/>
                  </a:lnTo>
                  <a:lnTo>
                    <a:pt x="58445" y="123908"/>
                  </a:lnTo>
                  <a:lnTo>
                    <a:pt x="88981" y="93559"/>
                  </a:lnTo>
                  <a:lnTo>
                    <a:pt x="124763" y="66725"/>
                  </a:lnTo>
                  <a:lnTo>
                    <a:pt x="165229" y="43826"/>
                  </a:lnTo>
                  <a:lnTo>
                    <a:pt x="209819" y="25283"/>
                  </a:lnTo>
                  <a:lnTo>
                    <a:pt x="257971" y="11517"/>
                  </a:lnTo>
                  <a:lnTo>
                    <a:pt x="309122" y="2949"/>
                  </a:lnTo>
                  <a:lnTo>
                    <a:pt x="362712" y="0"/>
                  </a:lnTo>
                  <a:lnTo>
                    <a:pt x="416301" y="2949"/>
                  </a:lnTo>
                  <a:lnTo>
                    <a:pt x="467452" y="11517"/>
                  </a:lnTo>
                  <a:lnTo>
                    <a:pt x="515604" y="25283"/>
                  </a:lnTo>
                  <a:lnTo>
                    <a:pt x="560194" y="43826"/>
                  </a:lnTo>
                  <a:lnTo>
                    <a:pt x="600660" y="66725"/>
                  </a:lnTo>
                  <a:lnTo>
                    <a:pt x="636442" y="93559"/>
                  </a:lnTo>
                  <a:lnTo>
                    <a:pt x="666978" y="123908"/>
                  </a:lnTo>
                  <a:lnTo>
                    <a:pt x="691705" y="157350"/>
                  </a:lnTo>
                  <a:lnTo>
                    <a:pt x="710063" y="193466"/>
                  </a:lnTo>
                  <a:lnTo>
                    <a:pt x="721490" y="231834"/>
                  </a:lnTo>
                  <a:lnTo>
                    <a:pt x="725424" y="272034"/>
                  </a:lnTo>
                  <a:lnTo>
                    <a:pt x="721490" y="312233"/>
                  </a:lnTo>
                  <a:lnTo>
                    <a:pt x="710063" y="350601"/>
                  </a:lnTo>
                  <a:lnTo>
                    <a:pt x="691705" y="386717"/>
                  </a:lnTo>
                  <a:lnTo>
                    <a:pt x="666978" y="420159"/>
                  </a:lnTo>
                  <a:lnTo>
                    <a:pt x="636442" y="450508"/>
                  </a:lnTo>
                  <a:lnTo>
                    <a:pt x="600660" y="477342"/>
                  </a:lnTo>
                  <a:lnTo>
                    <a:pt x="560194" y="500241"/>
                  </a:lnTo>
                  <a:lnTo>
                    <a:pt x="515604" y="518784"/>
                  </a:lnTo>
                  <a:lnTo>
                    <a:pt x="467452" y="532550"/>
                  </a:lnTo>
                  <a:lnTo>
                    <a:pt x="416301" y="541118"/>
                  </a:lnTo>
                  <a:lnTo>
                    <a:pt x="362712" y="544068"/>
                  </a:lnTo>
                  <a:lnTo>
                    <a:pt x="309122" y="541118"/>
                  </a:lnTo>
                  <a:lnTo>
                    <a:pt x="257971" y="532550"/>
                  </a:lnTo>
                  <a:lnTo>
                    <a:pt x="209819" y="518784"/>
                  </a:lnTo>
                  <a:lnTo>
                    <a:pt x="165229" y="500241"/>
                  </a:lnTo>
                  <a:lnTo>
                    <a:pt x="124763" y="477342"/>
                  </a:lnTo>
                  <a:lnTo>
                    <a:pt x="88981" y="450508"/>
                  </a:lnTo>
                  <a:lnTo>
                    <a:pt x="58445" y="420159"/>
                  </a:lnTo>
                  <a:lnTo>
                    <a:pt x="33718" y="386717"/>
                  </a:lnTo>
                  <a:lnTo>
                    <a:pt x="15360" y="350601"/>
                  </a:lnTo>
                  <a:lnTo>
                    <a:pt x="3933" y="312233"/>
                  </a:lnTo>
                  <a:lnTo>
                    <a:pt x="0" y="272034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3603116" y="2789682"/>
            <a:ext cx="257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50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1691385" y="2674366"/>
            <a:ext cx="567690" cy="558800"/>
            <a:chOff x="1691385" y="2674366"/>
            <a:chExt cx="567690" cy="558800"/>
          </a:xfrm>
        </p:grpSpPr>
        <p:sp>
          <p:nvSpPr>
            <p:cNvPr id="24" name="object 24"/>
            <p:cNvSpPr/>
            <p:nvPr/>
          </p:nvSpPr>
          <p:spPr>
            <a:xfrm>
              <a:off x="1697735" y="2680716"/>
              <a:ext cx="554990" cy="546100"/>
            </a:xfrm>
            <a:custGeom>
              <a:avLst/>
              <a:gdLst/>
              <a:ahLst/>
              <a:cxnLst/>
              <a:rect l="l" t="t" r="r" b="b"/>
              <a:pathLst>
                <a:path w="554989" h="546100">
                  <a:moveTo>
                    <a:pt x="277368" y="0"/>
                  </a:moveTo>
                  <a:lnTo>
                    <a:pt x="227517" y="4396"/>
                  </a:lnTo>
                  <a:lnTo>
                    <a:pt x="180595" y="17071"/>
                  </a:lnTo>
                  <a:lnTo>
                    <a:pt x="137385" y="37253"/>
                  </a:lnTo>
                  <a:lnTo>
                    <a:pt x="98673" y="64171"/>
                  </a:lnTo>
                  <a:lnTo>
                    <a:pt x="65241" y="97053"/>
                  </a:lnTo>
                  <a:lnTo>
                    <a:pt x="37874" y="135128"/>
                  </a:lnTo>
                  <a:lnTo>
                    <a:pt x="17355" y="177624"/>
                  </a:lnTo>
                  <a:lnTo>
                    <a:pt x="4469" y="223770"/>
                  </a:lnTo>
                  <a:lnTo>
                    <a:pt x="0" y="272796"/>
                  </a:lnTo>
                  <a:lnTo>
                    <a:pt x="4469" y="321821"/>
                  </a:lnTo>
                  <a:lnTo>
                    <a:pt x="17355" y="367967"/>
                  </a:lnTo>
                  <a:lnTo>
                    <a:pt x="37874" y="410464"/>
                  </a:lnTo>
                  <a:lnTo>
                    <a:pt x="65241" y="448538"/>
                  </a:lnTo>
                  <a:lnTo>
                    <a:pt x="98673" y="481420"/>
                  </a:lnTo>
                  <a:lnTo>
                    <a:pt x="137385" y="508338"/>
                  </a:lnTo>
                  <a:lnTo>
                    <a:pt x="180595" y="528520"/>
                  </a:lnTo>
                  <a:lnTo>
                    <a:pt x="227517" y="541195"/>
                  </a:lnTo>
                  <a:lnTo>
                    <a:pt x="277368" y="545592"/>
                  </a:lnTo>
                  <a:lnTo>
                    <a:pt x="327218" y="541195"/>
                  </a:lnTo>
                  <a:lnTo>
                    <a:pt x="374140" y="528520"/>
                  </a:lnTo>
                  <a:lnTo>
                    <a:pt x="417350" y="508338"/>
                  </a:lnTo>
                  <a:lnTo>
                    <a:pt x="456062" y="481420"/>
                  </a:lnTo>
                  <a:lnTo>
                    <a:pt x="489494" y="448538"/>
                  </a:lnTo>
                  <a:lnTo>
                    <a:pt x="516861" y="410463"/>
                  </a:lnTo>
                  <a:lnTo>
                    <a:pt x="537380" y="367967"/>
                  </a:lnTo>
                  <a:lnTo>
                    <a:pt x="550266" y="321821"/>
                  </a:lnTo>
                  <a:lnTo>
                    <a:pt x="554736" y="272796"/>
                  </a:lnTo>
                  <a:lnTo>
                    <a:pt x="550266" y="223770"/>
                  </a:lnTo>
                  <a:lnTo>
                    <a:pt x="537380" y="177624"/>
                  </a:lnTo>
                  <a:lnTo>
                    <a:pt x="516861" y="135127"/>
                  </a:lnTo>
                  <a:lnTo>
                    <a:pt x="489494" y="97053"/>
                  </a:lnTo>
                  <a:lnTo>
                    <a:pt x="456062" y="64171"/>
                  </a:lnTo>
                  <a:lnTo>
                    <a:pt x="417350" y="37253"/>
                  </a:lnTo>
                  <a:lnTo>
                    <a:pt x="374140" y="17071"/>
                  </a:lnTo>
                  <a:lnTo>
                    <a:pt x="327218" y="4396"/>
                  </a:lnTo>
                  <a:lnTo>
                    <a:pt x="277368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697735" y="2680716"/>
              <a:ext cx="554990" cy="546100"/>
            </a:xfrm>
            <a:custGeom>
              <a:avLst/>
              <a:gdLst/>
              <a:ahLst/>
              <a:cxnLst/>
              <a:rect l="l" t="t" r="r" b="b"/>
              <a:pathLst>
                <a:path w="554989" h="546100">
                  <a:moveTo>
                    <a:pt x="0" y="272796"/>
                  </a:moveTo>
                  <a:lnTo>
                    <a:pt x="4469" y="223770"/>
                  </a:lnTo>
                  <a:lnTo>
                    <a:pt x="17355" y="177624"/>
                  </a:lnTo>
                  <a:lnTo>
                    <a:pt x="37874" y="135128"/>
                  </a:lnTo>
                  <a:lnTo>
                    <a:pt x="65241" y="97053"/>
                  </a:lnTo>
                  <a:lnTo>
                    <a:pt x="98673" y="64171"/>
                  </a:lnTo>
                  <a:lnTo>
                    <a:pt x="137385" y="37253"/>
                  </a:lnTo>
                  <a:lnTo>
                    <a:pt x="180595" y="17071"/>
                  </a:lnTo>
                  <a:lnTo>
                    <a:pt x="227517" y="4396"/>
                  </a:lnTo>
                  <a:lnTo>
                    <a:pt x="277368" y="0"/>
                  </a:lnTo>
                  <a:lnTo>
                    <a:pt x="327218" y="4396"/>
                  </a:lnTo>
                  <a:lnTo>
                    <a:pt x="374140" y="17071"/>
                  </a:lnTo>
                  <a:lnTo>
                    <a:pt x="417350" y="37253"/>
                  </a:lnTo>
                  <a:lnTo>
                    <a:pt x="456062" y="64171"/>
                  </a:lnTo>
                  <a:lnTo>
                    <a:pt x="489494" y="97053"/>
                  </a:lnTo>
                  <a:lnTo>
                    <a:pt x="516861" y="135127"/>
                  </a:lnTo>
                  <a:lnTo>
                    <a:pt x="537380" y="177624"/>
                  </a:lnTo>
                  <a:lnTo>
                    <a:pt x="550266" y="223770"/>
                  </a:lnTo>
                  <a:lnTo>
                    <a:pt x="554736" y="272796"/>
                  </a:lnTo>
                  <a:lnTo>
                    <a:pt x="550266" y="321821"/>
                  </a:lnTo>
                  <a:lnTo>
                    <a:pt x="537380" y="367967"/>
                  </a:lnTo>
                  <a:lnTo>
                    <a:pt x="516861" y="410463"/>
                  </a:lnTo>
                  <a:lnTo>
                    <a:pt x="489494" y="448538"/>
                  </a:lnTo>
                  <a:lnTo>
                    <a:pt x="456062" y="481420"/>
                  </a:lnTo>
                  <a:lnTo>
                    <a:pt x="417350" y="508338"/>
                  </a:lnTo>
                  <a:lnTo>
                    <a:pt x="374140" y="528520"/>
                  </a:lnTo>
                  <a:lnTo>
                    <a:pt x="327218" y="541195"/>
                  </a:lnTo>
                  <a:lnTo>
                    <a:pt x="277368" y="545592"/>
                  </a:lnTo>
                  <a:lnTo>
                    <a:pt x="227517" y="541195"/>
                  </a:lnTo>
                  <a:lnTo>
                    <a:pt x="180595" y="528520"/>
                  </a:lnTo>
                  <a:lnTo>
                    <a:pt x="137385" y="508338"/>
                  </a:lnTo>
                  <a:lnTo>
                    <a:pt x="98673" y="481420"/>
                  </a:lnTo>
                  <a:lnTo>
                    <a:pt x="65241" y="448538"/>
                  </a:lnTo>
                  <a:lnTo>
                    <a:pt x="37874" y="410464"/>
                  </a:lnTo>
                  <a:lnTo>
                    <a:pt x="17355" y="367967"/>
                  </a:lnTo>
                  <a:lnTo>
                    <a:pt x="4469" y="321821"/>
                  </a:lnTo>
                  <a:lnTo>
                    <a:pt x="0" y="272796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1903857" y="2789301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7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286255" y="2217420"/>
            <a:ext cx="2308225" cy="1670050"/>
          </a:xfrm>
          <a:custGeom>
            <a:avLst/>
            <a:gdLst/>
            <a:ahLst/>
            <a:cxnLst/>
            <a:rect l="l" t="t" r="r" b="b"/>
            <a:pathLst>
              <a:path w="2308225" h="1670050">
                <a:moveTo>
                  <a:pt x="1242314" y="39624"/>
                </a:moveTo>
                <a:lnTo>
                  <a:pt x="883919" y="543813"/>
                </a:lnTo>
              </a:path>
              <a:path w="2308225" h="1670050">
                <a:moveTo>
                  <a:pt x="492251" y="928115"/>
                </a:moveTo>
                <a:lnTo>
                  <a:pt x="0" y="1600834"/>
                </a:lnTo>
              </a:path>
              <a:path w="2308225" h="1670050">
                <a:moveTo>
                  <a:pt x="1711452" y="0"/>
                </a:moveTo>
                <a:lnTo>
                  <a:pt x="2188210" y="544194"/>
                </a:lnTo>
              </a:path>
              <a:path w="2308225" h="1670050">
                <a:moveTo>
                  <a:pt x="2308224" y="1008888"/>
                </a:moveTo>
                <a:lnTo>
                  <a:pt x="2061971" y="1669922"/>
                </a:lnTo>
              </a:path>
            </a:pathLst>
          </a:custGeom>
          <a:ln w="76200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8" name="object 28"/>
          <p:cNvGrpSpPr/>
          <p:nvPr/>
        </p:nvGrpSpPr>
        <p:grpSpPr>
          <a:xfrm>
            <a:off x="7526781" y="1734057"/>
            <a:ext cx="1634489" cy="1518920"/>
            <a:chOff x="7526781" y="1734057"/>
            <a:chExt cx="1634489" cy="1518920"/>
          </a:xfrm>
        </p:grpSpPr>
        <p:sp>
          <p:nvSpPr>
            <p:cNvPr id="29" name="object 29"/>
            <p:cNvSpPr/>
            <p:nvPr/>
          </p:nvSpPr>
          <p:spPr>
            <a:xfrm>
              <a:off x="8601455" y="1740407"/>
              <a:ext cx="553720" cy="544195"/>
            </a:xfrm>
            <a:custGeom>
              <a:avLst/>
              <a:gdLst/>
              <a:ahLst/>
              <a:cxnLst/>
              <a:rect l="l" t="t" r="r" b="b"/>
              <a:pathLst>
                <a:path w="553720" h="544194">
                  <a:moveTo>
                    <a:pt x="276605" y="0"/>
                  </a:moveTo>
                  <a:lnTo>
                    <a:pt x="226881" y="4382"/>
                  </a:lnTo>
                  <a:lnTo>
                    <a:pt x="180082" y="17019"/>
                  </a:lnTo>
                  <a:lnTo>
                    <a:pt x="136990" y="37140"/>
                  </a:lnTo>
                  <a:lnTo>
                    <a:pt x="98385" y="63978"/>
                  </a:lnTo>
                  <a:lnTo>
                    <a:pt x="65049" y="96765"/>
                  </a:lnTo>
                  <a:lnTo>
                    <a:pt x="37761" y="134732"/>
                  </a:lnTo>
                  <a:lnTo>
                    <a:pt x="17303" y="177112"/>
                  </a:lnTo>
                  <a:lnTo>
                    <a:pt x="4455" y="223135"/>
                  </a:lnTo>
                  <a:lnTo>
                    <a:pt x="0" y="272033"/>
                  </a:lnTo>
                  <a:lnTo>
                    <a:pt x="4455" y="320932"/>
                  </a:lnTo>
                  <a:lnTo>
                    <a:pt x="17303" y="366955"/>
                  </a:lnTo>
                  <a:lnTo>
                    <a:pt x="37761" y="409335"/>
                  </a:lnTo>
                  <a:lnTo>
                    <a:pt x="65049" y="447302"/>
                  </a:lnTo>
                  <a:lnTo>
                    <a:pt x="98385" y="480089"/>
                  </a:lnTo>
                  <a:lnTo>
                    <a:pt x="136990" y="506927"/>
                  </a:lnTo>
                  <a:lnTo>
                    <a:pt x="180082" y="527048"/>
                  </a:lnTo>
                  <a:lnTo>
                    <a:pt x="226881" y="539685"/>
                  </a:lnTo>
                  <a:lnTo>
                    <a:pt x="276605" y="544067"/>
                  </a:lnTo>
                  <a:lnTo>
                    <a:pt x="326330" y="539685"/>
                  </a:lnTo>
                  <a:lnTo>
                    <a:pt x="373129" y="527048"/>
                  </a:lnTo>
                  <a:lnTo>
                    <a:pt x="416221" y="506927"/>
                  </a:lnTo>
                  <a:lnTo>
                    <a:pt x="454826" y="480089"/>
                  </a:lnTo>
                  <a:lnTo>
                    <a:pt x="488162" y="447302"/>
                  </a:lnTo>
                  <a:lnTo>
                    <a:pt x="515450" y="409335"/>
                  </a:lnTo>
                  <a:lnTo>
                    <a:pt x="535908" y="366955"/>
                  </a:lnTo>
                  <a:lnTo>
                    <a:pt x="548756" y="320932"/>
                  </a:lnTo>
                  <a:lnTo>
                    <a:pt x="553212" y="272033"/>
                  </a:lnTo>
                  <a:lnTo>
                    <a:pt x="548756" y="223135"/>
                  </a:lnTo>
                  <a:lnTo>
                    <a:pt x="535908" y="177112"/>
                  </a:lnTo>
                  <a:lnTo>
                    <a:pt x="515450" y="134732"/>
                  </a:lnTo>
                  <a:lnTo>
                    <a:pt x="488162" y="96765"/>
                  </a:lnTo>
                  <a:lnTo>
                    <a:pt x="454826" y="63978"/>
                  </a:lnTo>
                  <a:lnTo>
                    <a:pt x="416221" y="37140"/>
                  </a:lnTo>
                  <a:lnTo>
                    <a:pt x="373129" y="17019"/>
                  </a:lnTo>
                  <a:lnTo>
                    <a:pt x="326330" y="4382"/>
                  </a:lnTo>
                  <a:lnTo>
                    <a:pt x="276605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8601455" y="1740407"/>
              <a:ext cx="553720" cy="544195"/>
            </a:xfrm>
            <a:custGeom>
              <a:avLst/>
              <a:gdLst/>
              <a:ahLst/>
              <a:cxnLst/>
              <a:rect l="l" t="t" r="r" b="b"/>
              <a:pathLst>
                <a:path w="553720" h="544194">
                  <a:moveTo>
                    <a:pt x="0" y="272033"/>
                  </a:moveTo>
                  <a:lnTo>
                    <a:pt x="4455" y="223135"/>
                  </a:lnTo>
                  <a:lnTo>
                    <a:pt x="17303" y="177112"/>
                  </a:lnTo>
                  <a:lnTo>
                    <a:pt x="37761" y="134732"/>
                  </a:lnTo>
                  <a:lnTo>
                    <a:pt x="65049" y="96765"/>
                  </a:lnTo>
                  <a:lnTo>
                    <a:pt x="98385" y="63978"/>
                  </a:lnTo>
                  <a:lnTo>
                    <a:pt x="136990" y="37140"/>
                  </a:lnTo>
                  <a:lnTo>
                    <a:pt x="180082" y="17019"/>
                  </a:lnTo>
                  <a:lnTo>
                    <a:pt x="226881" y="4382"/>
                  </a:lnTo>
                  <a:lnTo>
                    <a:pt x="276605" y="0"/>
                  </a:lnTo>
                  <a:lnTo>
                    <a:pt x="326330" y="4382"/>
                  </a:lnTo>
                  <a:lnTo>
                    <a:pt x="373129" y="17019"/>
                  </a:lnTo>
                  <a:lnTo>
                    <a:pt x="416221" y="37140"/>
                  </a:lnTo>
                  <a:lnTo>
                    <a:pt x="454826" y="63978"/>
                  </a:lnTo>
                  <a:lnTo>
                    <a:pt x="488162" y="96765"/>
                  </a:lnTo>
                  <a:lnTo>
                    <a:pt x="515450" y="134732"/>
                  </a:lnTo>
                  <a:lnTo>
                    <a:pt x="535908" y="177112"/>
                  </a:lnTo>
                  <a:lnTo>
                    <a:pt x="548756" y="223135"/>
                  </a:lnTo>
                  <a:lnTo>
                    <a:pt x="553212" y="272033"/>
                  </a:lnTo>
                  <a:lnTo>
                    <a:pt x="548756" y="320932"/>
                  </a:lnTo>
                  <a:lnTo>
                    <a:pt x="535908" y="366955"/>
                  </a:lnTo>
                  <a:lnTo>
                    <a:pt x="515450" y="409335"/>
                  </a:lnTo>
                  <a:lnTo>
                    <a:pt x="488162" y="447302"/>
                  </a:lnTo>
                  <a:lnTo>
                    <a:pt x="454826" y="480089"/>
                  </a:lnTo>
                  <a:lnTo>
                    <a:pt x="416221" y="506927"/>
                  </a:lnTo>
                  <a:lnTo>
                    <a:pt x="373129" y="527048"/>
                  </a:lnTo>
                  <a:lnTo>
                    <a:pt x="326330" y="539685"/>
                  </a:lnTo>
                  <a:lnTo>
                    <a:pt x="276605" y="544067"/>
                  </a:lnTo>
                  <a:lnTo>
                    <a:pt x="226881" y="539685"/>
                  </a:lnTo>
                  <a:lnTo>
                    <a:pt x="180082" y="527048"/>
                  </a:lnTo>
                  <a:lnTo>
                    <a:pt x="136990" y="506927"/>
                  </a:lnTo>
                  <a:lnTo>
                    <a:pt x="98385" y="480089"/>
                  </a:lnTo>
                  <a:lnTo>
                    <a:pt x="65049" y="447302"/>
                  </a:lnTo>
                  <a:lnTo>
                    <a:pt x="37761" y="409335"/>
                  </a:lnTo>
                  <a:lnTo>
                    <a:pt x="17303" y="366955"/>
                  </a:lnTo>
                  <a:lnTo>
                    <a:pt x="4455" y="320932"/>
                  </a:lnTo>
                  <a:lnTo>
                    <a:pt x="0" y="272033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533131" y="2702051"/>
              <a:ext cx="554990" cy="544195"/>
            </a:xfrm>
            <a:custGeom>
              <a:avLst/>
              <a:gdLst/>
              <a:ahLst/>
              <a:cxnLst/>
              <a:rect l="l" t="t" r="r" b="b"/>
              <a:pathLst>
                <a:path w="554990" h="544194">
                  <a:moveTo>
                    <a:pt x="277368" y="0"/>
                  </a:moveTo>
                  <a:lnTo>
                    <a:pt x="227517" y="4382"/>
                  </a:lnTo>
                  <a:lnTo>
                    <a:pt x="180595" y="17019"/>
                  </a:lnTo>
                  <a:lnTo>
                    <a:pt x="137385" y="37140"/>
                  </a:lnTo>
                  <a:lnTo>
                    <a:pt x="98673" y="63978"/>
                  </a:lnTo>
                  <a:lnTo>
                    <a:pt x="65241" y="96765"/>
                  </a:lnTo>
                  <a:lnTo>
                    <a:pt x="37874" y="134732"/>
                  </a:lnTo>
                  <a:lnTo>
                    <a:pt x="17355" y="177112"/>
                  </a:lnTo>
                  <a:lnTo>
                    <a:pt x="4469" y="223135"/>
                  </a:lnTo>
                  <a:lnTo>
                    <a:pt x="0" y="272034"/>
                  </a:lnTo>
                  <a:lnTo>
                    <a:pt x="4469" y="320932"/>
                  </a:lnTo>
                  <a:lnTo>
                    <a:pt x="17355" y="366955"/>
                  </a:lnTo>
                  <a:lnTo>
                    <a:pt x="37874" y="409335"/>
                  </a:lnTo>
                  <a:lnTo>
                    <a:pt x="65241" y="447302"/>
                  </a:lnTo>
                  <a:lnTo>
                    <a:pt x="98673" y="480089"/>
                  </a:lnTo>
                  <a:lnTo>
                    <a:pt x="137385" y="506927"/>
                  </a:lnTo>
                  <a:lnTo>
                    <a:pt x="180595" y="527048"/>
                  </a:lnTo>
                  <a:lnTo>
                    <a:pt x="227517" y="539685"/>
                  </a:lnTo>
                  <a:lnTo>
                    <a:pt x="277368" y="544068"/>
                  </a:lnTo>
                  <a:lnTo>
                    <a:pt x="327218" y="539685"/>
                  </a:lnTo>
                  <a:lnTo>
                    <a:pt x="374140" y="527048"/>
                  </a:lnTo>
                  <a:lnTo>
                    <a:pt x="417350" y="506927"/>
                  </a:lnTo>
                  <a:lnTo>
                    <a:pt x="456062" y="480089"/>
                  </a:lnTo>
                  <a:lnTo>
                    <a:pt x="489494" y="447302"/>
                  </a:lnTo>
                  <a:lnTo>
                    <a:pt x="516861" y="409335"/>
                  </a:lnTo>
                  <a:lnTo>
                    <a:pt x="537380" y="366955"/>
                  </a:lnTo>
                  <a:lnTo>
                    <a:pt x="550266" y="320932"/>
                  </a:lnTo>
                  <a:lnTo>
                    <a:pt x="554736" y="272034"/>
                  </a:lnTo>
                  <a:lnTo>
                    <a:pt x="550266" y="223135"/>
                  </a:lnTo>
                  <a:lnTo>
                    <a:pt x="537380" y="177112"/>
                  </a:lnTo>
                  <a:lnTo>
                    <a:pt x="516861" y="134732"/>
                  </a:lnTo>
                  <a:lnTo>
                    <a:pt x="489494" y="96765"/>
                  </a:lnTo>
                  <a:lnTo>
                    <a:pt x="456062" y="63978"/>
                  </a:lnTo>
                  <a:lnTo>
                    <a:pt x="417350" y="37140"/>
                  </a:lnTo>
                  <a:lnTo>
                    <a:pt x="374140" y="17019"/>
                  </a:lnTo>
                  <a:lnTo>
                    <a:pt x="327218" y="4382"/>
                  </a:lnTo>
                  <a:lnTo>
                    <a:pt x="277368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533131" y="2702051"/>
              <a:ext cx="554990" cy="544195"/>
            </a:xfrm>
            <a:custGeom>
              <a:avLst/>
              <a:gdLst/>
              <a:ahLst/>
              <a:cxnLst/>
              <a:rect l="l" t="t" r="r" b="b"/>
              <a:pathLst>
                <a:path w="554990" h="544194">
                  <a:moveTo>
                    <a:pt x="0" y="272034"/>
                  </a:moveTo>
                  <a:lnTo>
                    <a:pt x="4469" y="223135"/>
                  </a:lnTo>
                  <a:lnTo>
                    <a:pt x="17355" y="177112"/>
                  </a:lnTo>
                  <a:lnTo>
                    <a:pt x="37874" y="134732"/>
                  </a:lnTo>
                  <a:lnTo>
                    <a:pt x="65241" y="96765"/>
                  </a:lnTo>
                  <a:lnTo>
                    <a:pt x="98673" y="63978"/>
                  </a:lnTo>
                  <a:lnTo>
                    <a:pt x="137385" y="37140"/>
                  </a:lnTo>
                  <a:lnTo>
                    <a:pt x="180595" y="17019"/>
                  </a:lnTo>
                  <a:lnTo>
                    <a:pt x="227517" y="4382"/>
                  </a:lnTo>
                  <a:lnTo>
                    <a:pt x="277368" y="0"/>
                  </a:lnTo>
                  <a:lnTo>
                    <a:pt x="327218" y="4382"/>
                  </a:lnTo>
                  <a:lnTo>
                    <a:pt x="374140" y="17019"/>
                  </a:lnTo>
                  <a:lnTo>
                    <a:pt x="417350" y="37140"/>
                  </a:lnTo>
                  <a:lnTo>
                    <a:pt x="456062" y="63978"/>
                  </a:lnTo>
                  <a:lnTo>
                    <a:pt x="489494" y="96765"/>
                  </a:lnTo>
                  <a:lnTo>
                    <a:pt x="516861" y="134732"/>
                  </a:lnTo>
                  <a:lnTo>
                    <a:pt x="537380" y="177112"/>
                  </a:lnTo>
                  <a:lnTo>
                    <a:pt x="550266" y="223135"/>
                  </a:lnTo>
                  <a:lnTo>
                    <a:pt x="554736" y="272034"/>
                  </a:lnTo>
                  <a:lnTo>
                    <a:pt x="550266" y="320932"/>
                  </a:lnTo>
                  <a:lnTo>
                    <a:pt x="537380" y="366955"/>
                  </a:lnTo>
                  <a:lnTo>
                    <a:pt x="516861" y="409335"/>
                  </a:lnTo>
                  <a:lnTo>
                    <a:pt x="489494" y="447302"/>
                  </a:lnTo>
                  <a:lnTo>
                    <a:pt x="456062" y="480089"/>
                  </a:lnTo>
                  <a:lnTo>
                    <a:pt x="417350" y="506927"/>
                  </a:lnTo>
                  <a:lnTo>
                    <a:pt x="374140" y="527048"/>
                  </a:lnTo>
                  <a:lnTo>
                    <a:pt x="327218" y="539685"/>
                  </a:lnTo>
                  <a:lnTo>
                    <a:pt x="277368" y="544068"/>
                  </a:lnTo>
                  <a:lnTo>
                    <a:pt x="227517" y="539685"/>
                  </a:lnTo>
                  <a:lnTo>
                    <a:pt x="180595" y="527048"/>
                  </a:lnTo>
                  <a:lnTo>
                    <a:pt x="137385" y="506927"/>
                  </a:lnTo>
                  <a:lnTo>
                    <a:pt x="98673" y="480089"/>
                  </a:lnTo>
                  <a:lnTo>
                    <a:pt x="65241" y="447302"/>
                  </a:lnTo>
                  <a:lnTo>
                    <a:pt x="37874" y="409335"/>
                  </a:lnTo>
                  <a:lnTo>
                    <a:pt x="17355" y="366955"/>
                  </a:lnTo>
                  <a:lnTo>
                    <a:pt x="4469" y="320932"/>
                  </a:lnTo>
                  <a:lnTo>
                    <a:pt x="0" y="272034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7740142" y="2809747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9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6847078" y="2685033"/>
            <a:ext cx="3378200" cy="1490980"/>
            <a:chOff x="6847078" y="2685033"/>
            <a:chExt cx="3378200" cy="1490980"/>
          </a:xfrm>
        </p:grpSpPr>
        <p:sp>
          <p:nvSpPr>
            <p:cNvPr id="35" name="object 35"/>
            <p:cNvSpPr/>
            <p:nvPr/>
          </p:nvSpPr>
          <p:spPr>
            <a:xfrm>
              <a:off x="9663684" y="2691383"/>
              <a:ext cx="554990" cy="544195"/>
            </a:xfrm>
            <a:custGeom>
              <a:avLst/>
              <a:gdLst/>
              <a:ahLst/>
              <a:cxnLst/>
              <a:rect l="l" t="t" r="r" b="b"/>
              <a:pathLst>
                <a:path w="554990" h="544194">
                  <a:moveTo>
                    <a:pt x="277368" y="0"/>
                  </a:moveTo>
                  <a:lnTo>
                    <a:pt x="227517" y="4382"/>
                  </a:lnTo>
                  <a:lnTo>
                    <a:pt x="180595" y="17019"/>
                  </a:lnTo>
                  <a:lnTo>
                    <a:pt x="137385" y="37140"/>
                  </a:lnTo>
                  <a:lnTo>
                    <a:pt x="98673" y="63978"/>
                  </a:lnTo>
                  <a:lnTo>
                    <a:pt x="65241" y="96765"/>
                  </a:lnTo>
                  <a:lnTo>
                    <a:pt x="37874" y="134732"/>
                  </a:lnTo>
                  <a:lnTo>
                    <a:pt x="17355" y="177112"/>
                  </a:lnTo>
                  <a:lnTo>
                    <a:pt x="4469" y="223135"/>
                  </a:lnTo>
                  <a:lnTo>
                    <a:pt x="0" y="272033"/>
                  </a:lnTo>
                  <a:lnTo>
                    <a:pt x="4469" y="320932"/>
                  </a:lnTo>
                  <a:lnTo>
                    <a:pt x="17355" y="366955"/>
                  </a:lnTo>
                  <a:lnTo>
                    <a:pt x="37874" y="409335"/>
                  </a:lnTo>
                  <a:lnTo>
                    <a:pt x="65241" y="447302"/>
                  </a:lnTo>
                  <a:lnTo>
                    <a:pt x="98673" y="480089"/>
                  </a:lnTo>
                  <a:lnTo>
                    <a:pt x="137385" y="506927"/>
                  </a:lnTo>
                  <a:lnTo>
                    <a:pt x="180595" y="527048"/>
                  </a:lnTo>
                  <a:lnTo>
                    <a:pt x="227517" y="539685"/>
                  </a:lnTo>
                  <a:lnTo>
                    <a:pt x="277368" y="544067"/>
                  </a:lnTo>
                  <a:lnTo>
                    <a:pt x="327218" y="539685"/>
                  </a:lnTo>
                  <a:lnTo>
                    <a:pt x="374140" y="527048"/>
                  </a:lnTo>
                  <a:lnTo>
                    <a:pt x="417350" y="506927"/>
                  </a:lnTo>
                  <a:lnTo>
                    <a:pt x="456062" y="480089"/>
                  </a:lnTo>
                  <a:lnTo>
                    <a:pt x="489494" y="447302"/>
                  </a:lnTo>
                  <a:lnTo>
                    <a:pt x="516861" y="409335"/>
                  </a:lnTo>
                  <a:lnTo>
                    <a:pt x="537380" y="366955"/>
                  </a:lnTo>
                  <a:lnTo>
                    <a:pt x="550266" y="320932"/>
                  </a:lnTo>
                  <a:lnTo>
                    <a:pt x="554736" y="272033"/>
                  </a:lnTo>
                  <a:lnTo>
                    <a:pt x="550266" y="223135"/>
                  </a:lnTo>
                  <a:lnTo>
                    <a:pt x="537380" y="177112"/>
                  </a:lnTo>
                  <a:lnTo>
                    <a:pt x="516861" y="134732"/>
                  </a:lnTo>
                  <a:lnTo>
                    <a:pt x="489494" y="96765"/>
                  </a:lnTo>
                  <a:lnTo>
                    <a:pt x="456062" y="63978"/>
                  </a:lnTo>
                  <a:lnTo>
                    <a:pt x="417350" y="37140"/>
                  </a:lnTo>
                  <a:lnTo>
                    <a:pt x="374140" y="17019"/>
                  </a:lnTo>
                  <a:lnTo>
                    <a:pt x="327218" y="4382"/>
                  </a:lnTo>
                  <a:lnTo>
                    <a:pt x="277368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9663684" y="2691383"/>
              <a:ext cx="554990" cy="544195"/>
            </a:xfrm>
            <a:custGeom>
              <a:avLst/>
              <a:gdLst/>
              <a:ahLst/>
              <a:cxnLst/>
              <a:rect l="l" t="t" r="r" b="b"/>
              <a:pathLst>
                <a:path w="554990" h="544194">
                  <a:moveTo>
                    <a:pt x="0" y="272033"/>
                  </a:moveTo>
                  <a:lnTo>
                    <a:pt x="4469" y="223135"/>
                  </a:lnTo>
                  <a:lnTo>
                    <a:pt x="17355" y="177112"/>
                  </a:lnTo>
                  <a:lnTo>
                    <a:pt x="37874" y="134732"/>
                  </a:lnTo>
                  <a:lnTo>
                    <a:pt x="65241" y="96765"/>
                  </a:lnTo>
                  <a:lnTo>
                    <a:pt x="98673" y="63978"/>
                  </a:lnTo>
                  <a:lnTo>
                    <a:pt x="137385" y="37140"/>
                  </a:lnTo>
                  <a:lnTo>
                    <a:pt x="180595" y="17019"/>
                  </a:lnTo>
                  <a:lnTo>
                    <a:pt x="227517" y="4382"/>
                  </a:lnTo>
                  <a:lnTo>
                    <a:pt x="277368" y="0"/>
                  </a:lnTo>
                  <a:lnTo>
                    <a:pt x="327218" y="4382"/>
                  </a:lnTo>
                  <a:lnTo>
                    <a:pt x="374140" y="17019"/>
                  </a:lnTo>
                  <a:lnTo>
                    <a:pt x="417350" y="37140"/>
                  </a:lnTo>
                  <a:lnTo>
                    <a:pt x="456062" y="63978"/>
                  </a:lnTo>
                  <a:lnTo>
                    <a:pt x="489494" y="96765"/>
                  </a:lnTo>
                  <a:lnTo>
                    <a:pt x="516861" y="134732"/>
                  </a:lnTo>
                  <a:lnTo>
                    <a:pt x="537380" y="177112"/>
                  </a:lnTo>
                  <a:lnTo>
                    <a:pt x="550266" y="223135"/>
                  </a:lnTo>
                  <a:lnTo>
                    <a:pt x="554736" y="272033"/>
                  </a:lnTo>
                  <a:lnTo>
                    <a:pt x="550266" y="320932"/>
                  </a:lnTo>
                  <a:lnTo>
                    <a:pt x="537380" y="366955"/>
                  </a:lnTo>
                  <a:lnTo>
                    <a:pt x="516861" y="409335"/>
                  </a:lnTo>
                  <a:lnTo>
                    <a:pt x="489494" y="447302"/>
                  </a:lnTo>
                  <a:lnTo>
                    <a:pt x="456062" y="480089"/>
                  </a:lnTo>
                  <a:lnTo>
                    <a:pt x="417350" y="506927"/>
                  </a:lnTo>
                  <a:lnTo>
                    <a:pt x="374140" y="527048"/>
                  </a:lnTo>
                  <a:lnTo>
                    <a:pt x="327218" y="539685"/>
                  </a:lnTo>
                  <a:lnTo>
                    <a:pt x="277368" y="544067"/>
                  </a:lnTo>
                  <a:lnTo>
                    <a:pt x="227517" y="539685"/>
                  </a:lnTo>
                  <a:lnTo>
                    <a:pt x="180595" y="527048"/>
                  </a:lnTo>
                  <a:lnTo>
                    <a:pt x="137385" y="506927"/>
                  </a:lnTo>
                  <a:lnTo>
                    <a:pt x="98673" y="480089"/>
                  </a:lnTo>
                  <a:lnTo>
                    <a:pt x="65241" y="447302"/>
                  </a:lnTo>
                  <a:lnTo>
                    <a:pt x="37874" y="409335"/>
                  </a:lnTo>
                  <a:lnTo>
                    <a:pt x="17355" y="366955"/>
                  </a:lnTo>
                  <a:lnTo>
                    <a:pt x="4469" y="320932"/>
                  </a:lnTo>
                  <a:lnTo>
                    <a:pt x="0" y="272033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853428" y="3640836"/>
              <a:ext cx="840105" cy="528955"/>
            </a:xfrm>
            <a:custGeom>
              <a:avLst/>
              <a:gdLst/>
              <a:ahLst/>
              <a:cxnLst/>
              <a:rect l="l" t="t" r="r" b="b"/>
              <a:pathLst>
                <a:path w="840104" h="528954">
                  <a:moveTo>
                    <a:pt x="419862" y="0"/>
                  </a:moveTo>
                  <a:lnTo>
                    <a:pt x="362885" y="2413"/>
                  </a:lnTo>
                  <a:lnTo>
                    <a:pt x="308239" y="9443"/>
                  </a:lnTo>
                  <a:lnTo>
                    <a:pt x="256424" y="20776"/>
                  </a:lnTo>
                  <a:lnTo>
                    <a:pt x="207941" y="36096"/>
                  </a:lnTo>
                  <a:lnTo>
                    <a:pt x="163288" y="55088"/>
                  </a:lnTo>
                  <a:lnTo>
                    <a:pt x="122967" y="77438"/>
                  </a:lnTo>
                  <a:lnTo>
                    <a:pt x="87477" y="102830"/>
                  </a:lnTo>
                  <a:lnTo>
                    <a:pt x="57319" y="130951"/>
                  </a:lnTo>
                  <a:lnTo>
                    <a:pt x="32992" y="161484"/>
                  </a:lnTo>
                  <a:lnTo>
                    <a:pt x="3832" y="228530"/>
                  </a:lnTo>
                  <a:lnTo>
                    <a:pt x="0" y="264413"/>
                  </a:lnTo>
                  <a:lnTo>
                    <a:pt x="3832" y="300297"/>
                  </a:lnTo>
                  <a:lnTo>
                    <a:pt x="32992" y="367343"/>
                  </a:lnTo>
                  <a:lnTo>
                    <a:pt x="57319" y="397876"/>
                  </a:lnTo>
                  <a:lnTo>
                    <a:pt x="87477" y="425997"/>
                  </a:lnTo>
                  <a:lnTo>
                    <a:pt x="122967" y="451389"/>
                  </a:lnTo>
                  <a:lnTo>
                    <a:pt x="163288" y="473739"/>
                  </a:lnTo>
                  <a:lnTo>
                    <a:pt x="207941" y="492731"/>
                  </a:lnTo>
                  <a:lnTo>
                    <a:pt x="256424" y="508051"/>
                  </a:lnTo>
                  <a:lnTo>
                    <a:pt x="308239" y="519384"/>
                  </a:lnTo>
                  <a:lnTo>
                    <a:pt x="362885" y="526414"/>
                  </a:lnTo>
                  <a:lnTo>
                    <a:pt x="419862" y="528827"/>
                  </a:lnTo>
                  <a:lnTo>
                    <a:pt x="476838" y="526414"/>
                  </a:lnTo>
                  <a:lnTo>
                    <a:pt x="531484" y="519384"/>
                  </a:lnTo>
                  <a:lnTo>
                    <a:pt x="583299" y="508051"/>
                  </a:lnTo>
                  <a:lnTo>
                    <a:pt x="631782" y="492731"/>
                  </a:lnTo>
                  <a:lnTo>
                    <a:pt x="676435" y="473739"/>
                  </a:lnTo>
                  <a:lnTo>
                    <a:pt x="716756" y="451389"/>
                  </a:lnTo>
                  <a:lnTo>
                    <a:pt x="752246" y="425997"/>
                  </a:lnTo>
                  <a:lnTo>
                    <a:pt x="782404" y="397876"/>
                  </a:lnTo>
                  <a:lnTo>
                    <a:pt x="806731" y="367343"/>
                  </a:lnTo>
                  <a:lnTo>
                    <a:pt x="835891" y="300297"/>
                  </a:lnTo>
                  <a:lnTo>
                    <a:pt x="839724" y="264413"/>
                  </a:lnTo>
                  <a:lnTo>
                    <a:pt x="835891" y="228530"/>
                  </a:lnTo>
                  <a:lnTo>
                    <a:pt x="806731" y="161484"/>
                  </a:lnTo>
                  <a:lnTo>
                    <a:pt x="782404" y="130951"/>
                  </a:lnTo>
                  <a:lnTo>
                    <a:pt x="752246" y="102830"/>
                  </a:lnTo>
                  <a:lnTo>
                    <a:pt x="716756" y="77438"/>
                  </a:lnTo>
                  <a:lnTo>
                    <a:pt x="676435" y="55088"/>
                  </a:lnTo>
                  <a:lnTo>
                    <a:pt x="631782" y="36096"/>
                  </a:lnTo>
                  <a:lnTo>
                    <a:pt x="583299" y="20776"/>
                  </a:lnTo>
                  <a:lnTo>
                    <a:pt x="531484" y="9443"/>
                  </a:lnTo>
                  <a:lnTo>
                    <a:pt x="476838" y="2413"/>
                  </a:lnTo>
                  <a:lnTo>
                    <a:pt x="419862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6853428" y="3640836"/>
              <a:ext cx="840105" cy="528955"/>
            </a:xfrm>
            <a:custGeom>
              <a:avLst/>
              <a:gdLst/>
              <a:ahLst/>
              <a:cxnLst/>
              <a:rect l="l" t="t" r="r" b="b"/>
              <a:pathLst>
                <a:path w="840104" h="528954">
                  <a:moveTo>
                    <a:pt x="0" y="264413"/>
                  </a:moveTo>
                  <a:lnTo>
                    <a:pt x="14996" y="194115"/>
                  </a:lnTo>
                  <a:lnTo>
                    <a:pt x="57319" y="130951"/>
                  </a:lnTo>
                  <a:lnTo>
                    <a:pt x="87477" y="102830"/>
                  </a:lnTo>
                  <a:lnTo>
                    <a:pt x="122967" y="77438"/>
                  </a:lnTo>
                  <a:lnTo>
                    <a:pt x="163288" y="55088"/>
                  </a:lnTo>
                  <a:lnTo>
                    <a:pt x="207941" y="36096"/>
                  </a:lnTo>
                  <a:lnTo>
                    <a:pt x="256424" y="20776"/>
                  </a:lnTo>
                  <a:lnTo>
                    <a:pt x="308239" y="9443"/>
                  </a:lnTo>
                  <a:lnTo>
                    <a:pt x="362885" y="2413"/>
                  </a:lnTo>
                  <a:lnTo>
                    <a:pt x="419862" y="0"/>
                  </a:lnTo>
                  <a:lnTo>
                    <a:pt x="476838" y="2413"/>
                  </a:lnTo>
                  <a:lnTo>
                    <a:pt x="531484" y="9443"/>
                  </a:lnTo>
                  <a:lnTo>
                    <a:pt x="583299" y="20776"/>
                  </a:lnTo>
                  <a:lnTo>
                    <a:pt x="631782" y="36096"/>
                  </a:lnTo>
                  <a:lnTo>
                    <a:pt x="676435" y="55088"/>
                  </a:lnTo>
                  <a:lnTo>
                    <a:pt x="716756" y="77438"/>
                  </a:lnTo>
                  <a:lnTo>
                    <a:pt x="752246" y="102830"/>
                  </a:lnTo>
                  <a:lnTo>
                    <a:pt x="782404" y="130951"/>
                  </a:lnTo>
                  <a:lnTo>
                    <a:pt x="806731" y="161484"/>
                  </a:lnTo>
                  <a:lnTo>
                    <a:pt x="835891" y="228530"/>
                  </a:lnTo>
                  <a:lnTo>
                    <a:pt x="839724" y="264413"/>
                  </a:lnTo>
                  <a:lnTo>
                    <a:pt x="835891" y="300297"/>
                  </a:lnTo>
                  <a:lnTo>
                    <a:pt x="806731" y="367343"/>
                  </a:lnTo>
                  <a:lnTo>
                    <a:pt x="782404" y="397876"/>
                  </a:lnTo>
                  <a:lnTo>
                    <a:pt x="752246" y="425997"/>
                  </a:lnTo>
                  <a:lnTo>
                    <a:pt x="716756" y="451389"/>
                  </a:lnTo>
                  <a:lnTo>
                    <a:pt x="676435" y="473739"/>
                  </a:lnTo>
                  <a:lnTo>
                    <a:pt x="631782" y="492731"/>
                  </a:lnTo>
                  <a:lnTo>
                    <a:pt x="583299" y="508051"/>
                  </a:lnTo>
                  <a:lnTo>
                    <a:pt x="531484" y="519384"/>
                  </a:lnTo>
                  <a:lnTo>
                    <a:pt x="476838" y="526414"/>
                  </a:lnTo>
                  <a:lnTo>
                    <a:pt x="419862" y="528827"/>
                  </a:lnTo>
                  <a:lnTo>
                    <a:pt x="362885" y="526414"/>
                  </a:lnTo>
                  <a:lnTo>
                    <a:pt x="308239" y="519384"/>
                  </a:lnTo>
                  <a:lnTo>
                    <a:pt x="256424" y="508051"/>
                  </a:lnTo>
                  <a:lnTo>
                    <a:pt x="207941" y="492731"/>
                  </a:lnTo>
                  <a:lnTo>
                    <a:pt x="163288" y="473739"/>
                  </a:lnTo>
                  <a:lnTo>
                    <a:pt x="122967" y="451389"/>
                  </a:lnTo>
                  <a:lnTo>
                    <a:pt x="87477" y="425997"/>
                  </a:lnTo>
                  <a:lnTo>
                    <a:pt x="57319" y="397876"/>
                  </a:lnTo>
                  <a:lnTo>
                    <a:pt x="32992" y="367343"/>
                  </a:lnTo>
                  <a:lnTo>
                    <a:pt x="3832" y="300297"/>
                  </a:lnTo>
                  <a:lnTo>
                    <a:pt x="0" y="264413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7145273" y="3741801"/>
            <a:ext cx="257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12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6155182" y="2164079"/>
            <a:ext cx="3628390" cy="2966085"/>
            <a:chOff x="6155182" y="2164079"/>
            <a:chExt cx="3628390" cy="2966085"/>
          </a:xfrm>
        </p:grpSpPr>
        <p:sp>
          <p:nvSpPr>
            <p:cNvPr id="41" name="object 41"/>
            <p:cNvSpPr/>
            <p:nvPr/>
          </p:nvSpPr>
          <p:spPr>
            <a:xfrm>
              <a:off x="7395972" y="2202179"/>
              <a:ext cx="2349500" cy="1536700"/>
            </a:xfrm>
            <a:custGeom>
              <a:avLst/>
              <a:gdLst/>
              <a:ahLst/>
              <a:cxnLst/>
              <a:rect l="l" t="t" r="r" b="b"/>
              <a:pathLst>
                <a:path w="2349500" h="1536700">
                  <a:moveTo>
                    <a:pt x="1677924" y="3048"/>
                  </a:moveTo>
                  <a:lnTo>
                    <a:pt x="2349373" y="569087"/>
                  </a:lnTo>
                </a:path>
                <a:path w="2349500" h="1536700">
                  <a:moveTo>
                    <a:pt x="1272921" y="0"/>
                  </a:moveTo>
                  <a:lnTo>
                    <a:pt x="580644" y="553466"/>
                  </a:lnTo>
                </a:path>
                <a:path w="2349500" h="1536700">
                  <a:moveTo>
                    <a:pt x="413638" y="1043940"/>
                  </a:moveTo>
                  <a:lnTo>
                    <a:pt x="0" y="1536700"/>
                  </a:lnTo>
                </a:path>
              </a:pathLst>
            </a:custGeom>
            <a:ln w="7620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6161532" y="4578095"/>
              <a:ext cx="838200" cy="546100"/>
            </a:xfrm>
            <a:custGeom>
              <a:avLst/>
              <a:gdLst/>
              <a:ahLst/>
              <a:cxnLst/>
              <a:rect l="l" t="t" r="r" b="b"/>
              <a:pathLst>
                <a:path w="838200" h="546100">
                  <a:moveTo>
                    <a:pt x="419099" y="0"/>
                  </a:moveTo>
                  <a:lnTo>
                    <a:pt x="362218" y="2491"/>
                  </a:lnTo>
                  <a:lnTo>
                    <a:pt x="307666" y="9747"/>
                  </a:lnTo>
                  <a:lnTo>
                    <a:pt x="255942" y="21443"/>
                  </a:lnTo>
                  <a:lnTo>
                    <a:pt x="207546" y="37253"/>
                  </a:lnTo>
                  <a:lnTo>
                    <a:pt x="162975" y="56852"/>
                  </a:lnTo>
                  <a:lnTo>
                    <a:pt x="122729" y="79914"/>
                  </a:lnTo>
                  <a:lnTo>
                    <a:pt x="87306" y="106115"/>
                  </a:lnTo>
                  <a:lnTo>
                    <a:pt x="57206" y="135127"/>
                  </a:lnTo>
                  <a:lnTo>
                    <a:pt x="32926" y="166627"/>
                  </a:lnTo>
                  <a:lnTo>
                    <a:pt x="14966" y="200289"/>
                  </a:lnTo>
                  <a:lnTo>
                    <a:pt x="0" y="272795"/>
                  </a:lnTo>
                  <a:lnTo>
                    <a:pt x="3824" y="309804"/>
                  </a:lnTo>
                  <a:lnTo>
                    <a:pt x="32926" y="378964"/>
                  </a:lnTo>
                  <a:lnTo>
                    <a:pt x="57206" y="410463"/>
                  </a:lnTo>
                  <a:lnTo>
                    <a:pt x="87306" y="439476"/>
                  </a:lnTo>
                  <a:lnTo>
                    <a:pt x="122729" y="465677"/>
                  </a:lnTo>
                  <a:lnTo>
                    <a:pt x="162975" y="488739"/>
                  </a:lnTo>
                  <a:lnTo>
                    <a:pt x="207546" y="508338"/>
                  </a:lnTo>
                  <a:lnTo>
                    <a:pt x="255942" y="524148"/>
                  </a:lnTo>
                  <a:lnTo>
                    <a:pt x="307666" y="535844"/>
                  </a:lnTo>
                  <a:lnTo>
                    <a:pt x="362218" y="543100"/>
                  </a:lnTo>
                  <a:lnTo>
                    <a:pt x="419099" y="545591"/>
                  </a:lnTo>
                  <a:lnTo>
                    <a:pt x="475981" y="543100"/>
                  </a:lnTo>
                  <a:lnTo>
                    <a:pt x="530533" y="535844"/>
                  </a:lnTo>
                  <a:lnTo>
                    <a:pt x="582257" y="524148"/>
                  </a:lnTo>
                  <a:lnTo>
                    <a:pt x="630653" y="508338"/>
                  </a:lnTo>
                  <a:lnTo>
                    <a:pt x="675224" y="488739"/>
                  </a:lnTo>
                  <a:lnTo>
                    <a:pt x="715470" y="465677"/>
                  </a:lnTo>
                  <a:lnTo>
                    <a:pt x="750893" y="439476"/>
                  </a:lnTo>
                  <a:lnTo>
                    <a:pt x="780993" y="410463"/>
                  </a:lnTo>
                  <a:lnTo>
                    <a:pt x="805273" y="378964"/>
                  </a:lnTo>
                  <a:lnTo>
                    <a:pt x="823233" y="345302"/>
                  </a:lnTo>
                  <a:lnTo>
                    <a:pt x="838199" y="272795"/>
                  </a:lnTo>
                  <a:lnTo>
                    <a:pt x="834375" y="235787"/>
                  </a:lnTo>
                  <a:lnTo>
                    <a:pt x="805273" y="166627"/>
                  </a:lnTo>
                  <a:lnTo>
                    <a:pt x="780993" y="135127"/>
                  </a:lnTo>
                  <a:lnTo>
                    <a:pt x="750893" y="106115"/>
                  </a:lnTo>
                  <a:lnTo>
                    <a:pt x="715470" y="79914"/>
                  </a:lnTo>
                  <a:lnTo>
                    <a:pt x="675224" y="56852"/>
                  </a:lnTo>
                  <a:lnTo>
                    <a:pt x="630653" y="37253"/>
                  </a:lnTo>
                  <a:lnTo>
                    <a:pt x="582257" y="21443"/>
                  </a:lnTo>
                  <a:lnTo>
                    <a:pt x="530533" y="9747"/>
                  </a:lnTo>
                  <a:lnTo>
                    <a:pt x="475981" y="2491"/>
                  </a:lnTo>
                  <a:lnTo>
                    <a:pt x="419099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6161532" y="4578095"/>
              <a:ext cx="838200" cy="546100"/>
            </a:xfrm>
            <a:custGeom>
              <a:avLst/>
              <a:gdLst/>
              <a:ahLst/>
              <a:cxnLst/>
              <a:rect l="l" t="t" r="r" b="b"/>
              <a:pathLst>
                <a:path w="838200" h="546100">
                  <a:moveTo>
                    <a:pt x="0" y="272795"/>
                  </a:moveTo>
                  <a:lnTo>
                    <a:pt x="14966" y="200289"/>
                  </a:lnTo>
                  <a:lnTo>
                    <a:pt x="32926" y="166627"/>
                  </a:lnTo>
                  <a:lnTo>
                    <a:pt x="57206" y="135127"/>
                  </a:lnTo>
                  <a:lnTo>
                    <a:pt x="87306" y="106115"/>
                  </a:lnTo>
                  <a:lnTo>
                    <a:pt x="122729" y="79914"/>
                  </a:lnTo>
                  <a:lnTo>
                    <a:pt x="162975" y="56852"/>
                  </a:lnTo>
                  <a:lnTo>
                    <a:pt x="207546" y="37253"/>
                  </a:lnTo>
                  <a:lnTo>
                    <a:pt x="255942" y="21443"/>
                  </a:lnTo>
                  <a:lnTo>
                    <a:pt x="307666" y="9747"/>
                  </a:lnTo>
                  <a:lnTo>
                    <a:pt x="362218" y="2491"/>
                  </a:lnTo>
                  <a:lnTo>
                    <a:pt x="419099" y="0"/>
                  </a:lnTo>
                  <a:lnTo>
                    <a:pt x="475981" y="2491"/>
                  </a:lnTo>
                  <a:lnTo>
                    <a:pt x="530533" y="9747"/>
                  </a:lnTo>
                  <a:lnTo>
                    <a:pt x="582257" y="21443"/>
                  </a:lnTo>
                  <a:lnTo>
                    <a:pt x="630653" y="37253"/>
                  </a:lnTo>
                  <a:lnTo>
                    <a:pt x="675224" y="56852"/>
                  </a:lnTo>
                  <a:lnTo>
                    <a:pt x="715470" y="79914"/>
                  </a:lnTo>
                  <a:lnTo>
                    <a:pt x="750893" y="106115"/>
                  </a:lnTo>
                  <a:lnTo>
                    <a:pt x="780993" y="135127"/>
                  </a:lnTo>
                  <a:lnTo>
                    <a:pt x="805273" y="166627"/>
                  </a:lnTo>
                  <a:lnTo>
                    <a:pt x="823233" y="200289"/>
                  </a:lnTo>
                  <a:lnTo>
                    <a:pt x="838199" y="272795"/>
                  </a:lnTo>
                  <a:lnTo>
                    <a:pt x="834375" y="309804"/>
                  </a:lnTo>
                  <a:lnTo>
                    <a:pt x="805273" y="378964"/>
                  </a:lnTo>
                  <a:lnTo>
                    <a:pt x="780993" y="410463"/>
                  </a:lnTo>
                  <a:lnTo>
                    <a:pt x="750893" y="439476"/>
                  </a:lnTo>
                  <a:lnTo>
                    <a:pt x="715470" y="465677"/>
                  </a:lnTo>
                  <a:lnTo>
                    <a:pt x="675224" y="488739"/>
                  </a:lnTo>
                  <a:lnTo>
                    <a:pt x="630653" y="508338"/>
                  </a:lnTo>
                  <a:lnTo>
                    <a:pt x="582257" y="524148"/>
                  </a:lnTo>
                  <a:lnTo>
                    <a:pt x="530533" y="535844"/>
                  </a:lnTo>
                  <a:lnTo>
                    <a:pt x="475981" y="543100"/>
                  </a:lnTo>
                  <a:lnTo>
                    <a:pt x="419099" y="545591"/>
                  </a:lnTo>
                  <a:lnTo>
                    <a:pt x="362218" y="543100"/>
                  </a:lnTo>
                  <a:lnTo>
                    <a:pt x="307666" y="535844"/>
                  </a:lnTo>
                  <a:lnTo>
                    <a:pt x="255942" y="524148"/>
                  </a:lnTo>
                  <a:lnTo>
                    <a:pt x="207546" y="508338"/>
                  </a:lnTo>
                  <a:lnTo>
                    <a:pt x="162975" y="488739"/>
                  </a:lnTo>
                  <a:lnTo>
                    <a:pt x="122729" y="465677"/>
                  </a:lnTo>
                  <a:lnTo>
                    <a:pt x="87306" y="439476"/>
                  </a:lnTo>
                  <a:lnTo>
                    <a:pt x="57206" y="410463"/>
                  </a:lnTo>
                  <a:lnTo>
                    <a:pt x="32926" y="378964"/>
                  </a:lnTo>
                  <a:lnTo>
                    <a:pt x="14966" y="345302"/>
                  </a:lnTo>
                  <a:lnTo>
                    <a:pt x="0" y="272795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698093" y="3796741"/>
            <a:ext cx="1416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052271" y="4666233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3192907" y="2834766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3702177" y="3595242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1586230" y="2479294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2641473" y="1439036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669036" y="4355591"/>
            <a:ext cx="436880" cy="544830"/>
          </a:xfrm>
          <a:custGeom>
            <a:avLst/>
            <a:gdLst/>
            <a:ahLst/>
            <a:cxnLst/>
            <a:rect l="l" t="t" r="r" b="b"/>
            <a:pathLst>
              <a:path w="436880" h="544829">
                <a:moveTo>
                  <a:pt x="436257" y="0"/>
                </a:moveTo>
                <a:lnTo>
                  <a:pt x="0" y="544702"/>
                </a:lnTo>
              </a:path>
            </a:pathLst>
          </a:custGeom>
          <a:ln w="76200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 txBox="1"/>
          <p:nvPr/>
        </p:nvSpPr>
        <p:spPr>
          <a:xfrm>
            <a:off x="6452361" y="4686680"/>
            <a:ext cx="257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20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7221981" y="4657090"/>
            <a:ext cx="850900" cy="556895"/>
            <a:chOff x="7221981" y="4657090"/>
            <a:chExt cx="850900" cy="556895"/>
          </a:xfrm>
        </p:grpSpPr>
        <p:sp>
          <p:nvSpPr>
            <p:cNvPr id="53" name="object 53"/>
            <p:cNvSpPr/>
            <p:nvPr/>
          </p:nvSpPr>
          <p:spPr>
            <a:xfrm>
              <a:off x="7228331" y="4663440"/>
              <a:ext cx="838200" cy="544195"/>
            </a:xfrm>
            <a:custGeom>
              <a:avLst/>
              <a:gdLst/>
              <a:ahLst/>
              <a:cxnLst/>
              <a:rect l="l" t="t" r="r" b="b"/>
              <a:pathLst>
                <a:path w="838200" h="544195">
                  <a:moveTo>
                    <a:pt x="419100" y="0"/>
                  </a:moveTo>
                  <a:lnTo>
                    <a:pt x="362218" y="2483"/>
                  </a:lnTo>
                  <a:lnTo>
                    <a:pt x="307666" y="9717"/>
                  </a:lnTo>
                  <a:lnTo>
                    <a:pt x="255942" y="21377"/>
                  </a:lnTo>
                  <a:lnTo>
                    <a:pt x="207546" y="37140"/>
                  </a:lnTo>
                  <a:lnTo>
                    <a:pt x="162975" y="56681"/>
                  </a:lnTo>
                  <a:lnTo>
                    <a:pt x="122729" y="79676"/>
                  </a:lnTo>
                  <a:lnTo>
                    <a:pt x="87306" y="105801"/>
                  </a:lnTo>
                  <a:lnTo>
                    <a:pt x="57206" y="134732"/>
                  </a:lnTo>
                  <a:lnTo>
                    <a:pt x="32926" y="166145"/>
                  </a:lnTo>
                  <a:lnTo>
                    <a:pt x="3824" y="235120"/>
                  </a:lnTo>
                  <a:lnTo>
                    <a:pt x="0" y="272034"/>
                  </a:lnTo>
                  <a:lnTo>
                    <a:pt x="3824" y="308947"/>
                  </a:lnTo>
                  <a:lnTo>
                    <a:pt x="32926" y="377922"/>
                  </a:lnTo>
                  <a:lnTo>
                    <a:pt x="57206" y="409335"/>
                  </a:lnTo>
                  <a:lnTo>
                    <a:pt x="87306" y="438266"/>
                  </a:lnTo>
                  <a:lnTo>
                    <a:pt x="122729" y="464391"/>
                  </a:lnTo>
                  <a:lnTo>
                    <a:pt x="162975" y="487386"/>
                  </a:lnTo>
                  <a:lnTo>
                    <a:pt x="207546" y="506927"/>
                  </a:lnTo>
                  <a:lnTo>
                    <a:pt x="255942" y="522690"/>
                  </a:lnTo>
                  <a:lnTo>
                    <a:pt x="307666" y="534350"/>
                  </a:lnTo>
                  <a:lnTo>
                    <a:pt x="362218" y="541584"/>
                  </a:lnTo>
                  <a:lnTo>
                    <a:pt x="419100" y="544068"/>
                  </a:lnTo>
                  <a:lnTo>
                    <a:pt x="475981" y="541584"/>
                  </a:lnTo>
                  <a:lnTo>
                    <a:pt x="530533" y="534350"/>
                  </a:lnTo>
                  <a:lnTo>
                    <a:pt x="582257" y="522690"/>
                  </a:lnTo>
                  <a:lnTo>
                    <a:pt x="630653" y="506927"/>
                  </a:lnTo>
                  <a:lnTo>
                    <a:pt x="675224" y="487386"/>
                  </a:lnTo>
                  <a:lnTo>
                    <a:pt x="715470" y="464391"/>
                  </a:lnTo>
                  <a:lnTo>
                    <a:pt x="750893" y="438266"/>
                  </a:lnTo>
                  <a:lnTo>
                    <a:pt x="780993" y="409335"/>
                  </a:lnTo>
                  <a:lnTo>
                    <a:pt x="805273" y="377922"/>
                  </a:lnTo>
                  <a:lnTo>
                    <a:pt x="834375" y="308947"/>
                  </a:lnTo>
                  <a:lnTo>
                    <a:pt x="838200" y="272034"/>
                  </a:lnTo>
                  <a:lnTo>
                    <a:pt x="834375" y="235120"/>
                  </a:lnTo>
                  <a:lnTo>
                    <a:pt x="805273" y="166145"/>
                  </a:lnTo>
                  <a:lnTo>
                    <a:pt x="780993" y="134732"/>
                  </a:lnTo>
                  <a:lnTo>
                    <a:pt x="750893" y="105801"/>
                  </a:lnTo>
                  <a:lnTo>
                    <a:pt x="715470" y="79676"/>
                  </a:lnTo>
                  <a:lnTo>
                    <a:pt x="675224" y="56681"/>
                  </a:lnTo>
                  <a:lnTo>
                    <a:pt x="630653" y="37140"/>
                  </a:lnTo>
                  <a:lnTo>
                    <a:pt x="582257" y="21377"/>
                  </a:lnTo>
                  <a:lnTo>
                    <a:pt x="530533" y="9717"/>
                  </a:lnTo>
                  <a:lnTo>
                    <a:pt x="475981" y="2483"/>
                  </a:lnTo>
                  <a:lnTo>
                    <a:pt x="419100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7228331" y="4663440"/>
              <a:ext cx="838200" cy="544195"/>
            </a:xfrm>
            <a:custGeom>
              <a:avLst/>
              <a:gdLst/>
              <a:ahLst/>
              <a:cxnLst/>
              <a:rect l="l" t="t" r="r" b="b"/>
              <a:pathLst>
                <a:path w="838200" h="544195">
                  <a:moveTo>
                    <a:pt x="0" y="272034"/>
                  </a:moveTo>
                  <a:lnTo>
                    <a:pt x="14966" y="199716"/>
                  </a:lnTo>
                  <a:lnTo>
                    <a:pt x="57206" y="134732"/>
                  </a:lnTo>
                  <a:lnTo>
                    <a:pt x="87306" y="105801"/>
                  </a:lnTo>
                  <a:lnTo>
                    <a:pt x="122729" y="79676"/>
                  </a:lnTo>
                  <a:lnTo>
                    <a:pt x="162975" y="56681"/>
                  </a:lnTo>
                  <a:lnTo>
                    <a:pt x="207546" y="37140"/>
                  </a:lnTo>
                  <a:lnTo>
                    <a:pt x="255942" y="21377"/>
                  </a:lnTo>
                  <a:lnTo>
                    <a:pt x="307666" y="9717"/>
                  </a:lnTo>
                  <a:lnTo>
                    <a:pt x="362218" y="2483"/>
                  </a:lnTo>
                  <a:lnTo>
                    <a:pt x="419100" y="0"/>
                  </a:lnTo>
                  <a:lnTo>
                    <a:pt x="475981" y="2483"/>
                  </a:lnTo>
                  <a:lnTo>
                    <a:pt x="530533" y="9717"/>
                  </a:lnTo>
                  <a:lnTo>
                    <a:pt x="582257" y="21377"/>
                  </a:lnTo>
                  <a:lnTo>
                    <a:pt x="630653" y="37140"/>
                  </a:lnTo>
                  <a:lnTo>
                    <a:pt x="675224" y="56681"/>
                  </a:lnTo>
                  <a:lnTo>
                    <a:pt x="715470" y="79676"/>
                  </a:lnTo>
                  <a:lnTo>
                    <a:pt x="750893" y="105801"/>
                  </a:lnTo>
                  <a:lnTo>
                    <a:pt x="780993" y="134732"/>
                  </a:lnTo>
                  <a:lnTo>
                    <a:pt x="805273" y="166145"/>
                  </a:lnTo>
                  <a:lnTo>
                    <a:pt x="834375" y="235120"/>
                  </a:lnTo>
                  <a:lnTo>
                    <a:pt x="838200" y="272034"/>
                  </a:lnTo>
                  <a:lnTo>
                    <a:pt x="834375" y="308947"/>
                  </a:lnTo>
                  <a:lnTo>
                    <a:pt x="805273" y="377922"/>
                  </a:lnTo>
                  <a:lnTo>
                    <a:pt x="780993" y="409335"/>
                  </a:lnTo>
                  <a:lnTo>
                    <a:pt x="750893" y="438266"/>
                  </a:lnTo>
                  <a:lnTo>
                    <a:pt x="715470" y="464391"/>
                  </a:lnTo>
                  <a:lnTo>
                    <a:pt x="675224" y="487386"/>
                  </a:lnTo>
                  <a:lnTo>
                    <a:pt x="630653" y="506927"/>
                  </a:lnTo>
                  <a:lnTo>
                    <a:pt x="582257" y="522690"/>
                  </a:lnTo>
                  <a:lnTo>
                    <a:pt x="530533" y="534350"/>
                  </a:lnTo>
                  <a:lnTo>
                    <a:pt x="475981" y="541584"/>
                  </a:lnTo>
                  <a:lnTo>
                    <a:pt x="419100" y="544068"/>
                  </a:lnTo>
                  <a:lnTo>
                    <a:pt x="362218" y="541584"/>
                  </a:lnTo>
                  <a:lnTo>
                    <a:pt x="307666" y="534350"/>
                  </a:lnTo>
                  <a:lnTo>
                    <a:pt x="255942" y="522690"/>
                  </a:lnTo>
                  <a:lnTo>
                    <a:pt x="207546" y="506927"/>
                  </a:lnTo>
                  <a:lnTo>
                    <a:pt x="162975" y="487386"/>
                  </a:lnTo>
                  <a:lnTo>
                    <a:pt x="122729" y="464391"/>
                  </a:lnTo>
                  <a:lnTo>
                    <a:pt x="87306" y="438266"/>
                  </a:lnTo>
                  <a:lnTo>
                    <a:pt x="57206" y="409335"/>
                  </a:lnTo>
                  <a:lnTo>
                    <a:pt x="32926" y="377922"/>
                  </a:lnTo>
                  <a:lnTo>
                    <a:pt x="3824" y="308947"/>
                  </a:lnTo>
                  <a:lnTo>
                    <a:pt x="0" y="272034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5" name="object 55"/>
          <p:cNvSpPr txBox="1"/>
          <p:nvPr/>
        </p:nvSpPr>
        <p:spPr>
          <a:xfrm>
            <a:off x="7519543" y="4771085"/>
            <a:ext cx="25717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18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56" name="object 56"/>
          <p:cNvGrpSpPr/>
          <p:nvPr/>
        </p:nvGrpSpPr>
        <p:grpSpPr>
          <a:xfrm>
            <a:off x="8616442" y="3684778"/>
            <a:ext cx="1219835" cy="1686560"/>
            <a:chOff x="8616442" y="3684778"/>
            <a:chExt cx="1219835" cy="1686560"/>
          </a:xfrm>
        </p:grpSpPr>
        <p:sp>
          <p:nvSpPr>
            <p:cNvPr id="57" name="object 57"/>
            <p:cNvSpPr/>
            <p:nvPr/>
          </p:nvSpPr>
          <p:spPr>
            <a:xfrm>
              <a:off x="8990076" y="3691128"/>
              <a:ext cx="840105" cy="546100"/>
            </a:xfrm>
            <a:custGeom>
              <a:avLst/>
              <a:gdLst/>
              <a:ahLst/>
              <a:cxnLst/>
              <a:rect l="l" t="t" r="r" b="b"/>
              <a:pathLst>
                <a:path w="840104" h="546100">
                  <a:moveTo>
                    <a:pt x="419862" y="0"/>
                  </a:moveTo>
                  <a:lnTo>
                    <a:pt x="362885" y="2491"/>
                  </a:lnTo>
                  <a:lnTo>
                    <a:pt x="308239" y="9747"/>
                  </a:lnTo>
                  <a:lnTo>
                    <a:pt x="256424" y="21443"/>
                  </a:lnTo>
                  <a:lnTo>
                    <a:pt x="207941" y="37253"/>
                  </a:lnTo>
                  <a:lnTo>
                    <a:pt x="163288" y="56852"/>
                  </a:lnTo>
                  <a:lnTo>
                    <a:pt x="122967" y="79914"/>
                  </a:lnTo>
                  <a:lnTo>
                    <a:pt x="87477" y="106115"/>
                  </a:lnTo>
                  <a:lnTo>
                    <a:pt x="57319" y="135128"/>
                  </a:lnTo>
                  <a:lnTo>
                    <a:pt x="32992" y="166627"/>
                  </a:lnTo>
                  <a:lnTo>
                    <a:pt x="14996" y="200289"/>
                  </a:lnTo>
                  <a:lnTo>
                    <a:pt x="0" y="272796"/>
                  </a:lnTo>
                  <a:lnTo>
                    <a:pt x="3832" y="309804"/>
                  </a:lnTo>
                  <a:lnTo>
                    <a:pt x="32992" y="378964"/>
                  </a:lnTo>
                  <a:lnTo>
                    <a:pt x="57319" y="410463"/>
                  </a:lnTo>
                  <a:lnTo>
                    <a:pt x="87477" y="439476"/>
                  </a:lnTo>
                  <a:lnTo>
                    <a:pt x="122967" y="465677"/>
                  </a:lnTo>
                  <a:lnTo>
                    <a:pt x="163288" y="488739"/>
                  </a:lnTo>
                  <a:lnTo>
                    <a:pt x="207941" y="508338"/>
                  </a:lnTo>
                  <a:lnTo>
                    <a:pt x="256424" y="524148"/>
                  </a:lnTo>
                  <a:lnTo>
                    <a:pt x="308239" y="535844"/>
                  </a:lnTo>
                  <a:lnTo>
                    <a:pt x="362885" y="543100"/>
                  </a:lnTo>
                  <a:lnTo>
                    <a:pt x="419862" y="545592"/>
                  </a:lnTo>
                  <a:lnTo>
                    <a:pt x="476838" y="543100"/>
                  </a:lnTo>
                  <a:lnTo>
                    <a:pt x="531484" y="535844"/>
                  </a:lnTo>
                  <a:lnTo>
                    <a:pt x="583299" y="524148"/>
                  </a:lnTo>
                  <a:lnTo>
                    <a:pt x="631782" y="508338"/>
                  </a:lnTo>
                  <a:lnTo>
                    <a:pt x="676435" y="488739"/>
                  </a:lnTo>
                  <a:lnTo>
                    <a:pt x="716756" y="465677"/>
                  </a:lnTo>
                  <a:lnTo>
                    <a:pt x="752246" y="439476"/>
                  </a:lnTo>
                  <a:lnTo>
                    <a:pt x="782404" y="410464"/>
                  </a:lnTo>
                  <a:lnTo>
                    <a:pt x="806731" y="378964"/>
                  </a:lnTo>
                  <a:lnTo>
                    <a:pt x="824727" y="345302"/>
                  </a:lnTo>
                  <a:lnTo>
                    <a:pt x="839724" y="272796"/>
                  </a:lnTo>
                  <a:lnTo>
                    <a:pt x="835891" y="235787"/>
                  </a:lnTo>
                  <a:lnTo>
                    <a:pt x="806731" y="166627"/>
                  </a:lnTo>
                  <a:lnTo>
                    <a:pt x="782404" y="135128"/>
                  </a:lnTo>
                  <a:lnTo>
                    <a:pt x="752246" y="106115"/>
                  </a:lnTo>
                  <a:lnTo>
                    <a:pt x="716756" y="79914"/>
                  </a:lnTo>
                  <a:lnTo>
                    <a:pt x="676435" y="56852"/>
                  </a:lnTo>
                  <a:lnTo>
                    <a:pt x="631782" y="37253"/>
                  </a:lnTo>
                  <a:lnTo>
                    <a:pt x="583299" y="21443"/>
                  </a:lnTo>
                  <a:lnTo>
                    <a:pt x="531484" y="9747"/>
                  </a:lnTo>
                  <a:lnTo>
                    <a:pt x="476838" y="2491"/>
                  </a:lnTo>
                  <a:lnTo>
                    <a:pt x="419862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8990076" y="3691128"/>
              <a:ext cx="840105" cy="546100"/>
            </a:xfrm>
            <a:custGeom>
              <a:avLst/>
              <a:gdLst/>
              <a:ahLst/>
              <a:cxnLst/>
              <a:rect l="l" t="t" r="r" b="b"/>
              <a:pathLst>
                <a:path w="840104" h="546100">
                  <a:moveTo>
                    <a:pt x="0" y="272796"/>
                  </a:moveTo>
                  <a:lnTo>
                    <a:pt x="14996" y="200289"/>
                  </a:lnTo>
                  <a:lnTo>
                    <a:pt x="32992" y="166627"/>
                  </a:lnTo>
                  <a:lnTo>
                    <a:pt x="57319" y="135128"/>
                  </a:lnTo>
                  <a:lnTo>
                    <a:pt x="87477" y="106115"/>
                  </a:lnTo>
                  <a:lnTo>
                    <a:pt x="122967" y="79914"/>
                  </a:lnTo>
                  <a:lnTo>
                    <a:pt x="163288" y="56852"/>
                  </a:lnTo>
                  <a:lnTo>
                    <a:pt x="207941" y="37253"/>
                  </a:lnTo>
                  <a:lnTo>
                    <a:pt x="256424" y="21443"/>
                  </a:lnTo>
                  <a:lnTo>
                    <a:pt x="308239" y="9747"/>
                  </a:lnTo>
                  <a:lnTo>
                    <a:pt x="362885" y="2491"/>
                  </a:lnTo>
                  <a:lnTo>
                    <a:pt x="419862" y="0"/>
                  </a:lnTo>
                  <a:lnTo>
                    <a:pt x="476838" y="2491"/>
                  </a:lnTo>
                  <a:lnTo>
                    <a:pt x="531484" y="9747"/>
                  </a:lnTo>
                  <a:lnTo>
                    <a:pt x="583299" y="21443"/>
                  </a:lnTo>
                  <a:lnTo>
                    <a:pt x="631782" y="37253"/>
                  </a:lnTo>
                  <a:lnTo>
                    <a:pt x="676435" y="56852"/>
                  </a:lnTo>
                  <a:lnTo>
                    <a:pt x="716756" y="79914"/>
                  </a:lnTo>
                  <a:lnTo>
                    <a:pt x="752246" y="106115"/>
                  </a:lnTo>
                  <a:lnTo>
                    <a:pt x="782404" y="135128"/>
                  </a:lnTo>
                  <a:lnTo>
                    <a:pt x="806731" y="166627"/>
                  </a:lnTo>
                  <a:lnTo>
                    <a:pt x="824727" y="200289"/>
                  </a:lnTo>
                  <a:lnTo>
                    <a:pt x="839724" y="272796"/>
                  </a:lnTo>
                  <a:lnTo>
                    <a:pt x="835891" y="309804"/>
                  </a:lnTo>
                  <a:lnTo>
                    <a:pt x="806731" y="378964"/>
                  </a:lnTo>
                  <a:lnTo>
                    <a:pt x="782404" y="410464"/>
                  </a:lnTo>
                  <a:lnTo>
                    <a:pt x="752246" y="439476"/>
                  </a:lnTo>
                  <a:lnTo>
                    <a:pt x="716756" y="465677"/>
                  </a:lnTo>
                  <a:lnTo>
                    <a:pt x="676435" y="488739"/>
                  </a:lnTo>
                  <a:lnTo>
                    <a:pt x="631782" y="508338"/>
                  </a:lnTo>
                  <a:lnTo>
                    <a:pt x="583299" y="524148"/>
                  </a:lnTo>
                  <a:lnTo>
                    <a:pt x="531484" y="535844"/>
                  </a:lnTo>
                  <a:lnTo>
                    <a:pt x="476838" y="543100"/>
                  </a:lnTo>
                  <a:lnTo>
                    <a:pt x="419862" y="545592"/>
                  </a:lnTo>
                  <a:lnTo>
                    <a:pt x="362885" y="543100"/>
                  </a:lnTo>
                  <a:lnTo>
                    <a:pt x="308239" y="535844"/>
                  </a:lnTo>
                  <a:lnTo>
                    <a:pt x="256424" y="524148"/>
                  </a:lnTo>
                  <a:lnTo>
                    <a:pt x="207941" y="508338"/>
                  </a:lnTo>
                  <a:lnTo>
                    <a:pt x="163288" y="488739"/>
                  </a:lnTo>
                  <a:lnTo>
                    <a:pt x="122967" y="465677"/>
                  </a:lnTo>
                  <a:lnTo>
                    <a:pt x="87477" y="439476"/>
                  </a:lnTo>
                  <a:lnTo>
                    <a:pt x="57319" y="410463"/>
                  </a:lnTo>
                  <a:lnTo>
                    <a:pt x="32992" y="378964"/>
                  </a:lnTo>
                  <a:lnTo>
                    <a:pt x="14996" y="345302"/>
                  </a:lnTo>
                  <a:lnTo>
                    <a:pt x="0" y="272796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8622792" y="4820412"/>
              <a:ext cx="838200" cy="544195"/>
            </a:xfrm>
            <a:custGeom>
              <a:avLst/>
              <a:gdLst/>
              <a:ahLst/>
              <a:cxnLst/>
              <a:rect l="l" t="t" r="r" b="b"/>
              <a:pathLst>
                <a:path w="838200" h="544195">
                  <a:moveTo>
                    <a:pt x="419100" y="0"/>
                  </a:moveTo>
                  <a:lnTo>
                    <a:pt x="362218" y="2483"/>
                  </a:lnTo>
                  <a:lnTo>
                    <a:pt x="307666" y="9717"/>
                  </a:lnTo>
                  <a:lnTo>
                    <a:pt x="255942" y="21377"/>
                  </a:lnTo>
                  <a:lnTo>
                    <a:pt x="207546" y="37140"/>
                  </a:lnTo>
                  <a:lnTo>
                    <a:pt x="162975" y="56681"/>
                  </a:lnTo>
                  <a:lnTo>
                    <a:pt x="122729" y="79676"/>
                  </a:lnTo>
                  <a:lnTo>
                    <a:pt x="87306" y="105801"/>
                  </a:lnTo>
                  <a:lnTo>
                    <a:pt x="57206" y="134732"/>
                  </a:lnTo>
                  <a:lnTo>
                    <a:pt x="32926" y="166145"/>
                  </a:lnTo>
                  <a:lnTo>
                    <a:pt x="3824" y="235120"/>
                  </a:lnTo>
                  <a:lnTo>
                    <a:pt x="0" y="272033"/>
                  </a:lnTo>
                  <a:lnTo>
                    <a:pt x="3824" y="308947"/>
                  </a:lnTo>
                  <a:lnTo>
                    <a:pt x="32926" y="377922"/>
                  </a:lnTo>
                  <a:lnTo>
                    <a:pt x="57206" y="409335"/>
                  </a:lnTo>
                  <a:lnTo>
                    <a:pt x="87306" y="438266"/>
                  </a:lnTo>
                  <a:lnTo>
                    <a:pt x="122729" y="464391"/>
                  </a:lnTo>
                  <a:lnTo>
                    <a:pt x="162975" y="487386"/>
                  </a:lnTo>
                  <a:lnTo>
                    <a:pt x="207546" y="506927"/>
                  </a:lnTo>
                  <a:lnTo>
                    <a:pt x="255942" y="522690"/>
                  </a:lnTo>
                  <a:lnTo>
                    <a:pt x="307666" y="534350"/>
                  </a:lnTo>
                  <a:lnTo>
                    <a:pt x="362218" y="541584"/>
                  </a:lnTo>
                  <a:lnTo>
                    <a:pt x="419100" y="544068"/>
                  </a:lnTo>
                  <a:lnTo>
                    <a:pt x="475981" y="541584"/>
                  </a:lnTo>
                  <a:lnTo>
                    <a:pt x="530533" y="534350"/>
                  </a:lnTo>
                  <a:lnTo>
                    <a:pt x="582257" y="522690"/>
                  </a:lnTo>
                  <a:lnTo>
                    <a:pt x="630653" y="506927"/>
                  </a:lnTo>
                  <a:lnTo>
                    <a:pt x="675224" y="487386"/>
                  </a:lnTo>
                  <a:lnTo>
                    <a:pt x="715470" y="464391"/>
                  </a:lnTo>
                  <a:lnTo>
                    <a:pt x="750893" y="438266"/>
                  </a:lnTo>
                  <a:lnTo>
                    <a:pt x="780993" y="409335"/>
                  </a:lnTo>
                  <a:lnTo>
                    <a:pt x="805273" y="377922"/>
                  </a:lnTo>
                  <a:lnTo>
                    <a:pt x="834375" y="308947"/>
                  </a:lnTo>
                  <a:lnTo>
                    <a:pt x="838200" y="272033"/>
                  </a:lnTo>
                  <a:lnTo>
                    <a:pt x="834375" y="235120"/>
                  </a:lnTo>
                  <a:lnTo>
                    <a:pt x="805273" y="166145"/>
                  </a:lnTo>
                  <a:lnTo>
                    <a:pt x="780993" y="134732"/>
                  </a:lnTo>
                  <a:lnTo>
                    <a:pt x="750893" y="105801"/>
                  </a:lnTo>
                  <a:lnTo>
                    <a:pt x="715470" y="79676"/>
                  </a:lnTo>
                  <a:lnTo>
                    <a:pt x="675224" y="56681"/>
                  </a:lnTo>
                  <a:lnTo>
                    <a:pt x="630653" y="37140"/>
                  </a:lnTo>
                  <a:lnTo>
                    <a:pt x="582257" y="21377"/>
                  </a:lnTo>
                  <a:lnTo>
                    <a:pt x="530533" y="9717"/>
                  </a:lnTo>
                  <a:lnTo>
                    <a:pt x="475981" y="2483"/>
                  </a:lnTo>
                  <a:lnTo>
                    <a:pt x="419100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8622792" y="4820412"/>
              <a:ext cx="838200" cy="544195"/>
            </a:xfrm>
            <a:custGeom>
              <a:avLst/>
              <a:gdLst/>
              <a:ahLst/>
              <a:cxnLst/>
              <a:rect l="l" t="t" r="r" b="b"/>
              <a:pathLst>
                <a:path w="838200" h="544195">
                  <a:moveTo>
                    <a:pt x="0" y="272033"/>
                  </a:moveTo>
                  <a:lnTo>
                    <a:pt x="14966" y="199716"/>
                  </a:lnTo>
                  <a:lnTo>
                    <a:pt x="57206" y="134732"/>
                  </a:lnTo>
                  <a:lnTo>
                    <a:pt x="87306" y="105801"/>
                  </a:lnTo>
                  <a:lnTo>
                    <a:pt x="122729" y="79676"/>
                  </a:lnTo>
                  <a:lnTo>
                    <a:pt x="162975" y="56681"/>
                  </a:lnTo>
                  <a:lnTo>
                    <a:pt x="207546" y="37140"/>
                  </a:lnTo>
                  <a:lnTo>
                    <a:pt x="255942" y="21377"/>
                  </a:lnTo>
                  <a:lnTo>
                    <a:pt x="307666" y="9717"/>
                  </a:lnTo>
                  <a:lnTo>
                    <a:pt x="362218" y="2483"/>
                  </a:lnTo>
                  <a:lnTo>
                    <a:pt x="419100" y="0"/>
                  </a:lnTo>
                  <a:lnTo>
                    <a:pt x="475981" y="2483"/>
                  </a:lnTo>
                  <a:lnTo>
                    <a:pt x="530533" y="9717"/>
                  </a:lnTo>
                  <a:lnTo>
                    <a:pt x="582257" y="21377"/>
                  </a:lnTo>
                  <a:lnTo>
                    <a:pt x="630653" y="37140"/>
                  </a:lnTo>
                  <a:lnTo>
                    <a:pt x="675224" y="56681"/>
                  </a:lnTo>
                  <a:lnTo>
                    <a:pt x="715470" y="79676"/>
                  </a:lnTo>
                  <a:lnTo>
                    <a:pt x="750893" y="105801"/>
                  </a:lnTo>
                  <a:lnTo>
                    <a:pt x="780993" y="134732"/>
                  </a:lnTo>
                  <a:lnTo>
                    <a:pt x="805273" y="166145"/>
                  </a:lnTo>
                  <a:lnTo>
                    <a:pt x="834375" y="235120"/>
                  </a:lnTo>
                  <a:lnTo>
                    <a:pt x="838200" y="272033"/>
                  </a:lnTo>
                  <a:lnTo>
                    <a:pt x="834375" y="308947"/>
                  </a:lnTo>
                  <a:lnTo>
                    <a:pt x="805273" y="377922"/>
                  </a:lnTo>
                  <a:lnTo>
                    <a:pt x="780993" y="409335"/>
                  </a:lnTo>
                  <a:lnTo>
                    <a:pt x="750893" y="438266"/>
                  </a:lnTo>
                  <a:lnTo>
                    <a:pt x="715470" y="464391"/>
                  </a:lnTo>
                  <a:lnTo>
                    <a:pt x="675224" y="487386"/>
                  </a:lnTo>
                  <a:lnTo>
                    <a:pt x="630653" y="506927"/>
                  </a:lnTo>
                  <a:lnTo>
                    <a:pt x="582257" y="522690"/>
                  </a:lnTo>
                  <a:lnTo>
                    <a:pt x="530533" y="534350"/>
                  </a:lnTo>
                  <a:lnTo>
                    <a:pt x="475981" y="541584"/>
                  </a:lnTo>
                  <a:lnTo>
                    <a:pt x="419100" y="544068"/>
                  </a:lnTo>
                  <a:lnTo>
                    <a:pt x="362218" y="541584"/>
                  </a:lnTo>
                  <a:lnTo>
                    <a:pt x="307666" y="534350"/>
                  </a:lnTo>
                  <a:lnTo>
                    <a:pt x="255942" y="522690"/>
                  </a:lnTo>
                  <a:lnTo>
                    <a:pt x="207546" y="506927"/>
                  </a:lnTo>
                  <a:lnTo>
                    <a:pt x="162975" y="487386"/>
                  </a:lnTo>
                  <a:lnTo>
                    <a:pt x="122729" y="464391"/>
                  </a:lnTo>
                  <a:lnTo>
                    <a:pt x="87306" y="438266"/>
                  </a:lnTo>
                  <a:lnTo>
                    <a:pt x="57206" y="409335"/>
                  </a:lnTo>
                  <a:lnTo>
                    <a:pt x="32926" y="377922"/>
                  </a:lnTo>
                  <a:lnTo>
                    <a:pt x="3824" y="308947"/>
                  </a:lnTo>
                  <a:lnTo>
                    <a:pt x="0" y="272033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1" name="object 61"/>
          <p:cNvSpPr txBox="1"/>
          <p:nvPr/>
        </p:nvSpPr>
        <p:spPr>
          <a:xfrm>
            <a:off x="8914003" y="4928107"/>
            <a:ext cx="257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15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2" name="object 62"/>
          <p:cNvSpPr/>
          <p:nvPr/>
        </p:nvSpPr>
        <p:spPr>
          <a:xfrm>
            <a:off x="6717792" y="3209544"/>
            <a:ext cx="3129280" cy="1610360"/>
          </a:xfrm>
          <a:custGeom>
            <a:avLst/>
            <a:gdLst/>
            <a:ahLst/>
            <a:cxnLst/>
            <a:rect l="l" t="t" r="r" b="b"/>
            <a:pathLst>
              <a:path w="3129279" h="1610360">
                <a:moveTo>
                  <a:pt x="309879" y="986027"/>
                </a:moveTo>
                <a:lnTo>
                  <a:pt x="0" y="1385569"/>
                </a:lnTo>
              </a:path>
              <a:path w="3129279" h="1610360">
                <a:moveTo>
                  <a:pt x="3128899" y="0"/>
                </a:moveTo>
                <a:lnTo>
                  <a:pt x="2843783" y="519048"/>
                </a:lnTo>
              </a:path>
              <a:path w="3129279" h="1610360">
                <a:moveTo>
                  <a:pt x="2546223" y="998219"/>
                </a:moveTo>
                <a:lnTo>
                  <a:pt x="2324100" y="1610359"/>
                </a:lnTo>
              </a:path>
              <a:path w="3129279" h="1610360">
                <a:moveTo>
                  <a:pt x="646176" y="1027175"/>
                </a:moveTo>
                <a:lnTo>
                  <a:pt x="930148" y="1453514"/>
                </a:lnTo>
              </a:path>
            </a:pathLst>
          </a:custGeom>
          <a:ln w="76200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 txBox="1"/>
          <p:nvPr/>
        </p:nvSpPr>
        <p:spPr>
          <a:xfrm>
            <a:off x="6165850" y="4347717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7916926" y="4462398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7454010" y="2499740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9304146" y="4630292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9222740" y="3295776"/>
            <a:ext cx="316230" cy="803910"/>
          </a:xfrm>
          <a:prstGeom prst="rect">
            <a:avLst/>
          </a:prstGeom>
        </p:spPr>
        <p:txBody>
          <a:bodyPr vert="horz" wrap="square" lIns="0" tIns="1270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sz="1800" spc="-50" dirty="0"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  <a:p>
            <a:pPr marL="71755">
              <a:lnSpc>
                <a:spcPct val="100000"/>
              </a:lnSpc>
              <a:spcBef>
                <a:spcPts val="905"/>
              </a:spcBef>
            </a:pP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10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9825355" y="2307455"/>
            <a:ext cx="187960" cy="791845"/>
          </a:xfrm>
          <a:prstGeom prst="rect">
            <a:avLst/>
          </a:prstGeom>
        </p:spPr>
        <p:txBody>
          <a:bodyPr vert="horz" wrap="square" lIns="0" tIns="1212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5"/>
              </a:spcBef>
            </a:pPr>
            <a:r>
              <a:rPr sz="1800" spc="-50" dirty="0"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  <a:p>
            <a:pPr marL="58419">
              <a:lnSpc>
                <a:spcPct val="100000"/>
              </a:lnSpc>
              <a:spcBef>
                <a:spcPts val="855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8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6832854" y="3388614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8751189" y="1365377"/>
            <a:ext cx="198755" cy="782320"/>
          </a:xfrm>
          <a:prstGeom prst="rect">
            <a:avLst/>
          </a:prstGeom>
        </p:spPr>
        <p:txBody>
          <a:bodyPr vert="horz" wrap="square" lIns="0" tIns="1162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15"/>
              </a:spcBef>
            </a:pPr>
            <a:r>
              <a:rPr sz="1800" spc="-50" dirty="0">
                <a:latin typeface="Calibri"/>
                <a:cs typeface="Calibri"/>
              </a:rPr>
              <a:t>2</a:t>
            </a:r>
            <a:endParaRPr sz="1800">
              <a:latin typeface="Calibri"/>
              <a:cs typeface="Calibri"/>
            </a:endParaRPr>
          </a:p>
          <a:p>
            <a:pPr marL="69215">
              <a:lnSpc>
                <a:spcPct val="100000"/>
              </a:lnSpc>
              <a:spcBef>
                <a:spcPts val="819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4248"/>
            <a:ext cx="7363459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000000"/>
                </a:solidFill>
              </a:rPr>
              <a:t>Min-</a:t>
            </a:r>
            <a:r>
              <a:rPr spc="-1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Height</a:t>
            </a:r>
            <a:r>
              <a:rPr spc="-2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Biased</a:t>
            </a:r>
            <a:r>
              <a:rPr spc="-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Leftist</a:t>
            </a:r>
            <a:r>
              <a:rPr spc="-30" dirty="0">
                <a:solidFill>
                  <a:srgbClr val="000000"/>
                </a:solidFill>
              </a:rPr>
              <a:t> </a:t>
            </a:r>
            <a:r>
              <a:rPr spc="-20" dirty="0">
                <a:solidFill>
                  <a:srgbClr val="000000"/>
                </a:solidFill>
              </a:rPr>
              <a:t>Tree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459482" y="1782826"/>
            <a:ext cx="567690" cy="556895"/>
            <a:chOff x="2459482" y="1782826"/>
            <a:chExt cx="567690" cy="556895"/>
          </a:xfrm>
        </p:grpSpPr>
        <p:sp>
          <p:nvSpPr>
            <p:cNvPr id="4" name="object 4"/>
            <p:cNvSpPr/>
            <p:nvPr/>
          </p:nvSpPr>
          <p:spPr>
            <a:xfrm>
              <a:off x="2465832" y="1789176"/>
              <a:ext cx="554990" cy="544195"/>
            </a:xfrm>
            <a:custGeom>
              <a:avLst/>
              <a:gdLst/>
              <a:ahLst/>
              <a:cxnLst/>
              <a:rect l="l" t="t" r="r" b="b"/>
              <a:pathLst>
                <a:path w="554989" h="544194">
                  <a:moveTo>
                    <a:pt x="277368" y="0"/>
                  </a:moveTo>
                  <a:lnTo>
                    <a:pt x="227517" y="4382"/>
                  </a:lnTo>
                  <a:lnTo>
                    <a:pt x="180595" y="17019"/>
                  </a:lnTo>
                  <a:lnTo>
                    <a:pt x="137385" y="37140"/>
                  </a:lnTo>
                  <a:lnTo>
                    <a:pt x="98673" y="63978"/>
                  </a:lnTo>
                  <a:lnTo>
                    <a:pt x="65241" y="96765"/>
                  </a:lnTo>
                  <a:lnTo>
                    <a:pt x="37874" y="134732"/>
                  </a:lnTo>
                  <a:lnTo>
                    <a:pt x="17355" y="177112"/>
                  </a:lnTo>
                  <a:lnTo>
                    <a:pt x="4469" y="223135"/>
                  </a:lnTo>
                  <a:lnTo>
                    <a:pt x="0" y="272034"/>
                  </a:lnTo>
                  <a:lnTo>
                    <a:pt x="4469" y="320932"/>
                  </a:lnTo>
                  <a:lnTo>
                    <a:pt x="17355" y="366955"/>
                  </a:lnTo>
                  <a:lnTo>
                    <a:pt x="37874" y="409335"/>
                  </a:lnTo>
                  <a:lnTo>
                    <a:pt x="65241" y="447302"/>
                  </a:lnTo>
                  <a:lnTo>
                    <a:pt x="98673" y="480089"/>
                  </a:lnTo>
                  <a:lnTo>
                    <a:pt x="137385" y="506927"/>
                  </a:lnTo>
                  <a:lnTo>
                    <a:pt x="180595" y="527048"/>
                  </a:lnTo>
                  <a:lnTo>
                    <a:pt x="227517" y="539685"/>
                  </a:lnTo>
                  <a:lnTo>
                    <a:pt x="277368" y="544068"/>
                  </a:lnTo>
                  <a:lnTo>
                    <a:pt x="327218" y="539685"/>
                  </a:lnTo>
                  <a:lnTo>
                    <a:pt x="374140" y="527048"/>
                  </a:lnTo>
                  <a:lnTo>
                    <a:pt x="417350" y="506927"/>
                  </a:lnTo>
                  <a:lnTo>
                    <a:pt x="456062" y="480089"/>
                  </a:lnTo>
                  <a:lnTo>
                    <a:pt x="489494" y="447302"/>
                  </a:lnTo>
                  <a:lnTo>
                    <a:pt x="516861" y="409335"/>
                  </a:lnTo>
                  <a:lnTo>
                    <a:pt x="537380" y="366955"/>
                  </a:lnTo>
                  <a:lnTo>
                    <a:pt x="550266" y="320932"/>
                  </a:lnTo>
                  <a:lnTo>
                    <a:pt x="554736" y="272034"/>
                  </a:lnTo>
                  <a:lnTo>
                    <a:pt x="550266" y="223135"/>
                  </a:lnTo>
                  <a:lnTo>
                    <a:pt x="537380" y="177112"/>
                  </a:lnTo>
                  <a:lnTo>
                    <a:pt x="516861" y="134732"/>
                  </a:lnTo>
                  <a:lnTo>
                    <a:pt x="489494" y="96765"/>
                  </a:lnTo>
                  <a:lnTo>
                    <a:pt x="456062" y="63978"/>
                  </a:lnTo>
                  <a:lnTo>
                    <a:pt x="417350" y="37140"/>
                  </a:lnTo>
                  <a:lnTo>
                    <a:pt x="374140" y="17019"/>
                  </a:lnTo>
                  <a:lnTo>
                    <a:pt x="327218" y="4382"/>
                  </a:lnTo>
                  <a:lnTo>
                    <a:pt x="277368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465832" y="1789176"/>
              <a:ext cx="554990" cy="544195"/>
            </a:xfrm>
            <a:custGeom>
              <a:avLst/>
              <a:gdLst/>
              <a:ahLst/>
              <a:cxnLst/>
              <a:rect l="l" t="t" r="r" b="b"/>
              <a:pathLst>
                <a:path w="554989" h="544194">
                  <a:moveTo>
                    <a:pt x="0" y="272034"/>
                  </a:moveTo>
                  <a:lnTo>
                    <a:pt x="4469" y="223135"/>
                  </a:lnTo>
                  <a:lnTo>
                    <a:pt x="17355" y="177112"/>
                  </a:lnTo>
                  <a:lnTo>
                    <a:pt x="37874" y="134732"/>
                  </a:lnTo>
                  <a:lnTo>
                    <a:pt x="65241" y="96765"/>
                  </a:lnTo>
                  <a:lnTo>
                    <a:pt x="98673" y="63978"/>
                  </a:lnTo>
                  <a:lnTo>
                    <a:pt x="137385" y="37140"/>
                  </a:lnTo>
                  <a:lnTo>
                    <a:pt x="180595" y="17019"/>
                  </a:lnTo>
                  <a:lnTo>
                    <a:pt x="227517" y="4382"/>
                  </a:lnTo>
                  <a:lnTo>
                    <a:pt x="277368" y="0"/>
                  </a:lnTo>
                  <a:lnTo>
                    <a:pt x="327218" y="4382"/>
                  </a:lnTo>
                  <a:lnTo>
                    <a:pt x="374140" y="17019"/>
                  </a:lnTo>
                  <a:lnTo>
                    <a:pt x="417350" y="37140"/>
                  </a:lnTo>
                  <a:lnTo>
                    <a:pt x="456062" y="63978"/>
                  </a:lnTo>
                  <a:lnTo>
                    <a:pt x="489494" y="96765"/>
                  </a:lnTo>
                  <a:lnTo>
                    <a:pt x="516861" y="134732"/>
                  </a:lnTo>
                  <a:lnTo>
                    <a:pt x="537380" y="177112"/>
                  </a:lnTo>
                  <a:lnTo>
                    <a:pt x="550266" y="223135"/>
                  </a:lnTo>
                  <a:lnTo>
                    <a:pt x="554736" y="272034"/>
                  </a:lnTo>
                  <a:lnTo>
                    <a:pt x="550266" y="320932"/>
                  </a:lnTo>
                  <a:lnTo>
                    <a:pt x="537380" y="366955"/>
                  </a:lnTo>
                  <a:lnTo>
                    <a:pt x="516861" y="409335"/>
                  </a:lnTo>
                  <a:lnTo>
                    <a:pt x="489494" y="447302"/>
                  </a:lnTo>
                  <a:lnTo>
                    <a:pt x="456062" y="480089"/>
                  </a:lnTo>
                  <a:lnTo>
                    <a:pt x="417350" y="506927"/>
                  </a:lnTo>
                  <a:lnTo>
                    <a:pt x="374140" y="527048"/>
                  </a:lnTo>
                  <a:lnTo>
                    <a:pt x="327218" y="539685"/>
                  </a:lnTo>
                  <a:lnTo>
                    <a:pt x="277368" y="544068"/>
                  </a:lnTo>
                  <a:lnTo>
                    <a:pt x="227517" y="539685"/>
                  </a:lnTo>
                  <a:lnTo>
                    <a:pt x="180595" y="527048"/>
                  </a:lnTo>
                  <a:lnTo>
                    <a:pt x="137385" y="506927"/>
                  </a:lnTo>
                  <a:lnTo>
                    <a:pt x="98673" y="480089"/>
                  </a:lnTo>
                  <a:lnTo>
                    <a:pt x="65241" y="447302"/>
                  </a:lnTo>
                  <a:lnTo>
                    <a:pt x="37874" y="409335"/>
                  </a:lnTo>
                  <a:lnTo>
                    <a:pt x="17355" y="366955"/>
                  </a:lnTo>
                  <a:lnTo>
                    <a:pt x="4469" y="320932"/>
                  </a:lnTo>
                  <a:lnTo>
                    <a:pt x="0" y="272034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2672588" y="1896236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905002" y="3794505"/>
            <a:ext cx="697230" cy="556895"/>
            <a:chOff x="905002" y="3794505"/>
            <a:chExt cx="697230" cy="556895"/>
          </a:xfrm>
        </p:grpSpPr>
        <p:sp>
          <p:nvSpPr>
            <p:cNvPr id="8" name="object 8"/>
            <p:cNvSpPr/>
            <p:nvPr/>
          </p:nvSpPr>
          <p:spPr>
            <a:xfrm>
              <a:off x="911352" y="3800855"/>
              <a:ext cx="684530" cy="544195"/>
            </a:xfrm>
            <a:custGeom>
              <a:avLst/>
              <a:gdLst/>
              <a:ahLst/>
              <a:cxnLst/>
              <a:rect l="l" t="t" r="r" b="b"/>
              <a:pathLst>
                <a:path w="684530" h="544195">
                  <a:moveTo>
                    <a:pt x="342138" y="0"/>
                  </a:moveTo>
                  <a:lnTo>
                    <a:pt x="291578" y="2949"/>
                  </a:lnTo>
                  <a:lnTo>
                    <a:pt x="243321" y="11517"/>
                  </a:lnTo>
                  <a:lnTo>
                    <a:pt x="197898" y="25283"/>
                  </a:lnTo>
                  <a:lnTo>
                    <a:pt x="155837" y="43826"/>
                  </a:lnTo>
                  <a:lnTo>
                    <a:pt x="117668" y="66725"/>
                  </a:lnTo>
                  <a:lnTo>
                    <a:pt x="83918" y="93559"/>
                  </a:lnTo>
                  <a:lnTo>
                    <a:pt x="55119" y="123908"/>
                  </a:lnTo>
                  <a:lnTo>
                    <a:pt x="31798" y="157350"/>
                  </a:lnTo>
                  <a:lnTo>
                    <a:pt x="14485" y="193466"/>
                  </a:lnTo>
                  <a:lnTo>
                    <a:pt x="3709" y="231834"/>
                  </a:lnTo>
                  <a:lnTo>
                    <a:pt x="0" y="272034"/>
                  </a:lnTo>
                  <a:lnTo>
                    <a:pt x="3709" y="312233"/>
                  </a:lnTo>
                  <a:lnTo>
                    <a:pt x="14485" y="350601"/>
                  </a:lnTo>
                  <a:lnTo>
                    <a:pt x="31798" y="386717"/>
                  </a:lnTo>
                  <a:lnTo>
                    <a:pt x="55119" y="420159"/>
                  </a:lnTo>
                  <a:lnTo>
                    <a:pt x="83918" y="450508"/>
                  </a:lnTo>
                  <a:lnTo>
                    <a:pt x="117668" y="477342"/>
                  </a:lnTo>
                  <a:lnTo>
                    <a:pt x="155837" y="500241"/>
                  </a:lnTo>
                  <a:lnTo>
                    <a:pt x="197898" y="518784"/>
                  </a:lnTo>
                  <a:lnTo>
                    <a:pt x="243321" y="532550"/>
                  </a:lnTo>
                  <a:lnTo>
                    <a:pt x="291578" y="541118"/>
                  </a:lnTo>
                  <a:lnTo>
                    <a:pt x="342138" y="544068"/>
                  </a:lnTo>
                  <a:lnTo>
                    <a:pt x="392700" y="541118"/>
                  </a:lnTo>
                  <a:lnTo>
                    <a:pt x="440958" y="532550"/>
                  </a:lnTo>
                  <a:lnTo>
                    <a:pt x="486382" y="518784"/>
                  </a:lnTo>
                  <a:lnTo>
                    <a:pt x="528443" y="500241"/>
                  </a:lnTo>
                  <a:lnTo>
                    <a:pt x="566613" y="477342"/>
                  </a:lnTo>
                  <a:lnTo>
                    <a:pt x="600361" y="450508"/>
                  </a:lnTo>
                  <a:lnTo>
                    <a:pt x="629160" y="420159"/>
                  </a:lnTo>
                  <a:lnTo>
                    <a:pt x="652479" y="386717"/>
                  </a:lnTo>
                  <a:lnTo>
                    <a:pt x="669791" y="350601"/>
                  </a:lnTo>
                  <a:lnTo>
                    <a:pt x="680566" y="312233"/>
                  </a:lnTo>
                  <a:lnTo>
                    <a:pt x="684276" y="272034"/>
                  </a:lnTo>
                  <a:lnTo>
                    <a:pt x="680566" y="231834"/>
                  </a:lnTo>
                  <a:lnTo>
                    <a:pt x="669791" y="193466"/>
                  </a:lnTo>
                  <a:lnTo>
                    <a:pt x="652479" y="157350"/>
                  </a:lnTo>
                  <a:lnTo>
                    <a:pt x="629160" y="123908"/>
                  </a:lnTo>
                  <a:lnTo>
                    <a:pt x="600361" y="93559"/>
                  </a:lnTo>
                  <a:lnTo>
                    <a:pt x="566613" y="66725"/>
                  </a:lnTo>
                  <a:lnTo>
                    <a:pt x="528443" y="43826"/>
                  </a:lnTo>
                  <a:lnTo>
                    <a:pt x="486382" y="25283"/>
                  </a:lnTo>
                  <a:lnTo>
                    <a:pt x="440958" y="11517"/>
                  </a:lnTo>
                  <a:lnTo>
                    <a:pt x="392700" y="2949"/>
                  </a:lnTo>
                  <a:lnTo>
                    <a:pt x="342138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11352" y="3800855"/>
              <a:ext cx="684530" cy="544195"/>
            </a:xfrm>
            <a:custGeom>
              <a:avLst/>
              <a:gdLst/>
              <a:ahLst/>
              <a:cxnLst/>
              <a:rect l="l" t="t" r="r" b="b"/>
              <a:pathLst>
                <a:path w="684530" h="544195">
                  <a:moveTo>
                    <a:pt x="0" y="272034"/>
                  </a:moveTo>
                  <a:lnTo>
                    <a:pt x="3709" y="231834"/>
                  </a:lnTo>
                  <a:lnTo>
                    <a:pt x="14485" y="193466"/>
                  </a:lnTo>
                  <a:lnTo>
                    <a:pt x="31798" y="157350"/>
                  </a:lnTo>
                  <a:lnTo>
                    <a:pt x="55119" y="123908"/>
                  </a:lnTo>
                  <a:lnTo>
                    <a:pt x="83918" y="93559"/>
                  </a:lnTo>
                  <a:lnTo>
                    <a:pt x="117668" y="66725"/>
                  </a:lnTo>
                  <a:lnTo>
                    <a:pt x="155837" y="43826"/>
                  </a:lnTo>
                  <a:lnTo>
                    <a:pt x="197898" y="25283"/>
                  </a:lnTo>
                  <a:lnTo>
                    <a:pt x="243321" y="11517"/>
                  </a:lnTo>
                  <a:lnTo>
                    <a:pt x="291578" y="2949"/>
                  </a:lnTo>
                  <a:lnTo>
                    <a:pt x="342138" y="0"/>
                  </a:lnTo>
                  <a:lnTo>
                    <a:pt x="392700" y="2949"/>
                  </a:lnTo>
                  <a:lnTo>
                    <a:pt x="440958" y="11517"/>
                  </a:lnTo>
                  <a:lnTo>
                    <a:pt x="486382" y="25283"/>
                  </a:lnTo>
                  <a:lnTo>
                    <a:pt x="528443" y="43826"/>
                  </a:lnTo>
                  <a:lnTo>
                    <a:pt x="566613" y="66725"/>
                  </a:lnTo>
                  <a:lnTo>
                    <a:pt x="600361" y="93559"/>
                  </a:lnTo>
                  <a:lnTo>
                    <a:pt x="629160" y="123908"/>
                  </a:lnTo>
                  <a:lnTo>
                    <a:pt x="652479" y="157350"/>
                  </a:lnTo>
                  <a:lnTo>
                    <a:pt x="669791" y="193466"/>
                  </a:lnTo>
                  <a:lnTo>
                    <a:pt x="680566" y="231834"/>
                  </a:lnTo>
                  <a:lnTo>
                    <a:pt x="684276" y="272034"/>
                  </a:lnTo>
                  <a:lnTo>
                    <a:pt x="680566" y="312233"/>
                  </a:lnTo>
                  <a:lnTo>
                    <a:pt x="669791" y="350601"/>
                  </a:lnTo>
                  <a:lnTo>
                    <a:pt x="652479" y="386717"/>
                  </a:lnTo>
                  <a:lnTo>
                    <a:pt x="629160" y="420159"/>
                  </a:lnTo>
                  <a:lnTo>
                    <a:pt x="600361" y="450508"/>
                  </a:lnTo>
                  <a:lnTo>
                    <a:pt x="566613" y="477342"/>
                  </a:lnTo>
                  <a:lnTo>
                    <a:pt x="528443" y="500241"/>
                  </a:lnTo>
                  <a:lnTo>
                    <a:pt x="486382" y="518784"/>
                  </a:lnTo>
                  <a:lnTo>
                    <a:pt x="440958" y="532550"/>
                  </a:lnTo>
                  <a:lnTo>
                    <a:pt x="392700" y="541118"/>
                  </a:lnTo>
                  <a:lnTo>
                    <a:pt x="342138" y="544068"/>
                  </a:lnTo>
                  <a:lnTo>
                    <a:pt x="291578" y="541118"/>
                  </a:lnTo>
                  <a:lnTo>
                    <a:pt x="243321" y="532550"/>
                  </a:lnTo>
                  <a:lnTo>
                    <a:pt x="197898" y="518784"/>
                  </a:lnTo>
                  <a:lnTo>
                    <a:pt x="155837" y="500241"/>
                  </a:lnTo>
                  <a:lnTo>
                    <a:pt x="117668" y="477342"/>
                  </a:lnTo>
                  <a:lnTo>
                    <a:pt x="83918" y="450508"/>
                  </a:lnTo>
                  <a:lnTo>
                    <a:pt x="55119" y="420159"/>
                  </a:lnTo>
                  <a:lnTo>
                    <a:pt x="31798" y="386717"/>
                  </a:lnTo>
                  <a:lnTo>
                    <a:pt x="14485" y="350601"/>
                  </a:lnTo>
                  <a:lnTo>
                    <a:pt x="3709" y="312233"/>
                  </a:lnTo>
                  <a:lnTo>
                    <a:pt x="0" y="272034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124813" y="3908552"/>
            <a:ext cx="257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11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14273" y="4795773"/>
            <a:ext cx="698500" cy="558800"/>
            <a:chOff x="414273" y="4795773"/>
            <a:chExt cx="698500" cy="558800"/>
          </a:xfrm>
        </p:grpSpPr>
        <p:sp>
          <p:nvSpPr>
            <p:cNvPr id="12" name="object 12"/>
            <p:cNvSpPr/>
            <p:nvPr/>
          </p:nvSpPr>
          <p:spPr>
            <a:xfrm>
              <a:off x="420623" y="4802123"/>
              <a:ext cx="685800" cy="546100"/>
            </a:xfrm>
            <a:custGeom>
              <a:avLst/>
              <a:gdLst/>
              <a:ahLst/>
              <a:cxnLst/>
              <a:rect l="l" t="t" r="r" b="b"/>
              <a:pathLst>
                <a:path w="685800" h="546100">
                  <a:moveTo>
                    <a:pt x="342900" y="0"/>
                  </a:moveTo>
                  <a:lnTo>
                    <a:pt x="292227" y="2958"/>
                  </a:lnTo>
                  <a:lnTo>
                    <a:pt x="243864" y="11553"/>
                  </a:lnTo>
                  <a:lnTo>
                    <a:pt x="198340" y="25360"/>
                  </a:lnTo>
                  <a:lnTo>
                    <a:pt x="156185" y="43958"/>
                  </a:lnTo>
                  <a:lnTo>
                    <a:pt x="117930" y="66925"/>
                  </a:lnTo>
                  <a:lnTo>
                    <a:pt x="84106" y="93837"/>
                  </a:lnTo>
                  <a:lnTo>
                    <a:pt x="55242" y="124272"/>
                  </a:lnTo>
                  <a:lnTo>
                    <a:pt x="31869" y="157808"/>
                  </a:lnTo>
                  <a:lnTo>
                    <a:pt x="14517" y="194023"/>
                  </a:lnTo>
                  <a:lnTo>
                    <a:pt x="3717" y="232493"/>
                  </a:lnTo>
                  <a:lnTo>
                    <a:pt x="0" y="272795"/>
                  </a:lnTo>
                  <a:lnTo>
                    <a:pt x="3717" y="313098"/>
                  </a:lnTo>
                  <a:lnTo>
                    <a:pt x="14517" y="351568"/>
                  </a:lnTo>
                  <a:lnTo>
                    <a:pt x="31869" y="387783"/>
                  </a:lnTo>
                  <a:lnTo>
                    <a:pt x="55242" y="421319"/>
                  </a:lnTo>
                  <a:lnTo>
                    <a:pt x="84106" y="451754"/>
                  </a:lnTo>
                  <a:lnTo>
                    <a:pt x="117930" y="478666"/>
                  </a:lnTo>
                  <a:lnTo>
                    <a:pt x="156185" y="501633"/>
                  </a:lnTo>
                  <a:lnTo>
                    <a:pt x="198340" y="520231"/>
                  </a:lnTo>
                  <a:lnTo>
                    <a:pt x="243864" y="534038"/>
                  </a:lnTo>
                  <a:lnTo>
                    <a:pt x="292227" y="542633"/>
                  </a:lnTo>
                  <a:lnTo>
                    <a:pt x="342900" y="545591"/>
                  </a:lnTo>
                  <a:lnTo>
                    <a:pt x="393572" y="542633"/>
                  </a:lnTo>
                  <a:lnTo>
                    <a:pt x="441935" y="534038"/>
                  </a:lnTo>
                  <a:lnTo>
                    <a:pt x="487459" y="520231"/>
                  </a:lnTo>
                  <a:lnTo>
                    <a:pt x="529614" y="501633"/>
                  </a:lnTo>
                  <a:lnTo>
                    <a:pt x="567869" y="478666"/>
                  </a:lnTo>
                  <a:lnTo>
                    <a:pt x="601693" y="451754"/>
                  </a:lnTo>
                  <a:lnTo>
                    <a:pt x="630557" y="421319"/>
                  </a:lnTo>
                  <a:lnTo>
                    <a:pt x="653930" y="387783"/>
                  </a:lnTo>
                  <a:lnTo>
                    <a:pt x="671282" y="351568"/>
                  </a:lnTo>
                  <a:lnTo>
                    <a:pt x="682082" y="313098"/>
                  </a:lnTo>
                  <a:lnTo>
                    <a:pt x="685800" y="272795"/>
                  </a:lnTo>
                  <a:lnTo>
                    <a:pt x="682082" y="232493"/>
                  </a:lnTo>
                  <a:lnTo>
                    <a:pt x="671282" y="194023"/>
                  </a:lnTo>
                  <a:lnTo>
                    <a:pt x="653930" y="157808"/>
                  </a:lnTo>
                  <a:lnTo>
                    <a:pt x="630557" y="124272"/>
                  </a:lnTo>
                  <a:lnTo>
                    <a:pt x="601693" y="93837"/>
                  </a:lnTo>
                  <a:lnTo>
                    <a:pt x="567869" y="66925"/>
                  </a:lnTo>
                  <a:lnTo>
                    <a:pt x="529614" y="43958"/>
                  </a:lnTo>
                  <a:lnTo>
                    <a:pt x="487459" y="25360"/>
                  </a:lnTo>
                  <a:lnTo>
                    <a:pt x="441935" y="11553"/>
                  </a:lnTo>
                  <a:lnTo>
                    <a:pt x="393572" y="2958"/>
                  </a:lnTo>
                  <a:lnTo>
                    <a:pt x="342900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20623" y="4802123"/>
              <a:ext cx="685800" cy="546100"/>
            </a:xfrm>
            <a:custGeom>
              <a:avLst/>
              <a:gdLst/>
              <a:ahLst/>
              <a:cxnLst/>
              <a:rect l="l" t="t" r="r" b="b"/>
              <a:pathLst>
                <a:path w="685800" h="546100">
                  <a:moveTo>
                    <a:pt x="0" y="272795"/>
                  </a:moveTo>
                  <a:lnTo>
                    <a:pt x="3717" y="232493"/>
                  </a:lnTo>
                  <a:lnTo>
                    <a:pt x="14517" y="194023"/>
                  </a:lnTo>
                  <a:lnTo>
                    <a:pt x="31869" y="157808"/>
                  </a:lnTo>
                  <a:lnTo>
                    <a:pt x="55242" y="124272"/>
                  </a:lnTo>
                  <a:lnTo>
                    <a:pt x="84106" y="93837"/>
                  </a:lnTo>
                  <a:lnTo>
                    <a:pt x="117930" y="66925"/>
                  </a:lnTo>
                  <a:lnTo>
                    <a:pt x="156185" y="43958"/>
                  </a:lnTo>
                  <a:lnTo>
                    <a:pt x="198340" y="25360"/>
                  </a:lnTo>
                  <a:lnTo>
                    <a:pt x="243864" y="11553"/>
                  </a:lnTo>
                  <a:lnTo>
                    <a:pt x="292227" y="2958"/>
                  </a:lnTo>
                  <a:lnTo>
                    <a:pt x="342900" y="0"/>
                  </a:lnTo>
                  <a:lnTo>
                    <a:pt x="393572" y="2958"/>
                  </a:lnTo>
                  <a:lnTo>
                    <a:pt x="441935" y="11553"/>
                  </a:lnTo>
                  <a:lnTo>
                    <a:pt x="487459" y="25360"/>
                  </a:lnTo>
                  <a:lnTo>
                    <a:pt x="529614" y="43958"/>
                  </a:lnTo>
                  <a:lnTo>
                    <a:pt x="567869" y="66925"/>
                  </a:lnTo>
                  <a:lnTo>
                    <a:pt x="601693" y="93837"/>
                  </a:lnTo>
                  <a:lnTo>
                    <a:pt x="630557" y="124272"/>
                  </a:lnTo>
                  <a:lnTo>
                    <a:pt x="653930" y="157808"/>
                  </a:lnTo>
                  <a:lnTo>
                    <a:pt x="671282" y="194023"/>
                  </a:lnTo>
                  <a:lnTo>
                    <a:pt x="682082" y="232493"/>
                  </a:lnTo>
                  <a:lnTo>
                    <a:pt x="685800" y="272795"/>
                  </a:lnTo>
                  <a:lnTo>
                    <a:pt x="682082" y="313098"/>
                  </a:lnTo>
                  <a:lnTo>
                    <a:pt x="671282" y="351568"/>
                  </a:lnTo>
                  <a:lnTo>
                    <a:pt x="653930" y="387783"/>
                  </a:lnTo>
                  <a:lnTo>
                    <a:pt x="630557" y="421319"/>
                  </a:lnTo>
                  <a:lnTo>
                    <a:pt x="601693" y="451754"/>
                  </a:lnTo>
                  <a:lnTo>
                    <a:pt x="567869" y="478666"/>
                  </a:lnTo>
                  <a:lnTo>
                    <a:pt x="529614" y="501633"/>
                  </a:lnTo>
                  <a:lnTo>
                    <a:pt x="487459" y="520231"/>
                  </a:lnTo>
                  <a:lnTo>
                    <a:pt x="441935" y="534038"/>
                  </a:lnTo>
                  <a:lnTo>
                    <a:pt x="393572" y="542633"/>
                  </a:lnTo>
                  <a:lnTo>
                    <a:pt x="342900" y="545591"/>
                  </a:lnTo>
                  <a:lnTo>
                    <a:pt x="292227" y="542633"/>
                  </a:lnTo>
                  <a:lnTo>
                    <a:pt x="243864" y="534038"/>
                  </a:lnTo>
                  <a:lnTo>
                    <a:pt x="198340" y="520231"/>
                  </a:lnTo>
                  <a:lnTo>
                    <a:pt x="156185" y="501633"/>
                  </a:lnTo>
                  <a:lnTo>
                    <a:pt x="117930" y="478666"/>
                  </a:lnTo>
                  <a:lnTo>
                    <a:pt x="84106" y="451754"/>
                  </a:lnTo>
                  <a:lnTo>
                    <a:pt x="55242" y="421319"/>
                  </a:lnTo>
                  <a:lnTo>
                    <a:pt x="31869" y="387783"/>
                  </a:lnTo>
                  <a:lnTo>
                    <a:pt x="14517" y="351568"/>
                  </a:lnTo>
                  <a:lnTo>
                    <a:pt x="3717" y="313098"/>
                  </a:lnTo>
                  <a:lnTo>
                    <a:pt x="0" y="272795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634085" y="4911344"/>
            <a:ext cx="257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13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2921254" y="3881373"/>
            <a:ext cx="852805" cy="556895"/>
            <a:chOff x="2921254" y="3881373"/>
            <a:chExt cx="852805" cy="556895"/>
          </a:xfrm>
        </p:grpSpPr>
        <p:sp>
          <p:nvSpPr>
            <p:cNvPr id="16" name="object 16"/>
            <p:cNvSpPr/>
            <p:nvPr/>
          </p:nvSpPr>
          <p:spPr>
            <a:xfrm>
              <a:off x="2927604" y="3887723"/>
              <a:ext cx="840105" cy="544195"/>
            </a:xfrm>
            <a:custGeom>
              <a:avLst/>
              <a:gdLst/>
              <a:ahLst/>
              <a:cxnLst/>
              <a:rect l="l" t="t" r="r" b="b"/>
              <a:pathLst>
                <a:path w="840104" h="544195">
                  <a:moveTo>
                    <a:pt x="419861" y="0"/>
                  </a:moveTo>
                  <a:lnTo>
                    <a:pt x="362885" y="2483"/>
                  </a:lnTo>
                  <a:lnTo>
                    <a:pt x="308239" y="9717"/>
                  </a:lnTo>
                  <a:lnTo>
                    <a:pt x="256424" y="21377"/>
                  </a:lnTo>
                  <a:lnTo>
                    <a:pt x="207941" y="37140"/>
                  </a:lnTo>
                  <a:lnTo>
                    <a:pt x="163288" y="56681"/>
                  </a:lnTo>
                  <a:lnTo>
                    <a:pt x="122967" y="79676"/>
                  </a:lnTo>
                  <a:lnTo>
                    <a:pt x="87477" y="105801"/>
                  </a:lnTo>
                  <a:lnTo>
                    <a:pt x="57319" y="134732"/>
                  </a:lnTo>
                  <a:lnTo>
                    <a:pt x="32992" y="166145"/>
                  </a:lnTo>
                  <a:lnTo>
                    <a:pt x="3832" y="235120"/>
                  </a:lnTo>
                  <a:lnTo>
                    <a:pt x="0" y="272033"/>
                  </a:lnTo>
                  <a:lnTo>
                    <a:pt x="3832" y="308947"/>
                  </a:lnTo>
                  <a:lnTo>
                    <a:pt x="32992" y="377922"/>
                  </a:lnTo>
                  <a:lnTo>
                    <a:pt x="57319" y="409335"/>
                  </a:lnTo>
                  <a:lnTo>
                    <a:pt x="87477" y="438266"/>
                  </a:lnTo>
                  <a:lnTo>
                    <a:pt x="122967" y="464391"/>
                  </a:lnTo>
                  <a:lnTo>
                    <a:pt x="163288" y="487386"/>
                  </a:lnTo>
                  <a:lnTo>
                    <a:pt x="207941" y="506927"/>
                  </a:lnTo>
                  <a:lnTo>
                    <a:pt x="256424" y="522690"/>
                  </a:lnTo>
                  <a:lnTo>
                    <a:pt x="308239" y="534350"/>
                  </a:lnTo>
                  <a:lnTo>
                    <a:pt x="362885" y="541584"/>
                  </a:lnTo>
                  <a:lnTo>
                    <a:pt x="419861" y="544068"/>
                  </a:lnTo>
                  <a:lnTo>
                    <a:pt x="476838" y="541584"/>
                  </a:lnTo>
                  <a:lnTo>
                    <a:pt x="531484" y="534350"/>
                  </a:lnTo>
                  <a:lnTo>
                    <a:pt x="583299" y="522690"/>
                  </a:lnTo>
                  <a:lnTo>
                    <a:pt x="631782" y="506927"/>
                  </a:lnTo>
                  <a:lnTo>
                    <a:pt x="676435" y="487386"/>
                  </a:lnTo>
                  <a:lnTo>
                    <a:pt x="716756" y="464391"/>
                  </a:lnTo>
                  <a:lnTo>
                    <a:pt x="752246" y="438266"/>
                  </a:lnTo>
                  <a:lnTo>
                    <a:pt x="782404" y="409335"/>
                  </a:lnTo>
                  <a:lnTo>
                    <a:pt x="806731" y="377922"/>
                  </a:lnTo>
                  <a:lnTo>
                    <a:pt x="835891" y="308947"/>
                  </a:lnTo>
                  <a:lnTo>
                    <a:pt x="839723" y="272033"/>
                  </a:lnTo>
                  <a:lnTo>
                    <a:pt x="835891" y="235120"/>
                  </a:lnTo>
                  <a:lnTo>
                    <a:pt x="806731" y="166145"/>
                  </a:lnTo>
                  <a:lnTo>
                    <a:pt x="782404" y="134732"/>
                  </a:lnTo>
                  <a:lnTo>
                    <a:pt x="752246" y="105801"/>
                  </a:lnTo>
                  <a:lnTo>
                    <a:pt x="716756" y="79676"/>
                  </a:lnTo>
                  <a:lnTo>
                    <a:pt x="676435" y="56681"/>
                  </a:lnTo>
                  <a:lnTo>
                    <a:pt x="631782" y="37140"/>
                  </a:lnTo>
                  <a:lnTo>
                    <a:pt x="583299" y="21377"/>
                  </a:lnTo>
                  <a:lnTo>
                    <a:pt x="531484" y="9717"/>
                  </a:lnTo>
                  <a:lnTo>
                    <a:pt x="476838" y="2483"/>
                  </a:lnTo>
                  <a:lnTo>
                    <a:pt x="419861" y="0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927604" y="3887723"/>
              <a:ext cx="840105" cy="544195"/>
            </a:xfrm>
            <a:custGeom>
              <a:avLst/>
              <a:gdLst/>
              <a:ahLst/>
              <a:cxnLst/>
              <a:rect l="l" t="t" r="r" b="b"/>
              <a:pathLst>
                <a:path w="840104" h="544195">
                  <a:moveTo>
                    <a:pt x="0" y="272033"/>
                  </a:moveTo>
                  <a:lnTo>
                    <a:pt x="14996" y="199716"/>
                  </a:lnTo>
                  <a:lnTo>
                    <a:pt x="57319" y="134732"/>
                  </a:lnTo>
                  <a:lnTo>
                    <a:pt x="87477" y="105801"/>
                  </a:lnTo>
                  <a:lnTo>
                    <a:pt x="122967" y="79676"/>
                  </a:lnTo>
                  <a:lnTo>
                    <a:pt x="163288" y="56681"/>
                  </a:lnTo>
                  <a:lnTo>
                    <a:pt x="207941" y="37140"/>
                  </a:lnTo>
                  <a:lnTo>
                    <a:pt x="256424" y="21377"/>
                  </a:lnTo>
                  <a:lnTo>
                    <a:pt x="308239" y="9717"/>
                  </a:lnTo>
                  <a:lnTo>
                    <a:pt x="362885" y="2483"/>
                  </a:lnTo>
                  <a:lnTo>
                    <a:pt x="419861" y="0"/>
                  </a:lnTo>
                  <a:lnTo>
                    <a:pt x="476838" y="2483"/>
                  </a:lnTo>
                  <a:lnTo>
                    <a:pt x="531484" y="9717"/>
                  </a:lnTo>
                  <a:lnTo>
                    <a:pt x="583299" y="21377"/>
                  </a:lnTo>
                  <a:lnTo>
                    <a:pt x="631782" y="37140"/>
                  </a:lnTo>
                  <a:lnTo>
                    <a:pt x="676435" y="56681"/>
                  </a:lnTo>
                  <a:lnTo>
                    <a:pt x="716756" y="79676"/>
                  </a:lnTo>
                  <a:lnTo>
                    <a:pt x="752246" y="105801"/>
                  </a:lnTo>
                  <a:lnTo>
                    <a:pt x="782404" y="134732"/>
                  </a:lnTo>
                  <a:lnTo>
                    <a:pt x="806731" y="166145"/>
                  </a:lnTo>
                  <a:lnTo>
                    <a:pt x="835891" y="235120"/>
                  </a:lnTo>
                  <a:lnTo>
                    <a:pt x="839723" y="272033"/>
                  </a:lnTo>
                  <a:lnTo>
                    <a:pt x="835891" y="308947"/>
                  </a:lnTo>
                  <a:lnTo>
                    <a:pt x="806731" y="377922"/>
                  </a:lnTo>
                  <a:lnTo>
                    <a:pt x="782404" y="409335"/>
                  </a:lnTo>
                  <a:lnTo>
                    <a:pt x="752246" y="438266"/>
                  </a:lnTo>
                  <a:lnTo>
                    <a:pt x="716756" y="464391"/>
                  </a:lnTo>
                  <a:lnTo>
                    <a:pt x="676435" y="487386"/>
                  </a:lnTo>
                  <a:lnTo>
                    <a:pt x="631782" y="506927"/>
                  </a:lnTo>
                  <a:lnTo>
                    <a:pt x="583299" y="522690"/>
                  </a:lnTo>
                  <a:lnTo>
                    <a:pt x="531484" y="534350"/>
                  </a:lnTo>
                  <a:lnTo>
                    <a:pt x="476838" y="541584"/>
                  </a:lnTo>
                  <a:lnTo>
                    <a:pt x="419861" y="544068"/>
                  </a:lnTo>
                  <a:lnTo>
                    <a:pt x="362885" y="541584"/>
                  </a:lnTo>
                  <a:lnTo>
                    <a:pt x="308239" y="534350"/>
                  </a:lnTo>
                  <a:lnTo>
                    <a:pt x="256424" y="522690"/>
                  </a:lnTo>
                  <a:lnTo>
                    <a:pt x="207941" y="506927"/>
                  </a:lnTo>
                  <a:lnTo>
                    <a:pt x="163288" y="487386"/>
                  </a:lnTo>
                  <a:lnTo>
                    <a:pt x="122967" y="464391"/>
                  </a:lnTo>
                  <a:lnTo>
                    <a:pt x="87477" y="438266"/>
                  </a:lnTo>
                  <a:lnTo>
                    <a:pt x="57319" y="409335"/>
                  </a:lnTo>
                  <a:lnTo>
                    <a:pt x="32992" y="377922"/>
                  </a:lnTo>
                  <a:lnTo>
                    <a:pt x="3832" y="308947"/>
                  </a:lnTo>
                  <a:lnTo>
                    <a:pt x="0" y="272033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3219069" y="3995420"/>
            <a:ext cx="257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80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361690" y="2675889"/>
            <a:ext cx="738505" cy="556895"/>
            <a:chOff x="3361690" y="2675889"/>
            <a:chExt cx="738505" cy="556895"/>
          </a:xfrm>
        </p:grpSpPr>
        <p:sp>
          <p:nvSpPr>
            <p:cNvPr id="20" name="object 20"/>
            <p:cNvSpPr/>
            <p:nvPr/>
          </p:nvSpPr>
          <p:spPr>
            <a:xfrm>
              <a:off x="3368040" y="2682239"/>
              <a:ext cx="725805" cy="544195"/>
            </a:xfrm>
            <a:custGeom>
              <a:avLst/>
              <a:gdLst/>
              <a:ahLst/>
              <a:cxnLst/>
              <a:rect l="l" t="t" r="r" b="b"/>
              <a:pathLst>
                <a:path w="725804" h="544194">
                  <a:moveTo>
                    <a:pt x="362712" y="0"/>
                  </a:moveTo>
                  <a:lnTo>
                    <a:pt x="309122" y="2949"/>
                  </a:lnTo>
                  <a:lnTo>
                    <a:pt x="257971" y="11517"/>
                  </a:lnTo>
                  <a:lnTo>
                    <a:pt x="209819" y="25283"/>
                  </a:lnTo>
                  <a:lnTo>
                    <a:pt x="165229" y="43826"/>
                  </a:lnTo>
                  <a:lnTo>
                    <a:pt x="124763" y="66725"/>
                  </a:lnTo>
                  <a:lnTo>
                    <a:pt x="88981" y="93559"/>
                  </a:lnTo>
                  <a:lnTo>
                    <a:pt x="58445" y="123908"/>
                  </a:lnTo>
                  <a:lnTo>
                    <a:pt x="33718" y="157350"/>
                  </a:lnTo>
                  <a:lnTo>
                    <a:pt x="15360" y="193466"/>
                  </a:lnTo>
                  <a:lnTo>
                    <a:pt x="3933" y="231834"/>
                  </a:lnTo>
                  <a:lnTo>
                    <a:pt x="0" y="272034"/>
                  </a:lnTo>
                  <a:lnTo>
                    <a:pt x="3933" y="312233"/>
                  </a:lnTo>
                  <a:lnTo>
                    <a:pt x="15360" y="350601"/>
                  </a:lnTo>
                  <a:lnTo>
                    <a:pt x="33718" y="386717"/>
                  </a:lnTo>
                  <a:lnTo>
                    <a:pt x="58445" y="420159"/>
                  </a:lnTo>
                  <a:lnTo>
                    <a:pt x="88981" y="450508"/>
                  </a:lnTo>
                  <a:lnTo>
                    <a:pt x="124763" y="477342"/>
                  </a:lnTo>
                  <a:lnTo>
                    <a:pt x="165229" y="500241"/>
                  </a:lnTo>
                  <a:lnTo>
                    <a:pt x="209819" y="518784"/>
                  </a:lnTo>
                  <a:lnTo>
                    <a:pt x="257971" y="532550"/>
                  </a:lnTo>
                  <a:lnTo>
                    <a:pt x="309122" y="541118"/>
                  </a:lnTo>
                  <a:lnTo>
                    <a:pt x="362712" y="544068"/>
                  </a:lnTo>
                  <a:lnTo>
                    <a:pt x="416301" y="541118"/>
                  </a:lnTo>
                  <a:lnTo>
                    <a:pt x="467452" y="532550"/>
                  </a:lnTo>
                  <a:lnTo>
                    <a:pt x="515604" y="518784"/>
                  </a:lnTo>
                  <a:lnTo>
                    <a:pt x="560194" y="500241"/>
                  </a:lnTo>
                  <a:lnTo>
                    <a:pt x="600660" y="477342"/>
                  </a:lnTo>
                  <a:lnTo>
                    <a:pt x="636442" y="450508"/>
                  </a:lnTo>
                  <a:lnTo>
                    <a:pt x="666978" y="420159"/>
                  </a:lnTo>
                  <a:lnTo>
                    <a:pt x="691705" y="386717"/>
                  </a:lnTo>
                  <a:lnTo>
                    <a:pt x="710063" y="350601"/>
                  </a:lnTo>
                  <a:lnTo>
                    <a:pt x="721490" y="312233"/>
                  </a:lnTo>
                  <a:lnTo>
                    <a:pt x="725424" y="272034"/>
                  </a:lnTo>
                  <a:lnTo>
                    <a:pt x="721490" y="231834"/>
                  </a:lnTo>
                  <a:lnTo>
                    <a:pt x="710063" y="193466"/>
                  </a:lnTo>
                  <a:lnTo>
                    <a:pt x="691705" y="157350"/>
                  </a:lnTo>
                  <a:lnTo>
                    <a:pt x="666978" y="123908"/>
                  </a:lnTo>
                  <a:lnTo>
                    <a:pt x="636442" y="93559"/>
                  </a:lnTo>
                  <a:lnTo>
                    <a:pt x="600660" y="66725"/>
                  </a:lnTo>
                  <a:lnTo>
                    <a:pt x="560194" y="43826"/>
                  </a:lnTo>
                  <a:lnTo>
                    <a:pt x="515604" y="25283"/>
                  </a:lnTo>
                  <a:lnTo>
                    <a:pt x="467452" y="11517"/>
                  </a:lnTo>
                  <a:lnTo>
                    <a:pt x="416301" y="2949"/>
                  </a:lnTo>
                  <a:lnTo>
                    <a:pt x="362712" y="0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368040" y="2682239"/>
              <a:ext cx="725805" cy="544195"/>
            </a:xfrm>
            <a:custGeom>
              <a:avLst/>
              <a:gdLst/>
              <a:ahLst/>
              <a:cxnLst/>
              <a:rect l="l" t="t" r="r" b="b"/>
              <a:pathLst>
                <a:path w="725804" h="544194">
                  <a:moveTo>
                    <a:pt x="0" y="272034"/>
                  </a:moveTo>
                  <a:lnTo>
                    <a:pt x="3933" y="231834"/>
                  </a:lnTo>
                  <a:lnTo>
                    <a:pt x="15360" y="193466"/>
                  </a:lnTo>
                  <a:lnTo>
                    <a:pt x="33718" y="157350"/>
                  </a:lnTo>
                  <a:lnTo>
                    <a:pt x="58445" y="123908"/>
                  </a:lnTo>
                  <a:lnTo>
                    <a:pt x="88981" y="93559"/>
                  </a:lnTo>
                  <a:lnTo>
                    <a:pt x="124763" y="66725"/>
                  </a:lnTo>
                  <a:lnTo>
                    <a:pt x="165229" y="43826"/>
                  </a:lnTo>
                  <a:lnTo>
                    <a:pt x="209819" y="25283"/>
                  </a:lnTo>
                  <a:lnTo>
                    <a:pt x="257971" y="11517"/>
                  </a:lnTo>
                  <a:lnTo>
                    <a:pt x="309122" y="2949"/>
                  </a:lnTo>
                  <a:lnTo>
                    <a:pt x="362712" y="0"/>
                  </a:lnTo>
                  <a:lnTo>
                    <a:pt x="416301" y="2949"/>
                  </a:lnTo>
                  <a:lnTo>
                    <a:pt x="467452" y="11517"/>
                  </a:lnTo>
                  <a:lnTo>
                    <a:pt x="515604" y="25283"/>
                  </a:lnTo>
                  <a:lnTo>
                    <a:pt x="560194" y="43826"/>
                  </a:lnTo>
                  <a:lnTo>
                    <a:pt x="600660" y="66725"/>
                  </a:lnTo>
                  <a:lnTo>
                    <a:pt x="636442" y="93559"/>
                  </a:lnTo>
                  <a:lnTo>
                    <a:pt x="666978" y="123908"/>
                  </a:lnTo>
                  <a:lnTo>
                    <a:pt x="691705" y="157350"/>
                  </a:lnTo>
                  <a:lnTo>
                    <a:pt x="710063" y="193466"/>
                  </a:lnTo>
                  <a:lnTo>
                    <a:pt x="721490" y="231834"/>
                  </a:lnTo>
                  <a:lnTo>
                    <a:pt x="725424" y="272034"/>
                  </a:lnTo>
                  <a:lnTo>
                    <a:pt x="721490" y="312233"/>
                  </a:lnTo>
                  <a:lnTo>
                    <a:pt x="710063" y="350601"/>
                  </a:lnTo>
                  <a:lnTo>
                    <a:pt x="691705" y="386717"/>
                  </a:lnTo>
                  <a:lnTo>
                    <a:pt x="666978" y="420159"/>
                  </a:lnTo>
                  <a:lnTo>
                    <a:pt x="636442" y="450508"/>
                  </a:lnTo>
                  <a:lnTo>
                    <a:pt x="600660" y="477342"/>
                  </a:lnTo>
                  <a:lnTo>
                    <a:pt x="560194" y="500241"/>
                  </a:lnTo>
                  <a:lnTo>
                    <a:pt x="515604" y="518784"/>
                  </a:lnTo>
                  <a:lnTo>
                    <a:pt x="467452" y="532550"/>
                  </a:lnTo>
                  <a:lnTo>
                    <a:pt x="416301" y="541118"/>
                  </a:lnTo>
                  <a:lnTo>
                    <a:pt x="362712" y="544068"/>
                  </a:lnTo>
                  <a:lnTo>
                    <a:pt x="309122" y="541118"/>
                  </a:lnTo>
                  <a:lnTo>
                    <a:pt x="257971" y="532550"/>
                  </a:lnTo>
                  <a:lnTo>
                    <a:pt x="209819" y="518784"/>
                  </a:lnTo>
                  <a:lnTo>
                    <a:pt x="165229" y="500241"/>
                  </a:lnTo>
                  <a:lnTo>
                    <a:pt x="124763" y="477342"/>
                  </a:lnTo>
                  <a:lnTo>
                    <a:pt x="88981" y="450508"/>
                  </a:lnTo>
                  <a:lnTo>
                    <a:pt x="58445" y="420159"/>
                  </a:lnTo>
                  <a:lnTo>
                    <a:pt x="33718" y="386717"/>
                  </a:lnTo>
                  <a:lnTo>
                    <a:pt x="15360" y="350601"/>
                  </a:lnTo>
                  <a:lnTo>
                    <a:pt x="3933" y="312233"/>
                  </a:lnTo>
                  <a:lnTo>
                    <a:pt x="0" y="272034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3603116" y="2789682"/>
            <a:ext cx="257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50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1691385" y="2674366"/>
            <a:ext cx="567690" cy="558800"/>
            <a:chOff x="1691385" y="2674366"/>
            <a:chExt cx="567690" cy="558800"/>
          </a:xfrm>
        </p:grpSpPr>
        <p:sp>
          <p:nvSpPr>
            <p:cNvPr id="24" name="object 24"/>
            <p:cNvSpPr/>
            <p:nvPr/>
          </p:nvSpPr>
          <p:spPr>
            <a:xfrm>
              <a:off x="1697735" y="2680716"/>
              <a:ext cx="554990" cy="546100"/>
            </a:xfrm>
            <a:custGeom>
              <a:avLst/>
              <a:gdLst/>
              <a:ahLst/>
              <a:cxnLst/>
              <a:rect l="l" t="t" r="r" b="b"/>
              <a:pathLst>
                <a:path w="554989" h="546100">
                  <a:moveTo>
                    <a:pt x="277368" y="0"/>
                  </a:moveTo>
                  <a:lnTo>
                    <a:pt x="227517" y="4396"/>
                  </a:lnTo>
                  <a:lnTo>
                    <a:pt x="180595" y="17071"/>
                  </a:lnTo>
                  <a:lnTo>
                    <a:pt x="137385" y="37253"/>
                  </a:lnTo>
                  <a:lnTo>
                    <a:pt x="98673" y="64171"/>
                  </a:lnTo>
                  <a:lnTo>
                    <a:pt x="65241" y="97053"/>
                  </a:lnTo>
                  <a:lnTo>
                    <a:pt x="37874" y="135128"/>
                  </a:lnTo>
                  <a:lnTo>
                    <a:pt x="17355" y="177624"/>
                  </a:lnTo>
                  <a:lnTo>
                    <a:pt x="4469" y="223770"/>
                  </a:lnTo>
                  <a:lnTo>
                    <a:pt x="0" y="272796"/>
                  </a:lnTo>
                  <a:lnTo>
                    <a:pt x="4469" y="321821"/>
                  </a:lnTo>
                  <a:lnTo>
                    <a:pt x="17355" y="367967"/>
                  </a:lnTo>
                  <a:lnTo>
                    <a:pt x="37874" y="410464"/>
                  </a:lnTo>
                  <a:lnTo>
                    <a:pt x="65241" y="448538"/>
                  </a:lnTo>
                  <a:lnTo>
                    <a:pt x="98673" y="481420"/>
                  </a:lnTo>
                  <a:lnTo>
                    <a:pt x="137385" y="508338"/>
                  </a:lnTo>
                  <a:lnTo>
                    <a:pt x="180595" y="528520"/>
                  </a:lnTo>
                  <a:lnTo>
                    <a:pt x="227517" y="541195"/>
                  </a:lnTo>
                  <a:lnTo>
                    <a:pt x="277368" y="545592"/>
                  </a:lnTo>
                  <a:lnTo>
                    <a:pt x="327218" y="541195"/>
                  </a:lnTo>
                  <a:lnTo>
                    <a:pt x="374140" y="528520"/>
                  </a:lnTo>
                  <a:lnTo>
                    <a:pt x="417350" y="508338"/>
                  </a:lnTo>
                  <a:lnTo>
                    <a:pt x="456062" y="481420"/>
                  </a:lnTo>
                  <a:lnTo>
                    <a:pt x="489494" y="448538"/>
                  </a:lnTo>
                  <a:lnTo>
                    <a:pt x="516861" y="410463"/>
                  </a:lnTo>
                  <a:lnTo>
                    <a:pt x="537380" y="367967"/>
                  </a:lnTo>
                  <a:lnTo>
                    <a:pt x="550266" y="321821"/>
                  </a:lnTo>
                  <a:lnTo>
                    <a:pt x="554736" y="272796"/>
                  </a:lnTo>
                  <a:lnTo>
                    <a:pt x="550266" y="223770"/>
                  </a:lnTo>
                  <a:lnTo>
                    <a:pt x="537380" y="177624"/>
                  </a:lnTo>
                  <a:lnTo>
                    <a:pt x="516861" y="135127"/>
                  </a:lnTo>
                  <a:lnTo>
                    <a:pt x="489494" y="97053"/>
                  </a:lnTo>
                  <a:lnTo>
                    <a:pt x="456062" y="64171"/>
                  </a:lnTo>
                  <a:lnTo>
                    <a:pt x="417350" y="37253"/>
                  </a:lnTo>
                  <a:lnTo>
                    <a:pt x="374140" y="17071"/>
                  </a:lnTo>
                  <a:lnTo>
                    <a:pt x="327218" y="4396"/>
                  </a:lnTo>
                  <a:lnTo>
                    <a:pt x="277368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697735" y="2680716"/>
              <a:ext cx="554990" cy="546100"/>
            </a:xfrm>
            <a:custGeom>
              <a:avLst/>
              <a:gdLst/>
              <a:ahLst/>
              <a:cxnLst/>
              <a:rect l="l" t="t" r="r" b="b"/>
              <a:pathLst>
                <a:path w="554989" h="546100">
                  <a:moveTo>
                    <a:pt x="0" y="272796"/>
                  </a:moveTo>
                  <a:lnTo>
                    <a:pt x="4469" y="223770"/>
                  </a:lnTo>
                  <a:lnTo>
                    <a:pt x="17355" y="177624"/>
                  </a:lnTo>
                  <a:lnTo>
                    <a:pt x="37874" y="135128"/>
                  </a:lnTo>
                  <a:lnTo>
                    <a:pt x="65241" y="97053"/>
                  </a:lnTo>
                  <a:lnTo>
                    <a:pt x="98673" y="64171"/>
                  </a:lnTo>
                  <a:lnTo>
                    <a:pt x="137385" y="37253"/>
                  </a:lnTo>
                  <a:lnTo>
                    <a:pt x="180595" y="17071"/>
                  </a:lnTo>
                  <a:lnTo>
                    <a:pt x="227517" y="4396"/>
                  </a:lnTo>
                  <a:lnTo>
                    <a:pt x="277368" y="0"/>
                  </a:lnTo>
                  <a:lnTo>
                    <a:pt x="327218" y="4396"/>
                  </a:lnTo>
                  <a:lnTo>
                    <a:pt x="374140" y="17071"/>
                  </a:lnTo>
                  <a:lnTo>
                    <a:pt x="417350" y="37253"/>
                  </a:lnTo>
                  <a:lnTo>
                    <a:pt x="456062" y="64171"/>
                  </a:lnTo>
                  <a:lnTo>
                    <a:pt x="489494" y="97053"/>
                  </a:lnTo>
                  <a:lnTo>
                    <a:pt x="516861" y="135127"/>
                  </a:lnTo>
                  <a:lnTo>
                    <a:pt x="537380" y="177624"/>
                  </a:lnTo>
                  <a:lnTo>
                    <a:pt x="550266" y="223770"/>
                  </a:lnTo>
                  <a:lnTo>
                    <a:pt x="554736" y="272796"/>
                  </a:lnTo>
                  <a:lnTo>
                    <a:pt x="550266" y="321821"/>
                  </a:lnTo>
                  <a:lnTo>
                    <a:pt x="537380" y="367967"/>
                  </a:lnTo>
                  <a:lnTo>
                    <a:pt x="516861" y="410463"/>
                  </a:lnTo>
                  <a:lnTo>
                    <a:pt x="489494" y="448538"/>
                  </a:lnTo>
                  <a:lnTo>
                    <a:pt x="456062" y="481420"/>
                  </a:lnTo>
                  <a:lnTo>
                    <a:pt x="417350" y="508338"/>
                  </a:lnTo>
                  <a:lnTo>
                    <a:pt x="374140" y="528520"/>
                  </a:lnTo>
                  <a:lnTo>
                    <a:pt x="327218" y="541195"/>
                  </a:lnTo>
                  <a:lnTo>
                    <a:pt x="277368" y="545592"/>
                  </a:lnTo>
                  <a:lnTo>
                    <a:pt x="227517" y="541195"/>
                  </a:lnTo>
                  <a:lnTo>
                    <a:pt x="180595" y="528520"/>
                  </a:lnTo>
                  <a:lnTo>
                    <a:pt x="137385" y="508338"/>
                  </a:lnTo>
                  <a:lnTo>
                    <a:pt x="98673" y="481420"/>
                  </a:lnTo>
                  <a:lnTo>
                    <a:pt x="65241" y="448538"/>
                  </a:lnTo>
                  <a:lnTo>
                    <a:pt x="37874" y="410464"/>
                  </a:lnTo>
                  <a:lnTo>
                    <a:pt x="17355" y="367967"/>
                  </a:lnTo>
                  <a:lnTo>
                    <a:pt x="4469" y="321821"/>
                  </a:lnTo>
                  <a:lnTo>
                    <a:pt x="0" y="272796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1903857" y="2789301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7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286255" y="2217420"/>
            <a:ext cx="2308225" cy="1670050"/>
          </a:xfrm>
          <a:custGeom>
            <a:avLst/>
            <a:gdLst/>
            <a:ahLst/>
            <a:cxnLst/>
            <a:rect l="l" t="t" r="r" b="b"/>
            <a:pathLst>
              <a:path w="2308225" h="1670050">
                <a:moveTo>
                  <a:pt x="1242314" y="39624"/>
                </a:moveTo>
                <a:lnTo>
                  <a:pt x="883919" y="543813"/>
                </a:lnTo>
              </a:path>
              <a:path w="2308225" h="1670050">
                <a:moveTo>
                  <a:pt x="492251" y="928115"/>
                </a:moveTo>
                <a:lnTo>
                  <a:pt x="0" y="1600834"/>
                </a:lnTo>
              </a:path>
              <a:path w="2308225" h="1670050">
                <a:moveTo>
                  <a:pt x="1711452" y="0"/>
                </a:moveTo>
                <a:lnTo>
                  <a:pt x="2188210" y="544194"/>
                </a:lnTo>
              </a:path>
              <a:path w="2308225" h="1670050">
                <a:moveTo>
                  <a:pt x="2308224" y="1008888"/>
                </a:moveTo>
                <a:lnTo>
                  <a:pt x="2061971" y="1669922"/>
                </a:lnTo>
              </a:path>
            </a:pathLst>
          </a:custGeom>
          <a:ln w="76200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8" name="object 28"/>
          <p:cNvGrpSpPr/>
          <p:nvPr/>
        </p:nvGrpSpPr>
        <p:grpSpPr>
          <a:xfrm>
            <a:off x="7526781" y="1734057"/>
            <a:ext cx="1634489" cy="1518920"/>
            <a:chOff x="7526781" y="1734057"/>
            <a:chExt cx="1634489" cy="1518920"/>
          </a:xfrm>
        </p:grpSpPr>
        <p:sp>
          <p:nvSpPr>
            <p:cNvPr id="29" name="object 29"/>
            <p:cNvSpPr/>
            <p:nvPr/>
          </p:nvSpPr>
          <p:spPr>
            <a:xfrm>
              <a:off x="8601455" y="1740407"/>
              <a:ext cx="553720" cy="544195"/>
            </a:xfrm>
            <a:custGeom>
              <a:avLst/>
              <a:gdLst/>
              <a:ahLst/>
              <a:cxnLst/>
              <a:rect l="l" t="t" r="r" b="b"/>
              <a:pathLst>
                <a:path w="553720" h="544194">
                  <a:moveTo>
                    <a:pt x="276605" y="0"/>
                  </a:moveTo>
                  <a:lnTo>
                    <a:pt x="226881" y="4382"/>
                  </a:lnTo>
                  <a:lnTo>
                    <a:pt x="180082" y="17019"/>
                  </a:lnTo>
                  <a:lnTo>
                    <a:pt x="136990" y="37140"/>
                  </a:lnTo>
                  <a:lnTo>
                    <a:pt x="98385" y="63978"/>
                  </a:lnTo>
                  <a:lnTo>
                    <a:pt x="65049" y="96765"/>
                  </a:lnTo>
                  <a:lnTo>
                    <a:pt x="37761" y="134732"/>
                  </a:lnTo>
                  <a:lnTo>
                    <a:pt x="17303" y="177112"/>
                  </a:lnTo>
                  <a:lnTo>
                    <a:pt x="4455" y="223135"/>
                  </a:lnTo>
                  <a:lnTo>
                    <a:pt x="0" y="272033"/>
                  </a:lnTo>
                  <a:lnTo>
                    <a:pt x="4455" y="320932"/>
                  </a:lnTo>
                  <a:lnTo>
                    <a:pt x="17303" y="366955"/>
                  </a:lnTo>
                  <a:lnTo>
                    <a:pt x="37761" y="409335"/>
                  </a:lnTo>
                  <a:lnTo>
                    <a:pt x="65049" y="447302"/>
                  </a:lnTo>
                  <a:lnTo>
                    <a:pt x="98385" y="480089"/>
                  </a:lnTo>
                  <a:lnTo>
                    <a:pt x="136990" y="506927"/>
                  </a:lnTo>
                  <a:lnTo>
                    <a:pt x="180082" y="527048"/>
                  </a:lnTo>
                  <a:lnTo>
                    <a:pt x="226881" y="539685"/>
                  </a:lnTo>
                  <a:lnTo>
                    <a:pt x="276605" y="544067"/>
                  </a:lnTo>
                  <a:lnTo>
                    <a:pt x="326330" y="539685"/>
                  </a:lnTo>
                  <a:lnTo>
                    <a:pt x="373129" y="527048"/>
                  </a:lnTo>
                  <a:lnTo>
                    <a:pt x="416221" y="506927"/>
                  </a:lnTo>
                  <a:lnTo>
                    <a:pt x="454826" y="480089"/>
                  </a:lnTo>
                  <a:lnTo>
                    <a:pt x="488162" y="447302"/>
                  </a:lnTo>
                  <a:lnTo>
                    <a:pt x="515450" y="409335"/>
                  </a:lnTo>
                  <a:lnTo>
                    <a:pt x="535908" y="366955"/>
                  </a:lnTo>
                  <a:lnTo>
                    <a:pt x="548756" y="320932"/>
                  </a:lnTo>
                  <a:lnTo>
                    <a:pt x="553212" y="272033"/>
                  </a:lnTo>
                  <a:lnTo>
                    <a:pt x="548756" y="223135"/>
                  </a:lnTo>
                  <a:lnTo>
                    <a:pt x="535908" y="177112"/>
                  </a:lnTo>
                  <a:lnTo>
                    <a:pt x="515450" y="134732"/>
                  </a:lnTo>
                  <a:lnTo>
                    <a:pt x="488162" y="96765"/>
                  </a:lnTo>
                  <a:lnTo>
                    <a:pt x="454826" y="63978"/>
                  </a:lnTo>
                  <a:lnTo>
                    <a:pt x="416221" y="37140"/>
                  </a:lnTo>
                  <a:lnTo>
                    <a:pt x="373129" y="17019"/>
                  </a:lnTo>
                  <a:lnTo>
                    <a:pt x="326330" y="4382"/>
                  </a:lnTo>
                  <a:lnTo>
                    <a:pt x="276605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8601455" y="1740407"/>
              <a:ext cx="553720" cy="544195"/>
            </a:xfrm>
            <a:custGeom>
              <a:avLst/>
              <a:gdLst/>
              <a:ahLst/>
              <a:cxnLst/>
              <a:rect l="l" t="t" r="r" b="b"/>
              <a:pathLst>
                <a:path w="553720" h="544194">
                  <a:moveTo>
                    <a:pt x="0" y="272033"/>
                  </a:moveTo>
                  <a:lnTo>
                    <a:pt x="4455" y="223135"/>
                  </a:lnTo>
                  <a:lnTo>
                    <a:pt x="17303" y="177112"/>
                  </a:lnTo>
                  <a:lnTo>
                    <a:pt x="37761" y="134732"/>
                  </a:lnTo>
                  <a:lnTo>
                    <a:pt x="65049" y="96765"/>
                  </a:lnTo>
                  <a:lnTo>
                    <a:pt x="98385" y="63978"/>
                  </a:lnTo>
                  <a:lnTo>
                    <a:pt x="136990" y="37140"/>
                  </a:lnTo>
                  <a:lnTo>
                    <a:pt x="180082" y="17019"/>
                  </a:lnTo>
                  <a:lnTo>
                    <a:pt x="226881" y="4382"/>
                  </a:lnTo>
                  <a:lnTo>
                    <a:pt x="276605" y="0"/>
                  </a:lnTo>
                  <a:lnTo>
                    <a:pt x="326330" y="4382"/>
                  </a:lnTo>
                  <a:lnTo>
                    <a:pt x="373129" y="17019"/>
                  </a:lnTo>
                  <a:lnTo>
                    <a:pt x="416221" y="37140"/>
                  </a:lnTo>
                  <a:lnTo>
                    <a:pt x="454826" y="63978"/>
                  </a:lnTo>
                  <a:lnTo>
                    <a:pt x="488162" y="96765"/>
                  </a:lnTo>
                  <a:lnTo>
                    <a:pt x="515450" y="134732"/>
                  </a:lnTo>
                  <a:lnTo>
                    <a:pt x="535908" y="177112"/>
                  </a:lnTo>
                  <a:lnTo>
                    <a:pt x="548756" y="223135"/>
                  </a:lnTo>
                  <a:lnTo>
                    <a:pt x="553212" y="272033"/>
                  </a:lnTo>
                  <a:lnTo>
                    <a:pt x="548756" y="320932"/>
                  </a:lnTo>
                  <a:lnTo>
                    <a:pt x="535908" y="366955"/>
                  </a:lnTo>
                  <a:lnTo>
                    <a:pt x="515450" y="409335"/>
                  </a:lnTo>
                  <a:lnTo>
                    <a:pt x="488162" y="447302"/>
                  </a:lnTo>
                  <a:lnTo>
                    <a:pt x="454826" y="480089"/>
                  </a:lnTo>
                  <a:lnTo>
                    <a:pt x="416221" y="506927"/>
                  </a:lnTo>
                  <a:lnTo>
                    <a:pt x="373129" y="527048"/>
                  </a:lnTo>
                  <a:lnTo>
                    <a:pt x="326330" y="539685"/>
                  </a:lnTo>
                  <a:lnTo>
                    <a:pt x="276605" y="544067"/>
                  </a:lnTo>
                  <a:lnTo>
                    <a:pt x="226881" y="539685"/>
                  </a:lnTo>
                  <a:lnTo>
                    <a:pt x="180082" y="527048"/>
                  </a:lnTo>
                  <a:lnTo>
                    <a:pt x="136990" y="506927"/>
                  </a:lnTo>
                  <a:lnTo>
                    <a:pt x="98385" y="480089"/>
                  </a:lnTo>
                  <a:lnTo>
                    <a:pt x="65049" y="447302"/>
                  </a:lnTo>
                  <a:lnTo>
                    <a:pt x="37761" y="409335"/>
                  </a:lnTo>
                  <a:lnTo>
                    <a:pt x="17303" y="366955"/>
                  </a:lnTo>
                  <a:lnTo>
                    <a:pt x="4455" y="320932"/>
                  </a:lnTo>
                  <a:lnTo>
                    <a:pt x="0" y="272033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533131" y="2702051"/>
              <a:ext cx="554990" cy="544195"/>
            </a:xfrm>
            <a:custGeom>
              <a:avLst/>
              <a:gdLst/>
              <a:ahLst/>
              <a:cxnLst/>
              <a:rect l="l" t="t" r="r" b="b"/>
              <a:pathLst>
                <a:path w="554990" h="544194">
                  <a:moveTo>
                    <a:pt x="277368" y="0"/>
                  </a:moveTo>
                  <a:lnTo>
                    <a:pt x="227517" y="4382"/>
                  </a:lnTo>
                  <a:lnTo>
                    <a:pt x="180595" y="17019"/>
                  </a:lnTo>
                  <a:lnTo>
                    <a:pt x="137385" y="37140"/>
                  </a:lnTo>
                  <a:lnTo>
                    <a:pt x="98673" y="63978"/>
                  </a:lnTo>
                  <a:lnTo>
                    <a:pt x="65241" y="96765"/>
                  </a:lnTo>
                  <a:lnTo>
                    <a:pt x="37874" y="134732"/>
                  </a:lnTo>
                  <a:lnTo>
                    <a:pt x="17355" y="177112"/>
                  </a:lnTo>
                  <a:lnTo>
                    <a:pt x="4469" y="223135"/>
                  </a:lnTo>
                  <a:lnTo>
                    <a:pt x="0" y="272034"/>
                  </a:lnTo>
                  <a:lnTo>
                    <a:pt x="4469" y="320932"/>
                  </a:lnTo>
                  <a:lnTo>
                    <a:pt x="17355" y="366955"/>
                  </a:lnTo>
                  <a:lnTo>
                    <a:pt x="37874" y="409335"/>
                  </a:lnTo>
                  <a:lnTo>
                    <a:pt x="65241" y="447302"/>
                  </a:lnTo>
                  <a:lnTo>
                    <a:pt x="98673" y="480089"/>
                  </a:lnTo>
                  <a:lnTo>
                    <a:pt x="137385" y="506927"/>
                  </a:lnTo>
                  <a:lnTo>
                    <a:pt x="180595" y="527048"/>
                  </a:lnTo>
                  <a:lnTo>
                    <a:pt x="227517" y="539685"/>
                  </a:lnTo>
                  <a:lnTo>
                    <a:pt x="277368" y="544068"/>
                  </a:lnTo>
                  <a:lnTo>
                    <a:pt x="327218" y="539685"/>
                  </a:lnTo>
                  <a:lnTo>
                    <a:pt x="374140" y="527048"/>
                  </a:lnTo>
                  <a:lnTo>
                    <a:pt x="417350" y="506927"/>
                  </a:lnTo>
                  <a:lnTo>
                    <a:pt x="456062" y="480089"/>
                  </a:lnTo>
                  <a:lnTo>
                    <a:pt x="489494" y="447302"/>
                  </a:lnTo>
                  <a:lnTo>
                    <a:pt x="516861" y="409335"/>
                  </a:lnTo>
                  <a:lnTo>
                    <a:pt x="537380" y="366955"/>
                  </a:lnTo>
                  <a:lnTo>
                    <a:pt x="550266" y="320932"/>
                  </a:lnTo>
                  <a:lnTo>
                    <a:pt x="554736" y="272034"/>
                  </a:lnTo>
                  <a:lnTo>
                    <a:pt x="550266" y="223135"/>
                  </a:lnTo>
                  <a:lnTo>
                    <a:pt x="537380" y="177112"/>
                  </a:lnTo>
                  <a:lnTo>
                    <a:pt x="516861" y="134732"/>
                  </a:lnTo>
                  <a:lnTo>
                    <a:pt x="489494" y="96765"/>
                  </a:lnTo>
                  <a:lnTo>
                    <a:pt x="456062" y="63978"/>
                  </a:lnTo>
                  <a:lnTo>
                    <a:pt x="417350" y="37140"/>
                  </a:lnTo>
                  <a:lnTo>
                    <a:pt x="374140" y="17019"/>
                  </a:lnTo>
                  <a:lnTo>
                    <a:pt x="327218" y="4382"/>
                  </a:lnTo>
                  <a:lnTo>
                    <a:pt x="277368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533131" y="2702051"/>
              <a:ext cx="554990" cy="544195"/>
            </a:xfrm>
            <a:custGeom>
              <a:avLst/>
              <a:gdLst/>
              <a:ahLst/>
              <a:cxnLst/>
              <a:rect l="l" t="t" r="r" b="b"/>
              <a:pathLst>
                <a:path w="554990" h="544194">
                  <a:moveTo>
                    <a:pt x="0" y="272034"/>
                  </a:moveTo>
                  <a:lnTo>
                    <a:pt x="4469" y="223135"/>
                  </a:lnTo>
                  <a:lnTo>
                    <a:pt x="17355" y="177112"/>
                  </a:lnTo>
                  <a:lnTo>
                    <a:pt x="37874" y="134732"/>
                  </a:lnTo>
                  <a:lnTo>
                    <a:pt x="65241" y="96765"/>
                  </a:lnTo>
                  <a:lnTo>
                    <a:pt x="98673" y="63978"/>
                  </a:lnTo>
                  <a:lnTo>
                    <a:pt x="137385" y="37140"/>
                  </a:lnTo>
                  <a:lnTo>
                    <a:pt x="180595" y="17019"/>
                  </a:lnTo>
                  <a:lnTo>
                    <a:pt x="227517" y="4382"/>
                  </a:lnTo>
                  <a:lnTo>
                    <a:pt x="277368" y="0"/>
                  </a:lnTo>
                  <a:lnTo>
                    <a:pt x="327218" y="4382"/>
                  </a:lnTo>
                  <a:lnTo>
                    <a:pt x="374140" y="17019"/>
                  </a:lnTo>
                  <a:lnTo>
                    <a:pt x="417350" y="37140"/>
                  </a:lnTo>
                  <a:lnTo>
                    <a:pt x="456062" y="63978"/>
                  </a:lnTo>
                  <a:lnTo>
                    <a:pt x="489494" y="96765"/>
                  </a:lnTo>
                  <a:lnTo>
                    <a:pt x="516861" y="134732"/>
                  </a:lnTo>
                  <a:lnTo>
                    <a:pt x="537380" y="177112"/>
                  </a:lnTo>
                  <a:lnTo>
                    <a:pt x="550266" y="223135"/>
                  </a:lnTo>
                  <a:lnTo>
                    <a:pt x="554736" y="272034"/>
                  </a:lnTo>
                  <a:lnTo>
                    <a:pt x="550266" y="320932"/>
                  </a:lnTo>
                  <a:lnTo>
                    <a:pt x="537380" y="366955"/>
                  </a:lnTo>
                  <a:lnTo>
                    <a:pt x="516861" y="409335"/>
                  </a:lnTo>
                  <a:lnTo>
                    <a:pt x="489494" y="447302"/>
                  </a:lnTo>
                  <a:lnTo>
                    <a:pt x="456062" y="480089"/>
                  </a:lnTo>
                  <a:lnTo>
                    <a:pt x="417350" y="506927"/>
                  </a:lnTo>
                  <a:lnTo>
                    <a:pt x="374140" y="527048"/>
                  </a:lnTo>
                  <a:lnTo>
                    <a:pt x="327218" y="539685"/>
                  </a:lnTo>
                  <a:lnTo>
                    <a:pt x="277368" y="544068"/>
                  </a:lnTo>
                  <a:lnTo>
                    <a:pt x="227517" y="539685"/>
                  </a:lnTo>
                  <a:lnTo>
                    <a:pt x="180595" y="527048"/>
                  </a:lnTo>
                  <a:lnTo>
                    <a:pt x="137385" y="506927"/>
                  </a:lnTo>
                  <a:lnTo>
                    <a:pt x="98673" y="480089"/>
                  </a:lnTo>
                  <a:lnTo>
                    <a:pt x="65241" y="447302"/>
                  </a:lnTo>
                  <a:lnTo>
                    <a:pt x="37874" y="409335"/>
                  </a:lnTo>
                  <a:lnTo>
                    <a:pt x="17355" y="366955"/>
                  </a:lnTo>
                  <a:lnTo>
                    <a:pt x="4469" y="320932"/>
                  </a:lnTo>
                  <a:lnTo>
                    <a:pt x="0" y="272034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7740142" y="2809747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9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6847078" y="2685033"/>
            <a:ext cx="3378200" cy="1490980"/>
            <a:chOff x="6847078" y="2685033"/>
            <a:chExt cx="3378200" cy="1490980"/>
          </a:xfrm>
        </p:grpSpPr>
        <p:sp>
          <p:nvSpPr>
            <p:cNvPr id="35" name="object 35"/>
            <p:cNvSpPr/>
            <p:nvPr/>
          </p:nvSpPr>
          <p:spPr>
            <a:xfrm>
              <a:off x="9663684" y="2691383"/>
              <a:ext cx="554990" cy="544195"/>
            </a:xfrm>
            <a:custGeom>
              <a:avLst/>
              <a:gdLst/>
              <a:ahLst/>
              <a:cxnLst/>
              <a:rect l="l" t="t" r="r" b="b"/>
              <a:pathLst>
                <a:path w="554990" h="544194">
                  <a:moveTo>
                    <a:pt x="277368" y="0"/>
                  </a:moveTo>
                  <a:lnTo>
                    <a:pt x="227517" y="4382"/>
                  </a:lnTo>
                  <a:lnTo>
                    <a:pt x="180595" y="17019"/>
                  </a:lnTo>
                  <a:lnTo>
                    <a:pt x="137385" y="37140"/>
                  </a:lnTo>
                  <a:lnTo>
                    <a:pt x="98673" y="63978"/>
                  </a:lnTo>
                  <a:lnTo>
                    <a:pt x="65241" y="96765"/>
                  </a:lnTo>
                  <a:lnTo>
                    <a:pt x="37874" y="134732"/>
                  </a:lnTo>
                  <a:lnTo>
                    <a:pt x="17355" y="177112"/>
                  </a:lnTo>
                  <a:lnTo>
                    <a:pt x="4469" y="223135"/>
                  </a:lnTo>
                  <a:lnTo>
                    <a:pt x="0" y="272033"/>
                  </a:lnTo>
                  <a:lnTo>
                    <a:pt x="4469" y="320932"/>
                  </a:lnTo>
                  <a:lnTo>
                    <a:pt x="17355" y="366955"/>
                  </a:lnTo>
                  <a:lnTo>
                    <a:pt x="37874" y="409335"/>
                  </a:lnTo>
                  <a:lnTo>
                    <a:pt x="65241" y="447302"/>
                  </a:lnTo>
                  <a:lnTo>
                    <a:pt x="98673" y="480089"/>
                  </a:lnTo>
                  <a:lnTo>
                    <a:pt x="137385" y="506927"/>
                  </a:lnTo>
                  <a:lnTo>
                    <a:pt x="180595" y="527048"/>
                  </a:lnTo>
                  <a:lnTo>
                    <a:pt x="227517" y="539685"/>
                  </a:lnTo>
                  <a:lnTo>
                    <a:pt x="277368" y="544067"/>
                  </a:lnTo>
                  <a:lnTo>
                    <a:pt x="327218" y="539685"/>
                  </a:lnTo>
                  <a:lnTo>
                    <a:pt x="374140" y="527048"/>
                  </a:lnTo>
                  <a:lnTo>
                    <a:pt x="417350" y="506927"/>
                  </a:lnTo>
                  <a:lnTo>
                    <a:pt x="456062" y="480089"/>
                  </a:lnTo>
                  <a:lnTo>
                    <a:pt x="489494" y="447302"/>
                  </a:lnTo>
                  <a:lnTo>
                    <a:pt x="516861" y="409335"/>
                  </a:lnTo>
                  <a:lnTo>
                    <a:pt x="537380" y="366955"/>
                  </a:lnTo>
                  <a:lnTo>
                    <a:pt x="550266" y="320932"/>
                  </a:lnTo>
                  <a:lnTo>
                    <a:pt x="554736" y="272033"/>
                  </a:lnTo>
                  <a:lnTo>
                    <a:pt x="550266" y="223135"/>
                  </a:lnTo>
                  <a:lnTo>
                    <a:pt x="537380" y="177112"/>
                  </a:lnTo>
                  <a:lnTo>
                    <a:pt x="516861" y="134732"/>
                  </a:lnTo>
                  <a:lnTo>
                    <a:pt x="489494" y="96765"/>
                  </a:lnTo>
                  <a:lnTo>
                    <a:pt x="456062" y="63978"/>
                  </a:lnTo>
                  <a:lnTo>
                    <a:pt x="417350" y="37140"/>
                  </a:lnTo>
                  <a:lnTo>
                    <a:pt x="374140" y="17019"/>
                  </a:lnTo>
                  <a:lnTo>
                    <a:pt x="327218" y="4382"/>
                  </a:lnTo>
                  <a:lnTo>
                    <a:pt x="277368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9663684" y="2691383"/>
              <a:ext cx="554990" cy="544195"/>
            </a:xfrm>
            <a:custGeom>
              <a:avLst/>
              <a:gdLst/>
              <a:ahLst/>
              <a:cxnLst/>
              <a:rect l="l" t="t" r="r" b="b"/>
              <a:pathLst>
                <a:path w="554990" h="544194">
                  <a:moveTo>
                    <a:pt x="0" y="272033"/>
                  </a:moveTo>
                  <a:lnTo>
                    <a:pt x="4469" y="223135"/>
                  </a:lnTo>
                  <a:lnTo>
                    <a:pt x="17355" y="177112"/>
                  </a:lnTo>
                  <a:lnTo>
                    <a:pt x="37874" y="134732"/>
                  </a:lnTo>
                  <a:lnTo>
                    <a:pt x="65241" y="96765"/>
                  </a:lnTo>
                  <a:lnTo>
                    <a:pt x="98673" y="63978"/>
                  </a:lnTo>
                  <a:lnTo>
                    <a:pt x="137385" y="37140"/>
                  </a:lnTo>
                  <a:lnTo>
                    <a:pt x="180595" y="17019"/>
                  </a:lnTo>
                  <a:lnTo>
                    <a:pt x="227517" y="4382"/>
                  </a:lnTo>
                  <a:lnTo>
                    <a:pt x="277368" y="0"/>
                  </a:lnTo>
                  <a:lnTo>
                    <a:pt x="327218" y="4382"/>
                  </a:lnTo>
                  <a:lnTo>
                    <a:pt x="374140" y="17019"/>
                  </a:lnTo>
                  <a:lnTo>
                    <a:pt x="417350" y="37140"/>
                  </a:lnTo>
                  <a:lnTo>
                    <a:pt x="456062" y="63978"/>
                  </a:lnTo>
                  <a:lnTo>
                    <a:pt x="489494" y="96765"/>
                  </a:lnTo>
                  <a:lnTo>
                    <a:pt x="516861" y="134732"/>
                  </a:lnTo>
                  <a:lnTo>
                    <a:pt x="537380" y="177112"/>
                  </a:lnTo>
                  <a:lnTo>
                    <a:pt x="550266" y="223135"/>
                  </a:lnTo>
                  <a:lnTo>
                    <a:pt x="554736" y="272033"/>
                  </a:lnTo>
                  <a:lnTo>
                    <a:pt x="550266" y="320932"/>
                  </a:lnTo>
                  <a:lnTo>
                    <a:pt x="537380" y="366955"/>
                  </a:lnTo>
                  <a:lnTo>
                    <a:pt x="516861" y="409335"/>
                  </a:lnTo>
                  <a:lnTo>
                    <a:pt x="489494" y="447302"/>
                  </a:lnTo>
                  <a:lnTo>
                    <a:pt x="456062" y="480089"/>
                  </a:lnTo>
                  <a:lnTo>
                    <a:pt x="417350" y="506927"/>
                  </a:lnTo>
                  <a:lnTo>
                    <a:pt x="374140" y="527048"/>
                  </a:lnTo>
                  <a:lnTo>
                    <a:pt x="327218" y="539685"/>
                  </a:lnTo>
                  <a:lnTo>
                    <a:pt x="277368" y="544067"/>
                  </a:lnTo>
                  <a:lnTo>
                    <a:pt x="227517" y="539685"/>
                  </a:lnTo>
                  <a:lnTo>
                    <a:pt x="180595" y="527048"/>
                  </a:lnTo>
                  <a:lnTo>
                    <a:pt x="137385" y="506927"/>
                  </a:lnTo>
                  <a:lnTo>
                    <a:pt x="98673" y="480089"/>
                  </a:lnTo>
                  <a:lnTo>
                    <a:pt x="65241" y="447302"/>
                  </a:lnTo>
                  <a:lnTo>
                    <a:pt x="37874" y="409335"/>
                  </a:lnTo>
                  <a:lnTo>
                    <a:pt x="17355" y="366955"/>
                  </a:lnTo>
                  <a:lnTo>
                    <a:pt x="4469" y="320932"/>
                  </a:lnTo>
                  <a:lnTo>
                    <a:pt x="0" y="272033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853428" y="3640836"/>
              <a:ext cx="840105" cy="528955"/>
            </a:xfrm>
            <a:custGeom>
              <a:avLst/>
              <a:gdLst/>
              <a:ahLst/>
              <a:cxnLst/>
              <a:rect l="l" t="t" r="r" b="b"/>
              <a:pathLst>
                <a:path w="840104" h="528954">
                  <a:moveTo>
                    <a:pt x="419862" y="0"/>
                  </a:moveTo>
                  <a:lnTo>
                    <a:pt x="362885" y="2413"/>
                  </a:lnTo>
                  <a:lnTo>
                    <a:pt x="308239" y="9443"/>
                  </a:lnTo>
                  <a:lnTo>
                    <a:pt x="256424" y="20776"/>
                  </a:lnTo>
                  <a:lnTo>
                    <a:pt x="207941" y="36096"/>
                  </a:lnTo>
                  <a:lnTo>
                    <a:pt x="163288" y="55088"/>
                  </a:lnTo>
                  <a:lnTo>
                    <a:pt x="122967" y="77438"/>
                  </a:lnTo>
                  <a:lnTo>
                    <a:pt x="87477" y="102830"/>
                  </a:lnTo>
                  <a:lnTo>
                    <a:pt x="57319" y="130951"/>
                  </a:lnTo>
                  <a:lnTo>
                    <a:pt x="32992" y="161484"/>
                  </a:lnTo>
                  <a:lnTo>
                    <a:pt x="3832" y="228530"/>
                  </a:lnTo>
                  <a:lnTo>
                    <a:pt x="0" y="264413"/>
                  </a:lnTo>
                  <a:lnTo>
                    <a:pt x="3832" y="300297"/>
                  </a:lnTo>
                  <a:lnTo>
                    <a:pt x="32992" y="367343"/>
                  </a:lnTo>
                  <a:lnTo>
                    <a:pt x="57319" y="397876"/>
                  </a:lnTo>
                  <a:lnTo>
                    <a:pt x="87477" y="425997"/>
                  </a:lnTo>
                  <a:lnTo>
                    <a:pt x="122967" y="451389"/>
                  </a:lnTo>
                  <a:lnTo>
                    <a:pt x="163288" y="473739"/>
                  </a:lnTo>
                  <a:lnTo>
                    <a:pt x="207941" y="492731"/>
                  </a:lnTo>
                  <a:lnTo>
                    <a:pt x="256424" y="508051"/>
                  </a:lnTo>
                  <a:lnTo>
                    <a:pt x="308239" y="519384"/>
                  </a:lnTo>
                  <a:lnTo>
                    <a:pt x="362885" y="526414"/>
                  </a:lnTo>
                  <a:lnTo>
                    <a:pt x="419862" y="528827"/>
                  </a:lnTo>
                  <a:lnTo>
                    <a:pt x="476838" y="526414"/>
                  </a:lnTo>
                  <a:lnTo>
                    <a:pt x="531484" y="519384"/>
                  </a:lnTo>
                  <a:lnTo>
                    <a:pt x="583299" y="508051"/>
                  </a:lnTo>
                  <a:lnTo>
                    <a:pt x="631782" y="492731"/>
                  </a:lnTo>
                  <a:lnTo>
                    <a:pt x="676435" y="473739"/>
                  </a:lnTo>
                  <a:lnTo>
                    <a:pt x="716756" y="451389"/>
                  </a:lnTo>
                  <a:lnTo>
                    <a:pt x="752246" y="425997"/>
                  </a:lnTo>
                  <a:lnTo>
                    <a:pt x="782404" y="397876"/>
                  </a:lnTo>
                  <a:lnTo>
                    <a:pt x="806731" y="367343"/>
                  </a:lnTo>
                  <a:lnTo>
                    <a:pt x="835891" y="300297"/>
                  </a:lnTo>
                  <a:lnTo>
                    <a:pt x="839724" y="264413"/>
                  </a:lnTo>
                  <a:lnTo>
                    <a:pt x="835891" y="228530"/>
                  </a:lnTo>
                  <a:lnTo>
                    <a:pt x="806731" y="161484"/>
                  </a:lnTo>
                  <a:lnTo>
                    <a:pt x="782404" y="130951"/>
                  </a:lnTo>
                  <a:lnTo>
                    <a:pt x="752246" y="102830"/>
                  </a:lnTo>
                  <a:lnTo>
                    <a:pt x="716756" y="77438"/>
                  </a:lnTo>
                  <a:lnTo>
                    <a:pt x="676435" y="55088"/>
                  </a:lnTo>
                  <a:lnTo>
                    <a:pt x="631782" y="36096"/>
                  </a:lnTo>
                  <a:lnTo>
                    <a:pt x="583299" y="20776"/>
                  </a:lnTo>
                  <a:lnTo>
                    <a:pt x="531484" y="9443"/>
                  </a:lnTo>
                  <a:lnTo>
                    <a:pt x="476838" y="2413"/>
                  </a:lnTo>
                  <a:lnTo>
                    <a:pt x="419862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6853428" y="3640836"/>
              <a:ext cx="840105" cy="528955"/>
            </a:xfrm>
            <a:custGeom>
              <a:avLst/>
              <a:gdLst/>
              <a:ahLst/>
              <a:cxnLst/>
              <a:rect l="l" t="t" r="r" b="b"/>
              <a:pathLst>
                <a:path w="840104" h="528954">
                  <a:moveTo>
                    <a:pt x="0" y="264413"/>
                  </a:moveTo>
                  <a:lnTo>
                    <a:pt x="14996" y="194115"/>
                  </a:lnTo>
                  <a:lnTo>
                    <a:pt x="57319" y="130951"/>
                  </a:lnTo>
                  <a:lnTo>
                    <a:pt x="87477" y="102830"/>
                  </a:lnTo>
                  <a:lnTo>
                    <a:pt x="122967" y="77438"/>
                  </a:lnTo>
                  <a:lnTo>
                    <a:pt x="163288" y="55088"/>
                  </a:lnTo>
                  <a:lnTo>
                    <a:pt x="207941" y="36096"/>
                  </a:lnTo>
                  <a:lnTo>
                    <a:pt x="256424" y="20776"/>
                  </a:lnTo>
                  <a:lnTo>
                    <a:pt x="308239" y="9443"/>
                  </a:lnTo>
                  <a:lnTo>
                    <a:pt x="362885" y="2413"/>
                  </a:lnTo>
                  <a:lnTo>
                    <a:pt x="419862" y="0"/>
                  </a:lnTo>
                  <a:lnTo>
                    <a:pt x="476838" y="2413"/>
                  </a:lnTo>
                  <a:lnTo>
                    <a:pt x="531484" y="9443"/>
                  </a:lnTo>
                  <a:lnTo>
                    <a:pt x="583299" y="20776"/>
                  </a:lnTo>
                  <a:lnTo>
                    <a:pt x="631782" y="36096"/>
                  </a:lnTo>
                  <a:lnTo>
                    <a:pt x="676435" y="55088"/>
                  </a:lnTo>
                  <a:lnTo>
                    <a:pt x="716756" y="77438"/>
                  </a:lnTo>
                  <a:lnTo>
                    <a:pt x="752246" y="102830"/>
                  </a:lnTo>
                  <a:lnTo>
                    <a:pt x="782404" y="130951"/>
                  </a:lnTo>
                  <a:lnTo>
                    <a:pt x="806731" y="161484"/>
                  </a:lnTo>
                  <a:lnTo>
                    <a:pt x="835891" y="228530"/>
                  </a:lnTo>
                  <a:lnTo>
                    <a:pt x="839724" y="264413"/>
                  </a:lnTo>
                  <a:lnTo>
                    <a:pt x="835891" y="300297"/>
                  </a:lnTo>
                  <a:lnTo>
                    <a:pt x="806731" y="367343"/>
                  </a:lnTo>
                  <a:lnTo>
                    <a:pt x="782404" y="397876"/>
                  </a:lnTo>
                  <a:lnTo>
                    <a:pt x="752246" y="425997"/>
                  </a:lnTo>
                  <a:lnTo>
                    <a:pt x="716756" y="451389"/>
                  </a:lnTo>
                  <a:lnTo>
                    <a:pt x="676435" y="473739"/>
                  </a:lnTo>
                  <a:lnTo>
                    <a:pt x="631782" y="492731"/>
                  </a:lnTo>
                  <a:lnTo>
                    <a:pt x="583299" y="508051"/>
                  </a:lnTo>
                  <a:lnTo>
                    <a:pt x="531484" y="519384"/>
                  </a:lnTo>
                  <a:lnTo>
                    <a:pt x="476838" y="526414"/>
                  </a:lnTo>
                  <a:lnTo>
                    <a:pt x="419862" y="528827"/>
                  </a:lnTo>
                  <a:lnTo>
                    <a:pt x="362885" y="526414"/>
                  </a:lnTo>
                  <a:lnTo>
                    <a:pt x="308239" y="519384"/>
                  </a:lnTo>
                  <a:lnTo>
                    <a:pt x="256424" y="508051"/>
                  </a:lnTo>
                  <a:lnTo>
                    <a:pt x="207941" y="492731"/>
                  </a:lnTo>
                  <a:lnTo>
                    <a:pt x="163288" y="473739"/>
                  </a:lnTo>
                  <a:lnTo>
                    <a:pt x="122967" y="451389"/>
                  </a:lnTo>
                  <a:lnTo>
                    <a:pt x="87477" y="425997"/>
                  </a:lnTo>
                  <a:lnTo>
                    <a:pt x="57319" y="397876"/>
                  </a:lnTo>
                  <a:lnTo>
                    <a:pt x="32992" y="367343"/>
                  </a:lnTo>
                  <a:lnTo>
                    <a:pt x="3832" y="300297"/>
                  </a:lnTo>
                  <a:lnTo>
                    <a:pt x="0" y="264413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7145273" y="3741801"/>
            <a:ext cx="257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12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6155182" y="2164079"/>
            <a:ext cx="3628390" cy="2966085"/>
            <a:chOff x="6155182" y="2164079"/>
            <a:chExt cx="3628390" cy="2966085"/>
          </a:xfrm>
        </p:grpSpPr>
        <p:sp>
          <p:nvSpPr>
            <p:cNvPr id="41" name="object 41"/>
            <p:cNvSpPr/>
            <p:nvPr/>
          </p:nvSpPr>
          <p:spPr>
            <a:xfrm>
              <a:off x="7395972" y="2202179"/>
              <a:ext cx="2349500" cy="1536700"/>
            </a:xfrm>
            <a:custGeom>
              <a:avLst/>
              <a:gdLst/>
              <a:ahLst/>
              <a:cxnLst/>
              <a:rect l="l" t="t" r="r" b="b"/>
              <a:pathLst>
                <a:path w="2349500" h="1536700">
                  <a:moveTo>
                    <a:pt x="1677924" y="3048"/>
                  </a:moveTo>
                  <a:lnTo>
                    <a:pt x="2349373" y="569087"/>
                  </a:lnTo>
                </a:path>
                <a:path w="2349500" h="1536700">
                  <a:moveTo>
                    <a:pt x="1272921" y="0"/>
                  </a:moveTo>
                  <a:lnTo>
                    <a:pt x="580644" y="553466"/>
                  </a:lnTo>
                </a:path>
                <a:path w="2349500" h="1536700">
                  <a:moveTo>
                    <a:pt x="413638" y="1043940"/>
                  </a:moveTo>
                  <a:lnTo>
                    <a:pt x="0" y="1536700"/>
                  </a:lnTo>
                </a:path>
              </a:pathLst>
            </a:custGeom>
            <a:ln w="7620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6161532" y="4578095"/>
              <a:ext cx="838200" cy="546100"/>
            </a:xfrm>
            <a:custGeom>
              <a:avLst/>
              <a:gdLst/>
              <a:ahLst/>
              <a:cxnLst/>
              <a:rect l="l" t="t" r="r" b="b"/>
              <a:pathLst>
                <a:path w="838200" h="546100">
                  <a:moveTo>
                    <a:pt x="419099" y="0"/>
                  </a:moveTo>
                  <a:lnTo>
                    <a:pt x="362218" y="2491"/>
                  </a:lnTo>
                  <a:lnTo>
                    <a:pt x="307666" y="9747"/>
                  </a:lnTo>
                  <a:lnTo>
                    <a:pt x="255942" y="21443"/>
                  </a:lnTo>
                  <a:lnTo>
                    <a:pt x="207546" y="37253"/>
                  </a:lnTo>
                  <a:lnTo>
                    <a:pt x="162975" y="56852"/>
                  </a:lnTo>
                  <a:lnTo>
                    <a:pt x="122729" y="79914"/>
                  </a:lnTo>
                  <a:lnTo>
                    <a:pt x="87306" y="106115"/>
                  </a:lnTo>
                  <a:lnTo>
                    <a:pt x="57206" y="135127"/>
                  </a:lnTo>
                  <a:lnTo>
                    <a:pt x="32926" y="166627"/>
                  </a:lnTo>
                  <a:lnTo>
                    <a:pt x="14966" y="200289"/>
                  </a:lnTo>
                  <a:lnTo>
                    <a:pt x="0" y="272795"/>
                  </a:lnTo>
                  <a:lnTo>
                    <a:pt x="3824" y="309804"/>
                  </a:lnTo>
                  <a:lnTo>
                    <a:pt x="32926" y="378964"/>
                  </a:lnTo>
                  <a:lnTo>
                    <a:pt x="57206" y="410463"/>
                  </a:lnTo>
                  <a:lnTo>
                    <a:pt x="87306" y="439476"/>
                  </a:lnTo>
                  <a:lnTo>
                    <a:pt x="122729" y="465677"/>
                  </a:lnTo>
                  <a:lnTo>
                    <a:pt x="162975" y="488739"/>
                  </a:lnTo>
                  <a:lnTo>
                    <a:pt x="207546" y="508338"/>
                  </a:lnTo>
                  <a:lnTo>
                    <a:pt x="255942" y="524148"/>
                  </a:lnTo>
                  <a:lnTo>
                    <a:pt x="307666" y="535844"/>
                  </a:lnTo>
                  <a:lnTo>
                    <a:pt x="362218" y="543100"/>
                  </a:lnTo>
                  <a:lnTo>
                    <a:pt x="419099" y="545591"/>
                  </a:lnTo>
                  <a:lnTo>
                    <a:pt x="475981" y="543100"/>
                  </a:lnTo>
                  <a:lnTo>
                    <a:pt x="530533" y="535844"/>
                  </a:lnTo>
                  <a:lnTo>
                    <a:pt x="582257" y="524148"/>
                  </a:lnTo>
                  <a:lnTo>
                    <a:pt x="630653" y="508338"/>
                  </a:lnTo>
                  <a:lnTo>
                    <a:pt x="675224" y="488739"/>
                  </a:lnTo>
                  <a:lnTo>
                    <a:pt x="715470" y="465677"/>
                  </a:lnTo>
                  <a:lnTo>
                    <a:pt x="750893" y="439476"/>
                  </a:lnTo>
                  <a:lnTo>
                    <a:pt x="780993" y="410463"/>
                  </a:lnTo>
                  <a:lnTo>
                    <a:pt x="805273" y="378964"/>
                  </a:lnTo>
                  <a:lnTo>
                    <a:pt x="823233" y="345302"/>
                  </a:lnTo>
                  <a:lnTo>
                    <a:pt x="838199" y="272795"/>
                  </a:lnTo>
                  <a:lnTo>
                    <a:pt x="834375" y="235787"/>
                  </a:lnTo>
                  <a:lnTo>
                    <a:pt x="805273" y="166627"/>
                  </a:lnTo>
                  <a:lnTo>
                    <a:pt x="780993" y="135127"/>
                  </a:lnTo>
                  <a:lnTo>
                    <a:pt x="750893" y="106115"/>
                  </a:lnTo>
                  <a:lnTo>
                    <a:pt x="715470" y="79914"/>
                  </a:lnTo>
                  <a:lnTo>
                    <a:pt x="675224" y="56852"/>
                  </a:lnTo>
                  <a:lnTo>
                    <a:pt x="630653" y="37253"/>
                  </a:lnTo>
                  <a:lnTo>
                    <a:pt x="582257" y="21443"/>
                  </a:lnTo>
                  <a:lnTo>
                    <a:pt x="530533" y="9747"/>
                  </a:lnTo>
                  <a:lnTo>
                    <a:pt x="475981" y="2491"/>
                  </a:lnTo>
                  <a:lnTo>
                    <a:pt x="419099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6161532" y="4578095"/>
              <a:ext cx="838200" cy="546100"/>
            </a:xfrm>
            <a:custGeom>
              <a:avLst/>
              <a:gdLst/>
              <a:ahLst/>
              <a:cxnLst/>
              <a:rect l="l" t="t" r="r" b="b"/>
              <a:pathLst>
                <a:path w="838200" h="546100">
                  <a:moveTo>
                    <a:pt x="0" y="272795"/>
                  </a:moveTo>
                  <a:lnTo>
                    <a:pt x="14966" y="200289"/>
                  </a:lnTo>
                  <a:lnTo>
                    <a:pt x="32926" y="166627"/>
                  </a:lnTo>
                  <a:lnTo>
                    <a:pt x="57206" y="135127"/>
                  </a:lnTo>
                  <a:lnTo>
                    <a:pt x="87306" y="106115"/>
                  </a:lnTo>
                  <a:lnTo>
                    <a:pt x="122729" y="79914"/>
                  </a:lnTo>
                  <a:lnTo>
                    <a:pt x="162975" y="56852"/>
                  </a:lnTo>
                  <a:lnTo>
                    <a:pt x="207546" y="37253"/>
                  </a:lnTo>
                  <a:lnTo>
                    <a:pt x="255942" y="21443"/>
                  </a:lnTo>
                  <a:lnTo>
                    <a:pt x="307666" y="9747"/>
                  </a:lnTo>
                  <a:lnTo>
                    <a:pt x="362218" y="2491"/>
                  </a:lnTo>
                  <a:lnTo>
                    <a:pt x="419099" y="0"/>
                  </a:lnTo>
                  <a:lnTo>
                    <a:pt x="475981" y="2491"/>
                  </a:lnTo>
                  <a:lnTo>
                    <a:pt x="530533" y="9747"/>
                  </a:lnTo>
                  <a:lnTo>
                    <a:pt x="582257" y="21443"/>
                  </a:lnTo>
                  <a:lnTo>
                    <a:pt x="630653" y="37253"/>
                  </a:lnTo>
                  <a:lnTo>
                    <a:pt x="675224" y="56852"/>
                  </a:lnTo>
                  <a:lnTo>
                    <a:pt x="715470" y="79914"/>
                  </a:lnTo>
                  <a:lnTo>
                    <a:pt x="750893" y="106115"/>
                  </a:lnTo>
                  <a:lnTo>
                    <a:pt x="780993" y="135127"/>
                  </a:lnTo>
                  <a:lnTo>
                    <a:pt x="805273" y="166627"/>
                  </a:lnTo>
                  <a:lnTo>
                    <a:pt x="823233" y="200289"/>
                  </a:lnTo>
                  <a:lnTo>
                    <a:pt x="838199" y="272795"/>
                  </a:lnTo>
                  <a:lnTo>
                    <a:pt x="834375" y="309804"/>
                  </a:lnTo>
                  <a:lnTo>
                    <a:pt x="805273" y="378964"/>
                  </a:lnTo>
                  <a:lnTo>
                    <a:pt x="780993" y="410463"/>
                  </a:lnTo>
                  <a:lnTo>
                    <a:pt x="750893" y="439476"/>
                  </a:lnTo>
                  <a:lnTo>
                    <a:pt x="715470" y="465677"/>
                  </a:lnTo>
                  <a:lnTo>
                    <a:pt x="675224" y="488739"/>
                  </a:lnTo>
                  <a:lnTo>
                    <a:pt x="630653" y="508338"/>
                  </a:lnTo>
                  <a:lnTo>
                    <a:pt x="582257" y="524148"/>
                  </a:lnTo>
                  <a:lnTo>
                    <a:pt x="530533" y="535844"/>
                  </a:lnTo>
                  <a:lnTo>
                    <a:pt x="475981" y="543100"/>
                  </a:lnTo>
                  <a:lnTo>
                    <a:pt x="419099" y="545591"/>
                  </a:lnTo>
                  <a:lnTo>
                    <a:pt x="362218" y="543100"/>
                  </a:lnTo>
                  <a:lnTo>
                    <a:pt x="307666" y="535844"/>
                  </a:lnTo>
                  <a:lnTo>
                    <a:pt x="255942" y="524148"/>
                  </a:lnTo>
                  <a:lnTo>
                    <a:pt x="207546" y="508338"/>
                  </a:lnTo>
                  <a:lnTo>
                    <a:pt x="162975" y="488739"/>
                  </a:lnTo>
                  <a:lnTo>
                    <a:pt x="122729" y="465677"/>
                  </a:lnTo>
                  <a:lnTo>
                    <a:pt x="87306" y="439476"/>
                  </a:lnTo>
                  <a:lnTo>
                    <a:pt x="57206" y="410463"/>
                  </a:lnTo>
                  <a:lnTo>
                    <a:pt x="32926" y="378964"/>
                  </a:lnTo>
                  <a:lnTo>
                    <a:pt x="14966" y="345302"/>
                  </a:lnTo>
                  <a:lnTo>
                    <a:pt x="0" y="272795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698093" y="3796741"/>
            <a:ext cx="1416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052271" y="4666233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3192907" y="2834766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3702177" y="3595242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1586230" y="2479294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2641473" y="1439036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669036" y="4355591"/>
            <a:ext cx="436880" cy="544830"/>
          </a:xfrm>
          <a:custGeom>
            <a:avLst/>
            <a:gdLst/>
            <a:ahLst/>
            <a:cxnLst/>
            <a:rect l="l" t="t" r="r" b="b"/>
            <a:pathLst>
              <a:path w="436880" h="544829">
                <a:moveTo>
                  <a:pt x="436257" y="0"/>
                </a:moveTo>
                <a:lnTo>
                  <a:pt x="0" y="544702"/>
                </a:lnTo>
              </a:path>
            </a:pathLst>
          </a:custGeom>
          <a:ln w="76200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 txBox="1"/>
          <p:nvPr/>
        </p:nvSpPr>
        <p:spPr>
          <a:xfrm>
            <a:off x="6452361" y="4686680"/>
            <a:ext cx="257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20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7221981" y="4657090"/>
            <a:ext cx="850900" cy="556895"/>
            <a:chOff x="7221981" y="4657090"/>
            <a:chExt cx="850900" cy="556895"/>
          </a:xfrm>
        </p:grpSpPr>
        <p:sp>
          <p:nvSpPr>
            <p:cNvPr id="53" name="object 53"/>
            <p:cNvSpPr/>
            <p:nvPr/>
          </p:nvSpPr>
          <p:spPr>
            <a:xfrm>
              <a:off x="7228331" y="4663440"/>
              <a:ext cx="838200" cy="544195"/>
            </a:xfrm>
            <a:custGeom>
              <a:avLst/>
              <a:gdLst/>
              <a:ahLst/>
              <a:cxnLst/>
              <a:rect l="l" t="t" r="r" b="b"/>
              <a:pathLst>
                <a:path w="838200" h="544195">
                  <a:moveTo>
                    <a:pt x="419100" y="0"/>
                  </a:moveTo>
                  <a:lnTo>
                    <a:pt x="362218" y="2483"/>
                  </a:lnTo>
                  <a:lnTo>
                    <a:pt x="307666" y="9717"/>
                  </a:lnTo>
                  <a:lnTo>
                    <a:pt x="255942" y="21377"/>
                  </a:lnTo>
                  <a:lnTo>
                    <a:pt x="207546" y="37140"/>
                  </a:lnTo>
                  <a:lnTo>
                    <a:pt x="162975" y="56681"/>
                  </a:lnTo>
                  <a:lnTo>
                    <a:pt x="122729" y="79676"/>
                  </a:lnTo>
                  <a:lnTo>
                    <a:pt x="87306" y="105801"/>
                  </a:lnTo>
                  <a:lnTo>
                    <a:pt x="57206" y="134732"/>
                  </a:lnTo>
                  <a:lnTo>
                    <a:pt x="32926" y="166145"/>
                  </a:lnTo>
                  <a:lnTo>
                    <a:pt x="3824" y="235120"/>
                  </a:lnTo>
                  <a:lnTo>
                    <a:pt x="0" y="272034"/>
                  </a:lnTo>
                  <a:lnTo>
                    <a:pt x="3824" y="308947"/>
                  </a:lnTo>
                  <a:lnTo>
                    <a:pt x="32926" y="377922"/>
                  </a:lnTo>
                  <a:lnTo>
                    <a:pt x="57206" y="409335"/>
                  </a:lnTo>
                  <a:lnTo>
                    <a:pt x="87306" y="438266"/>
                  </a:lnTo>
                  <a:lnTo>
                    <a:pt x="122729" y="464391"/>
                  </a:lnTo>
                  <a:lnTo>
                    <a:pt x="162975" y="487386"/>
                  </a:lnTo>
                  <a:lnTo>
                    <a:pt x="207546" y="506927"/>
                  </a:lnTo>
                  <a:lnTo>
                    <a:pt x="255942" y="522690"/>
                  </a:lnTo>
                  <a:lnTo>
                    <a:pt x="307666" y="534350"/>
                  </a:lnTo>
                  <a:lnTo>
                    <a:pt x="362218" y="541584"/>
                  </a:lnTo>
                  <a:lnTo>
                    <a:pt x="419100" y="544068"/>
                  </a:lnTo>
                  <a:lnTo>
                    <a:pt x="475981" y="541584"/>
                  </a:lnTo>
                  <a:lnTo>
                    <a:pt x="530533" y="534350"/>
                  </a:lnTo>
                  <a:lnTo>
                    <a:pt x="582257" y="522690"/>
                  </a:lnTo>
                  <a:lnTo>
                    <a:pt x="630653" y="506927"/>
                  </a:lnTo>
                  <a:lnTo>
                    <a:pt x="675224" y="487386"/>
                  </a:lnTo>
                  <a:lnTo>
                    <a:pt x="715470" y="464391"/>
                  </a:lnTo>
                  <a:lnTo>
                    <a:pt x="750893" y="438266"/>
                  </a:lnTo>
                  <a:lnTo>
                    <a:pt x="780993" y="409335"/>
                  </a:lnTo>
                  <a:lnTo>
                    <a:pt x="805273" y="377922"/>
                  </a:lnTo>
                  <a:lnTo>
                    <a:pt x="834375" y="308947"/>
                  </a:lnTo>
                  <a:lnTo>
                    <a:pt x="838200" y="272034"/>
                  </a:lnTo>
                  <a:lnTo>
                    <a:pt x="834375" y="235120"/>
                  </a:lnTo>
                  <a:lnTo>
                    <a:pt x="805273" y="166145"/>
                  </a:lnTo>
                  <a:lnTo>
                    <a:pt x="780993" y="134732"/>
                  </a:lnTo>
                  <a:lnTo>
                    <a:pt x="750893" y="105801"/>
                  </a:lnTo>
                  <a:lnTo>
                    <a:pt x="715470" y="79676"/>
                  </a:lnTo>
                  <a:lnTo>
                    <a:pt x="675224" y="56681"/>
                  </a:lnTo>
                  <a:lnTo>
                    <a:pt x="630653" y="37140"/>
                  </a:lnTo>
                  <a:lnTo>
                    <a:pt x="582257" y="21377"/>
                  </a:lnTo>
                  <a:lnTo>
                    <a:pt x="530533" y="9717"/>
                  </a:lnTo>
                  <a:lnTo>
                    <a:pt x="475981" y="2483"/>
                  </a:lnTo>
                  <a:lnTo>
                    <a:pt x="419100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7228331" y="4663440"/>
              <a:ext cx="838200" cy="544195"/>
            </a:xfrm>
            <a:custGeom>
              <a:avLst/>
              <a:gdLst/>
              <a:ahLst/>
              <a:cxnLst/>
              <a:rect l="l" t="t" r="r" b="b"/>
              <a:pathLst>
                <a:path w="838200" h="544195">
                  <a:moveTo>
                    <a:pt x="0" y="272034"/>
                  </a:moveTo>
                  <a:lnTo>
                    <a:pt x="14966" y="199716"/>
                  </a:lnTo>
                  <a:lnTo>
                    <a:pt x="57206" y="134732"/>
                  </a:lnTo>
                  <a:lnTo>
                    <a:pt x="87306" y="105801"/>
                  </a:lnTo>
                  <a:lnTo>
                    <a:pt x="122729" y="79676"/>
                  </a:lnTo>
                  <a:lnTo>
                    <a:pt x="162975" y="56681"/>
                  </a:lnTo>
                  <a:lnTo>
                    <a:pt x="207546" y="37140"/>
                  </a:lnTo>
                  <a:lnTo>
                    <a:pt x="255942" y="21377"/>
                  </a:lnTo>
                  <a:lnTo>
                    <a:pt x="307666" y="9717"/>
                  </a:lnTo>
                  <a:lnTo>
                    <a:pt x="362218" y="2483"/>
                  </a:lnTo>
                  <a:lnTo>
                    <a:pt x="419100" y="0"/>
                  </a:lnTo>
                  <a:lnTo>
                    <a:pt x="475981" y="2483"/>
                  </a:lnTo>
                  <a:lnTo>
                    <a:pt x="530533" y="9717"/>
                  </a:lnTo>
                  <a:lnTo>
                    <a:pt x="582257" y="21377"/>
                  </a:lnTo>
                  <a:lnTo>
                    <a:pt x="630653" y="37140"/>
                  </a:lnTo>
                  <a:lnTo>
                    <a:pt x="675224" y="56681"/>
                  </a:lnTo>
                  <a:lnTo>
                    <a:pt x="715470" y="79676"/>
                  </a:lnTo>
                  <a:lnTo>
                    <a:pt x="750893" y="105801"/>
                  </a:lnTo>
                  <a:lnTo>
                    <a:pt x="780993" y="134732"/>
                  </a:lnTo>
                  <a:lnTo>
                    <a:pt x="805273" y="166145"/>
                  </a:lnTo>
                  <a:lnTo>
                    <a:pt x="834375" y="235120"/>
                  </a:lnTo>
                  <a:lnTo>
                    <a:pt x="838200" y="272034"/>
                  </a:lnTo>
                  <a:lnTo>
                    <a:pt x="834375" y="308947"/>
                  </a:lnTo>
                  <a:lnTo>
                    <a:pt x="805273" y="377922"/>
                  </a:lnTo>
                  <a:lnTo>
                    <a:pt x="780993" y="409335"/>
                  </a:lnTo>
                  <a:lnTo>
                    <a:pt x="750893" y="438266"/>
                  </a:lnTo>
                  <a:lnTo>
                    <a:pt x="715470" y="464391"/>
                  </a:lnTo>
                  <a:lnTo>
                    <a:pt x="675224" y="487386"/>
                  </a:lnTo>
                  <a:lnTo>
                    <a:pt x="630653" y="506927"/>
                  </a:lnTo>
                  <a:lnTo>
                    <a:pt x="582257" y="522690"/>
                  </a:lnTo>
                  <a:lnTo>
                    <a:pt x="530533" y="534350"/>
                  </a:lnTo>
                  <a:lnTo>
                    <a:pt x="475981" y="541584"/>
                  </a:lnTo>
                  <a:lnTo>
                    <a:pt x="419100" y="544068"/>
                  </a:lnTo>
                  <a:lnTo>
                    <a:pt x="362218" y="541584"/>
                  </a:lnTo>
                  <a:lnTo>
                    <a:pt x="307666" y="534350"/>
                  </a:lnTo>
                  <a:lnTo>
                    <a:pt x="255942" y="522690"/>
                  </a:lnTo>
                  <a:lnTo>
                    <a:pt x="207546" y="506927"/>
                  </a:lnTo>
                  <a:lnTo>
                    <a:pt x="162975" y="487386"/>
                  </a:lnTo>
                  <a:lnTo>
                    <a:pt x="122729" y="464391"/>
                  </a:lnTo>
                  <a:lnTo>
                    <a:pt x="87306" y="438266"/>
                  </a:lnTo>
                  <a:lnTo>
                    <a:pt x="57206" y="409335"/>
                  </a:lnTo>
                  <a:lnTo>
                    <a:pt x="32926" y="377922"/>
                  </a:lnTo>
                  <a:lnTo>
                    <a:pt x="3824" y="308947"/>
                  </a:lnTo>
                  <a:lnTo>
                    <a:pt x="0" y="272034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5" name="object 55"/>
          <p:cNvSpPr txBox="1"/>
          <p:nvPr/>
        </p:nvSpPr>
        <p:spPr>
          <a:xfrm>
            <a:off x="7519543" y="4771085"/>
            <a:ext cx="25717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18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56" name="object 56"/>
          <p:cNvGrpSpPr/>
          <p:nvPr/>
        </p:nvGrpSpPr>
        <p:grpSpPr>
          <a:xfrm>
            <a:off x="8616442" y="3684778"/>
            <a:ext cx="1219835" cy="1686560"/>
            <a:chOff x="8616442" y="3684778"/>
            <a:chExt cx="1219835" cy="1686560"/>
          </a:xfrm>
        </p:grpSpPr>
        <p:sp>
          <p:nvSpPr>
            <p:cNvPr id="57" name="object 57"/>
            <p:cNvSpPr/>
            <p:nvPr/>
          </p:nvSpPr>
          <p:spPr>
            <a:xfrm>
              <a:off x="8990076" y="3691128"/>
              <a:ext cx="840105" cy="546100"/>
            </a:xfrm>
            <a:custGeom>
              <a:avLst/>
              <a:gdLst/>
              <a:ahLst/>
              <a:cxnLst/>
              <a:rect l="l" t="t" r="r" b="b"/>
              <a:pathLst>
                <a:path w="840104" h="546100">
                  <a:moveTo>
                    <a:pt x="419862" y="0"/>
                  </a:moveTo>
                  <a:lnTo>
                    <a:pt x="362885" y="2491"/>
                  </a:lnTo>
                  <a:lnTo>
                    <a:pt x="308239" y="9747"/>
                  </a:lnTo>
                  <a:lnTo>
                    <a:pt x="256424" y="21443"/>
                  </a:lnTo>
                  <a:lnTo>
                    <a:pt x="207941" y="37253"/>
                  </a:lnTo>
                  <a:lnTo>
                    <a:pt x="163288" y="56852"/>
                  </a:lnTo>
                  <a:lnTo>
                    <a:pt x="122967" y="79914"/>
                  </a:lnTo>
                  <a:lnTo>
                    <a:pt x="87477" y="106115"/>
                  </a:lnTo>
                  <a:lnTo>
                    <a:pt x="57319" y="135128"/>
                  </a:lnTo>
                  <a:lnTo>
                    <a:pt x="32992" y="166627"/>
                  </a:lnTo>
                  <a:lnTo>
                    <a:pt x="14996" y="200289"/>
                  </a:lnTo>
                  <a:lnTo>
                    <a:pt x="0" y="272796"/>
                  </a:lnTo>
                  <a:lnTo>
                    <a:pt x="3832" y="309804"/>
                  </a:lnTo>
                  <a:lnTo>
                    <a:pt x="32992" y="378964"/>
                  </a:lnTo>
                  <a:lnTo>
                    <a:pt x="57319" y="410463"/>
                  </a:lnTo>
                  <a:lnTo>
                    <a:pt x="87477" y="439476"/>
                  </a:lnTo>
                  <a:lnTo>
                    <a:pt x="122967" y="465677"/>
                  </a:lnTo>
                  <a:lnTo>
                    <a:pt x="163288" y="488739"/>
                  </a:lnTo>
                  <a:lnTo>
                    <a:pt x="207941" y="508338"/>
                  </a:lnTo>
                  <a:lnTo>
                    <a:pt x="256424" y="524148"/>
                  </a:lnTo>
                  <a:lnTo>
                    <a:pt x="308239" y="535844"/>
                  </a:lnTo>
                  <a:lnTo>
                    <a:pt x="362885" y="543100"/>
                  </a:lnTo>
                  <a:lnTo>
                    <a:pt x="419862" y="545592"/>
                  </a:lnTo>
                  <a:lnTo>
                    <a:pt x="476838" y="543100"/>
                  </a:lnTo>
                  <a:lnTo>
                    <a:pt x="531484" y="535844"/>
                  </a:lnTo>
                  <a:lnTo>
                    <a:pt x="583299" y="524148"/>
                  </a:lnTo>
                  <a:lnTo>
                    <a:pt x="631782" y="508338"/>
                  </a:lnTo>
                  <a:lnTo>
                    <a:pt x="676435" y="488739"/>
                  </a:lnTo>
                  <a:lnTo>
                    <a:pt x="716756" y="465677"/>
                  </a:lnTo>
                  <a:lnTo>
                    <a:pt x="752246" y="439476"/>
                  </a:lnTo>
                  <a:lnTo>
                    <a:pt x="782404" y="410464"/>
                  </a:lnTo>
                  <a:lnTo>
                    <a:pt x="806731" y="378964"/>
                  </a:lnTo>
                  <a:lnTo>
                    <a:pt x="824727" y="345302"/>
                  </a:lnTo>
                  <a:lnTo>
                    <a:pt x="839724" y="272796"/>
                  </a:lnTo>
                  <a:lnTo>
                    <a:pt x="835891" y="235787"/>
                  </a:lnTo>
                  <a:lnTo>
                    <a:pt x="806731" y="166627"/>
                  </a:lnTo>
                  <a:lnTo>
                    <a:pt x="782404" y="135128"/>
                  </a:lnTo>
                  <a:lnTo>
                    <a:pt x="752246" y="106115"/>
                  </a:lnTo>
                  <a:lnTo>
                    <a:pt x="716756" y="79914"/>
                  </a:lnTo>
                  <a:lnTo>
                    <a:pt x="676435" y="56852"/>
                  </a:lnTo>
                  <a:lnTo>
                    <a:pt x="631782" y="37253"/>
                  </a:lnTo>
                  <a:lnTo>
                    <a:pt x="583299" y="21443"/>
                  </a:lnTo>
                  <a:lnTo>
                    <a:pt x="531484" y="9747"/>
                  </a:lnTo>
                  <a:lnTo>
                    <a:pt x="476838" y="2491"/>
                  </a:lnTo>
                  <a:lnTo>
                    <a:pt x="419862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8990076" y="3691128"/>
              <a:ext cx="840105" cy="546100"/>
            </a:xfrm>
            <a:custGeom>
              <a:avLst/>
              <a:gdLst/>
              <a:ahLst/>
              <a:cxnLst/>
              <a:rect l="l" t="t" r="r" b="b"/>
              <a:pathLst>
                <a:path w="840104" h="546100">
                  <a:moveTo>
                    <a:pt x="0" y="272796"/>
                  </a:moveTo>
                  <a:lnTo>
                    <a:pt x="14996" y="200289"/>
                  </a:lnTo>
                  <a:lnTo>
                    <a:pt x="32992" y="166627"/>
                  </a:lnTo>
                  <a:lnTo>
                    <a:pt x="57319" y="135128"/>
                  </a:lnTo>
                  <a:lnTo>
                    <a:pt x="87477" y="106115"/>
                  </a:lnTo>
                  <a:lnTo>
                    <a:pt x="122967" y="79914"/>
                  </a:lnTo>
                  <a:lnTo>
                    <a:pt x="163288" y="56852"/>
                  </a:lnTo>
                  <a:lnTo>
                    <a:pt x="207941" y="37253"/>
                  </a:lnTo>
                  <a:lnTo>
                    <a:pt x="256424" y="21443"/>
                  </a:lnTo>
                  <a:lnTo>
                    <a:pt x="308239" y="9747"/>
                  </a:lnTo>
                  <a:lnTo>
                    <a:pt x="362885" y="2491"/>
                  </a:lnTo>
                  <a:lnTo>
                    <a:pt x="419862" y="0"/>
                  </a:lnTo>
                  <a:lnTo>
                    <a:pt x="476838" y="2491"/>
                  </a:lnTo>
                  <a:lnTo>
                    <a:pt x="531484" y="9747"/>
                  </a:lnTo>
                  <a:lnTo>
                    <a:pt x="583299" y="21443"/>
                  </a:lnTo>
                  <a:lnTo>
                    <a:pt x="631782" y="37253"/>
                  </a:lnTo>
                  <a:lnTo>
                    <a:pt x="676435" y="56852"/>
                  </a:lnTo>
                  <a:lnTo>
                    <a:pt x="716756" y="79914"/>
                  </a:lnTo>
                  <a:lnTo>
                    <a:pt x="752246" y="106115"/>
                  </a:lnTo>
                  <a:lnTo>
                    <a:pt x="782404" y="135128"/>
                  </a:lnTo>
                  <a:lnTo>
                    <a:pt x="806731" y="166627"/>
                  </a:lnTo>
                  <a:lnTo>
                    <a:pt x="824727" y="200289"/>
                  </a:lnTo>
                  <a:lnTo>
                    <a:pt x="839724" y="272796"/>
                  </a:lnTo>
                  <a:lnTo>
                    <a:pt x="835891" y="309804"/>
                  </a:lnTo>
                  <a:lnTo>
                    <a:pt x="806731" y="378964"/>
                  </a:lnTo>
                  <a:lnTo>
                    <a:pt x="782404" y="410464"/>
                  </a:lnTo>
                  <a:lnTo>
                    <a:pt x="752246" y="439476"/>
                  </a:lnTo>
                  <a:lnTo>
                    <a:pt x="716756" y="465677"/>
                  </a:lnTo>
                  <a:lnTo>
                    <a:pt x="676435" y="488739"/>
                  </a:lnTo>
                  <a:lnTo>
                    <a:pt x="631782" y="508338"/>
                  </a:lnTo>
                  <a:lnTo>
                    <a:pt x="583299" y="524148"/>
                  </a:lnTo>
                  <a:lnTo>
                    <a:pt x="531484" y="535844"/>
                  </a:lnTo>
                  <a:lnTo>
                    <a:pt x="476838" y="543100"/>
                  </a:lnTo>
                  <a:lnTo>
                    <a:pt x="419862" y="545592"/>
                  </a:lnTo>
                  <a:lnTo>
                    <a:pt x="362885" y="543100"/>
                  </a:lnTo>
                  <a:lnTo>
                    <a:pt x="308239" y="535844"/>
                  </a:lnTo>
                  <a:lnTo>
                    <a:pt x="256424" y="524148"/>
                  </a:lnTo>
                  <a:lnTo>
                    <a:pt x="207941" y="508338"/>
                  </a:lnTo>
                  <a:lnTo>
                    <a:pt x="163288" y="488739"/>
                  </a:lnTo>
                  <a:lnTo>
                    <a:pt x="122967" y="465677"/>
                  </a:lnTo>
                  <a:lnTo>
                    <a:pt x="87477" y="439476"/>
                  </a:lnTo>
                  <a:lnTo>
                    <a:pt x="57319" y="410463"/>
                  </a:lnTo>
                  <a:lnTo>
                    <a:pt x="32992" y="378964"/>
                  </a:lnTo>
                  <a:lnTo>
                    <a:pt x="14996" y="345302"/>
                  </a:lnTo>
                  <a:lnTo>
                    <a:pt x="0" y="272796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8622792" y="4820412"/>
              <a:ext cx="838200" cy="544195"/>
            </a:xfrm>
            <a:custGeom>
              <a:avLst/>
              <a:gdLst/>
              <a:ahLst/>
              <a:cxnLst/>
              <a:rect l="l" t="t" r="r" b="b"/>
              <a:pathLst>
                <a:path w="838200" h="544195">
                  <a:moveTo>
                    <a:pt x="419100" y="0"/>
                  </a:moveTo>
                  <a:lnTo>
                    <a:pt x="362218" y="2483"/>
                  </a:lnTo>
                  <a:lnTo>
                    <a:pt x="307666" y="9717"/>
                  </a:lnTo>
                  <a:lnTo>
                    <a:pt x="255942" y="21377"/>
                  </a:lnTo>
                  <a:lnTo>
                    <a:pt x="207546" y="37140"/>
                  </a:lnTo>
                  <a:lnTo>
                    <a:pt x="162975" y="56681"/>
                  </a:lnTo>
                  <a:lnTo>
                    <a:pt x="122729" y="79676"/>
                  </a:lnTo>
                  <a:lnTo>
                    <a:pt x="87306" y="105801"/>
                  </a:lnTo>
                  <a:lnTo>
                    <a:pt x="57206" y="134732"/>
                  </a:lnTo>
                  <a:lnTo>
                    <a:pt x="32926" y="166145"/>
                  </a:lnTo>
                  <a:lnTo>
                    <a:pt x="3824" y="235120"/>
                  </a:lnTo>
                  <a:lnTo>
                    <a:pt x="0" y="272033"/>
                  </a:lnTo>
                  <a:lnTo>
                    <a:pt x="3824" y="308947"/>
                  </a:lnTo>
                  <a:lnTo>
                    <a:pt x="32926" y="377922"/>
                  </a:lnTo>
                  <a:lnTo>
                    <a:pt x="57206" y="409335"/>
                  </a:lnTo>
                  <a:lnTo>
                    <a:pt x="87306" y="438266"/>
                  </a:lnTo>
                  <a:lnTo>
                    <a:pt x="122729" y="464391"/>
                  </a:lnTo>
                  <a:lnTo>
                    <a:pt x="162975" y="487386"/>
                  </a:lnTo>
                  <a:lnTo>
                    <a:pt x="207546" y="506927"/>
                  </a:lnTo>
                  <a:lnTo>
                    <a:pt x="255942" y="522690"/>
                  </a:lnTo>
                  <a:lnTo>
                    <a:pt x="307666" y="534350"/>
                  </a:lnTo>
                  <a:lnTo>
                    <a:pt x="362218" y="541584"/>
                  </a:lnTo>
                  <a:lnTo>
                    <a:pt x="419100" y="544068"/>
                  </a:lnTo>
                  <a:lnTo>
                    <a:pt x="475981" y="541584"/>
                  </a:lnTo>
                  <a:lnTo>
                    <a:pt x="530533" y="534350"/>
                  </a:lnTo>
                  <a:lnTo>
                    <a:pt x="582257" y="522690"/>
                  </a:lnTo>
                  <a:lnTo>
                    <a:pt x="630653" y="506927"/>
                  </a:lnTo>
                  <a:lnTo>
                    <a:pt x="675224" y="487386"/>
                  </a:lnTo>
                  <a:lnTo>
                    <a:pt x="715470" y="464391"/>
                  </a:lnTo>
                  <a:lnTo>
                    <a:pt x="750893" y="438266"/>
                  </a:lnTo>
                  <a:lnTo>
                    <a:pt x="780993" y="409335"/>
                  </a:lnTo>
                  <a:lnTo>
                    <a:pt x="805273" y="377922"/>
                  </a:lnTo>
                  <a:lnTo>
                    <a:pt x="834375" y="308947"/>
                  </a:lnTo>
                  <a:lnTo>
                    <a:pt x="838200" y="272033"/>
                  </a:lnTo>
                  <a:lnTo>
                    <a:pt x="834375" y="235120"/>
                  </a:lnTo>
                  <a:lnTo>
                    <a:pt x="805273" y="166145"/>
                  </a:lnTo>
                  <a:lnTo>
                    <a:pt x="780993" y="134732"/>
                  </a:lnTo>
                  <a:lnTo>
                    <a:pt x="750893" y="105801"/>
                  </a:lnTo>
                  <a:lnTo>
                    <a:pt x="715470" y="79676"/>
                  </a:lnTo>
                  <a:lnTo>
                    <a:pt x="675224" y="56681"/>
                  </a:lnTo>
                  <a:lnTo>
                    <a:pt x="630653" y="37140"/>
                  </a:lnTo>
                  <a:lnTo>
                    <a:pt x="582257" y="21377"/>
                  </a:lnTo>
                  <a:lnTo>
                    <a:pt x="530533" y="9717"/>
                  </a:lnTo>
                  <a:lnTo>
                    <a:pt x="475981" y="2483"/>
                  </a:lnTo>
                  <a:lnTo>
                    <a:pt x="419100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8622792" y="4820412"/>
              <a:ext cx="838200" cy="544195"/>
            </a:xfrm>
            <a:custGeom>
              <a:avLst/>
              <a:gdLst/>
              <a:ahLst/>
              <a:cxnLst/>
              <a:rect l="l" t="t" r="r" b="b"/>
              <a:pathLst>
                <a:path w="838200" h="544195">
                  <a:moveTo>
                    <a:pt x="0" y="272033"/>
                  </a:moveTo>
                  <a:lnTo>
                    <a:pt x="14966" y="199716"/>
                  </a:lnTo>
                  <a:lnTo>
                    <a:pt x="57206" y="134732"/>
                  </a:lnTo>
                  <a:lnTo>
                    <a:pt x="87306" y="105801"/>
                  </a:lnTo>
                  <a:lnTo>
                    <a:pt x="122729" y="79676"/>
                  </a:lnTo>
                  <a:lnTo>
                    <a:pt x="162975" y="56681"/>
                  </a:lnTo>
                  <a:lnTo>
                    <a:pt x="207546" y="37140"/>
                  </a:lnTo>
                  <a:lnTo>
                    <a:pt x="255942" y="21377"/>
                  </a:lnTo>
                  <a:lnTo>
                    <a:pt x="307666" y="9717"/>
                  </a:lnTo>
                  <a:lnTo>
                    <a:pt x="362218" y="2483"/>
                  </a:lnTo>
                  <a:lnTo>
                    <a:pt x="419100" y="0"/>
                  </a:lnTo>
                  <a:lnTo>
                    <a:pt x="475981" y="2483"/>
                  </a:lnTo>
                  <a:lnTo>
                    <a:pt x="530533" y="9717"/>
                  </a:lnTo>
                  <a:lnTo>
                    <a:pt x="582257" y="21377"/>
                  </a:lnTo>
                  <a:lnTo>
                    <a:pt x="630653" y="37140"/>
                  </a:lnTo>
                  <a:lnTo>
                    <a:pt x="675224" y="56681"/>
                  </a:lnTo>
                  <a:lnTo>
                    <a:pt x="715470" y="79676"/>
                  </a:lnTo>
                  <a:lnTo>
                    <a:pt x="750893" y="105801"/>
                  </a:lnTo>
                  <a:lnTo>
                    <a:pt x="780993" y="134732"/>
                  </a:lnTo>
                  <a:lnTo>
                    <a:pt x="805273" y="166145"/>
                  </a:lnTo>
                  <a:lnTo>
                    <a:pt x="834375" y="235120"/>
                  </a:lnTo>
                  <a:lnTo>
                    <a:pt x="838200" y="272033"/>
                  </a:lnTo>
                  <a:lnTo>
                    <a:pt x="834375" y="308947"/>
                  </a:lnTo>
                  <a:lnTo>
                    <a:pt x="805273" y="377922"/>
                  </a:lnTo>
                  <a:lnTo>
                    <a:pt x="780993" y="409335"/>
                  </a:lnTo>
                  <a:lnTo>
                    <a:pt x="750893" y="438266"/>
                  </a:lnTo>
                  <a:lnTo>
                    <a:pt x="715470" y="464391"/>
                  </a:lnTo>
                  <a:lnTo>
                    <a:pt x="675224" y="487386"/>
                  </a:lnTo>
                  <a:lnTo>
                    <a:pt x="630653" y="506927"/>
                  </a:lnTo>
                  <a:lnTo>
                    <a:pt x="582257" y="522690"/>
                  </a:lnTo>
                  <a:lnTo>
                    <a:pt x="530533" y="534350"/>
                  </a:lnTo>
                  <a:lnTo>
                    <a:pt x="475981" y="541584"/>
                  </a:lnTo>
                  <a:lnTo>
                    <a:pt x="419100" y="544068"/>
                  </a:lnTo>
                  <a:lnTo>
                    <a:pt x="362218" y="541584"/>
                  </a:lnTo>
                  <a:lnTo>
                    <a:pt x="307666" y="534350"/>
                  </a:lnTo>
                  <a:lnTo>
                    <a:pt x="255942" y="522690"/>
                  </a:lnTo>
                  <a:lnTo>
                    <a:pt x="207546" y="506927"/>
                  </a:lnTo>
                  <a:lnTo>
                    <a:pt x="162975" y="487386"/>
                  </a:lnTo>
                  <a:lnTo>
                    <a:pt x="122729" y="464391"/>
                  </a:lnTo>
                  <a:lnTo>
                    <a:pt x="87306" y="438266"/>
                  </a:lnTo>
                  <a:lnTo>
                    <a:pt x="57206" y="409335"/>
                  </a:lnTo>
                  <a:lnTo>
                    <a:pt x="32926" y="377922"/>
                  </a:lnTo>
                  <a:lnTo>
                    <a:pt x="3824" y="308947"/>
                  </a:lnTo>
                  <a:lnTo>
                    <a:pt x="0" y="272033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1" name="object 61"/>
          <p:cNvSpPr txBox="1"/>
          <p:nvPr/>
        </p:nvSpPr>
        <p:spPr>
          <a:xfrm>
            <a:off x="8914003" y="4928107"/>
            <a:ext cx="257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15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2" name="object 62"/>
          <p:cNvSpPr/>
          <p:nvPr/>
        </p:nvSpPr>
        <p:spPr>
          <a:xfrm>
            <a:off x="6717792" y="3209544"/>
            <a:ext cx="3129280" cy="1610360"/>
          </a:xfrm>
          <a:custGeom>
            <a:avLst/>
            <a:gdLst/>
            <a:ahLst/>
            <a:cxnLst/>
            <a:rect l="l" t="t" r="r" b="b"/>
            <a:pathLst>
              <a:path w="3129279" h="1610360">
                <a:moveTo>
                  <a:pt x="309879" y="986027"/>
                </a:moveTo>
                <a:lnTo>
                  <a:pt x="0" y="1385569"/>
                </a:lnTo>
              </a:path>
              <a:path w="3129279" h="1610360">
                <a:moveTo>
                  <a:pt x="3128899" y="0"/>
                </a:moveTo>
                <a:lnTo>
                  <a:pt x="2843783" y="519048"/>
                </a:lnTo>
              </a:path>
              <a:path w="3129279" h="1610360">
                <a:moveTo>
                  <a:pt x="2546223" y="998219"/>
                </a:moveTo>
                <a:lnTo>
                  <a:pt x="2324100" y="1610359"/>
                </a:lnTo>
              </a:path>
              <a:path w="3129279" h="1610360">
                <a:moveTo>
                  <a:pt x="646176" y="1027175"/>
                </a:moveTo>
                <a:lnTo>
                  <a:pt x="930148" y="1453514"/>
                </a:lnTo>
              </a:path>
            </a:pathLst>
          </a:custGeom>
          <a:ln w="76200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 txBox="1"/>
          <p:nvPr/>
        </p:nvSpPr>
        <p:spPr>
          <a:xfrm>
            <a:off x="6165850" y="4347717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7916926" y="4462398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7454010" y="2499740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9304146" y="4630292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9222740" y="3295776"/>
            <a:ext cx="316230" cy="803910"/>
          </a:xfrm>
          <a:prstGeom prst="rect">
            <a:avLst/>
          </a:prstGeom>
        </p:spPr>
        <p:txBody>
          <a:bodyPr vert="horz" wrap="square" lIns="0" tIns="1270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sz="1800" spc="-50" dirty="0"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  <a:p>
            <a:pPr marL="71755">
              <a:lnSpc>
                <a:spcPct val="100000"/>
              </a:lnSpc>
              <a:spcBef>
                <a:spcPts val="905"/>
              </a:spcBef>
            </a:pP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10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9825355" y="2307455"/>
            <a:ext cx="187960" cy="791845"/>
          </a:xfrm>
          <a:prstGeom prst="rect">
            <a:avLst/>
          </a:prstGeom>
        </p:spPr>
        <p:txBody>
          <a:bodyPr vert="horz" wrap="square" lIns="0" tIns="1212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5"/>
              </a:spcBef>
            </a:pPr>
            <a:r>
              <a:rPr sz="1800" spc="-50" dirty="0"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  <a:p>
            <a:pPr marL="58419">
              <a:lnSpc>
                <a:spcPct val="100000"/>
              </a:lnSpc>
              <a:spcBef>
                <a:spcPts val="855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8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6832854" y="3388614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8751189" y="1365377"/>
            <a:ext cx="198755" cy="782320"/>
          </a:xfrm>
          <a:prstGeom prst="rect">
            <a:avLst/>
          </a:prstGeom>
        </p:spPr>
        <p:txBody>
          <a:bodyPr vert="horz" wrap="square" lIns="0" tIns="1162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15"/>
              </a:spcBef>
            </a:pPr>
            <a:r>
              <a:rPr sz="1800" spc="-50" dirty="0">
                <a:latin typeface="Calibri"/>
                <a:cs typeface="Calibri"/>
              </a:rPr>
              <a:t>2</a:t>
            </a:r>
            <a:endParaRPr sz="1800">
              <a:latin typeface="Calibri"/>
              <a:cs typeface="Calibri"/>
            </a:endParaRPr>
          </a:p>
          <a:p>
            <a:pPr marL="69215">
              <a:lnSpc>
                <a:spcPct val="100000"/>
              </a:lnSpc>
              <a:spcBef>
                <a:spcPts val="819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2053844" y="5790691"/>
            <a:ext cx="819467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i="1" dirty="0">
                <a:latin typeface="Times New Roman"/>
                <a:cs typeface="Times New Roman"/>
              </a:rPr>
              <a:t>Compare</a:t>
            </a:r>
            <a:r>
              <a:rPr sz="2800" b="1" i="1" spc="-3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root</a:t>
            </a:r>
            <a:r>
              <a:rPr sz="2800" b="1" i="1" spc="-6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nodes</a:t>
            </a:r>
            <a:r>
              <a:rPr sz="2800" b="1" i="1" spc="-3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2</a:t>
            </a:r>
            <a:r>
              <a:rPr sz="2800" b="1" i="1" spc="-3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and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5,</a:t>
            </a:r>
            <a:r>
              <a:rPr sz="2800" b="1" i="1" spc="-3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as</a:t>
            </a:r>
            <a:r>
              <a:rPr sz="2800" b="1" i="1" spc="-3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2&lt;5</a:t>
            </a:r>
            <a:r>
              <a:rPr sz="2800" b="1" i="1" spc="-3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,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2</a:t>
            </a:r>
            <a:r>
              <a:rPr sz="2800" b="1" i="1" spc="-3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must</a:t>
            </a:r>
            <a:r>
              <a:rPr sz="2800" b="1" i="1" spc="-3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be</a:t>
            </a:r>
            <a:r>
              <a:rPr sz="2800" b="1" i="1" spc="-3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the</a:t>
            </a:r>
            <a:r>
              <a:rPr sz="2800" b="1" i="1" spc="-35" dirty="0">
                <a:latin typeface="Times New Roman"/>
                <a:cs typeface="Times New Roman"/>
              </a:rPr>
              <a:t> </a:t>
            </a:r>
            <a:r>
              <a:rPr sz="2800" b="1" i="1" spc="-20" dirty="0">
                <a:latin typeface="Times New Roman"/>
                <a:cs typeface="Times New Roman"/>
              </a:rPr>
              <a:t>root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4248"/>
            <a:ext cx="7363459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000000"/>
                </a:solidFill>
              </a:rPr>
              <a:t>Min-</a:t>
            </a:r>
            <a:r>
              <a:rPr spc="-1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Height</a:t>
            </a:r>
            <a:r>
              <a:rPr spc="-2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Biased</a:t>
            </a:r>
            <a:r>
              <a:rPr spc="-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Leftist</a:t>
            </a:r>
            <a:r>
              <a:rPr spc="-30" dirty="0">
                <a:solidFill>
                  <a:srgbClr val="000000"/>
                </a:solidFill>
              </a:rPr>
              <a:t> </a:t>
            </a:r>
            <a:r>
              <a:rPr spc="-20" dirty="0">
                <a:solidFill>
                  <a:srgbClr val="000000"/>
                </a:solidFill>
              </a:rPr>
              <a:t>Tree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4273" y="1782826"/>
            <a:ext cx="6145276" cy="441248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672588" y="1896236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281296" y="5790920"/>
            <a:ext cx="257175" cy="254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15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688329" y="5809741"/>
            <a:ext cx="25717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80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24813" y="3908552"/>
            <a:ext cx="257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11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34085" y="4911344"/>
            <a:ext cx="257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13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03857" y="2789301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7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175505" y="2653665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107563" y="3615385"/>
            <a:ext cx="1416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9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512567" y="4547742"/>
            <a:ext cx="2578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12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98093" y="3796741"/>
            <a:ext cx="1416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52271" y="4666233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023609" y="3996512"/>
            <a:ext cx="297180" cy="856615"/>
          </a:xfrm>
          <a:prstGeom prst="rect">
            <a:avLst/>
          </a:prstGeom>
        </p:spPr>
        <p:txBody>
          <a:bodyPr vert="horz" wrap="square" lIns="0" tIns="1536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10"/>
              </a:spcBef>
            </a:pPr>
            <a:r>
              <a:rPr sz="1800" spc="-50" dirty="0"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  <a:p>
            <a:pPr marL="52069">
              <a:lnSpc>
                <a:spcPct val="100000"/>
              </a:lnSpc>
              <a:spcBef>
                <a:spcPts val="1110"/>
              </a:spcBef>
            </a:pP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50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024117" y="5381345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586230" y="2479294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641473" y="1439036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820036" y="5492292"/>
            <a:ext cx="25717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20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886836" y="5577636"/>
            <a:ext cx="257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18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533271" y="5153355"/>
            <a:ext cx="1416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284346" y="5268595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821685" y="3305683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671440" y="5436209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590034" y="4101067"/>
            <a:ext cx="316230" cy="804545"/>
          </a:xfrm>
          <a:prstGeom prst="rect">
            <a:avLst/>
          </a:prstGeom>
        </p:spPr>
        <p:txBody>
          <a:bodyPr vert="horz" wrap="square" lIns="0" tIns="127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5"/>
              </a:spcBef>
            </a:pPr>
            <a:r>
              <a:rPr sz="1800" spc="-50" dirty="0"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  <a:p>
            <a:pPr marL="71755">
              <a:lnSpc>
                <a:spcPct val="100000"/>
              </a:lnSpc>
              <a:spcBef>
                <a:spcPts val="905"/>
              </a:spcBef>
            </a:pP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10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192648" y="3103371"/>
            <a:ext cx="194945" cy="812800"/>
          </a:xfrm>
          <a:prstGeom prst="rect">
            <a:avLst/>
          </a:prstGeom>
        </p:spPr>
        <p:txBody>
          <a:bodyPr vert="horz" wrap="square" lIns="0" tIns="131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35"/>
              </a:spcBef>
            </a:pPr>
            <a:r>
              <a:rPr sz="1800" spc="-50" dirty="0">
                <a:latin typeface="Calibri"/>
                <a:cs typeface="Calibri"/>
              </a:rPr>
              <a:t>2</a:t>
            </a:r>
            <a:endParaRPr sz="1800">
              <a:latin typeface="Calibri"/>
              <a:cs typeface="Calibri"/>
            </a:endParaRPr>
          </a:p>
          <a:p>
            <a:pPr marL="65405">
              <a:lnSpc>
                <a:spcPct val="100000"/>
              </a:lnSpc>
              <a:spcBef>
                <a:spcPts val="940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8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200148" y="4194809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118609" y="2275078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019925" y="1820621"/>
            <a:ext cx="5090795" cy="19780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3200" b="1" i="1" dirty="0">
                <a:latin typeface="Times New Roman"/>
                <a:cs typeface="Times New Roman"/>
              </a:rPr>
              <a:t>After</a:t>
            </a:r>
            <a:r>
              <a:rPr sz="3200" b="1" i="1" spc="10" dirty="0">
                <a:latin typeface="Times New Roman"/>
                <a:cs typeface="Times New Roman"/>
              </a:rPr>
              <a:t> </a:t>
            </a:r>
            <a:r>
              <a:rPr sz="3200" b="1" i="1" dirty="0">
                <a:latin typeface="Times New Roman"/>
                <a:cs typeface="Times New Roman"/>
              </a:rPr>
              <a:t>adding</a:t>
            </a:r>
            <a:r>
              <a:rPr sz="3200" b="1" i="1" spc="-30" dirty="0">
                <a:latin typeface="Times New Roman"/>
                <a:cs typeface="Times New Roman"/>
              </a:rPr>
              <a:t> </a:t>
            </a:r>
            <a:r>
              <a:rPr sz="3200" b="1" i="1" dirty="0">
                <a:latin typeface="Times New Roman"/>
                <a:cs typeface="Times New Roman"/>
              </a:rPr>
              <a:t>,</a:t>
            </a:r>
            <a:r>
              <a:rPr sz="3200" b="1" i="1" spc="5" dirty="0">
                <a:latin typeface="Times New Roman"/>
                <a:cs typeface="Times New Roman"/>
              </a:rPr>
              <a:t> </a:t>
            </a:r>
            <a:r>
              <a:rPr sz="3200" b="1" i="1" dirty="0">
                <a:latin typeface="Times New Roman"/>
                <a:cs typeface="Times New Roman"/>
              </a:rPr>
              <a:t>it can</a:t>
            </a:r>
            <a:r>
              <a:rPr sz="3200" b="1" i="1" spc="-10" dirty="0">
                <a:latin typeface="Times New Roman"/>
                <a:cs typeface="Times New Roman"/>
              </a:rPr>
              <a:t> </a:t>
            </a:r>
            <a:r>
              <a:rPr sz="3200" b="1" i="1" spc="-25" dirty="0">
                <a:latin typeface="Times New Roman"/>
                <a:cs typeface="Times New Roman"/>
              </a:rPr>
              <a:t>be </a:t>
            </a:r>
            <a:r>
              <a:rPr sz="3200" b="1" i="1" dirty="0">
                <a:latin typeface="Times New Roman"/>
                <a:cs typeface="Times New Roman"/>
              </a:rPr>
              <a:t>observed</a:t>
            </a:r>
            <a:r>
              <a:rPr sz="3200" b="1" i="1" spc="-50" dirty="0">
                <a:latin typeface="Times New Roman"/>
                <a:cs typeface="Times New Roman"/>
              </a:rPr>
              <a:t> </a:t>
            </a:r>
            <a:r>
              <a:rPr sz="3200" b="1" i="1" dirty="0">
                <a:latin typeface="Times New Roman"/>
                <a:cs typeface="Times New Roman"/>
              </a:rPr>
              <a:t>that</a:t>
            </a:r>
            <a:r>
              <a:rPr sz="3200" b="1" i="1" spc="-25" dirty="0">
                <a:latin typeface="Times New Roman"/>
                <a:cs typeface="Times New Roman"/>
              </a:rPr>
              <a:t> </a:t>
            </a:r>
            <a:r>
              <a:rPr sz="3200" b="1" i="1" dirty="0">
                <a:latin typeface="Times New Roman"/>
                <a:cs typeface="Times New Roman"/>
              </a:rPr>
              <a:t>result</a:t>
            </a:r>
            <a:r>
              <a:rPr sz="3200" b="1" i="1" spc="-25" dirty="0">
                <a:latin typeface="Times New Roman"/>
                <a:cs typeface="Times New Roman"/>
              </a:rPr>
              <a:t> </a:t>
            </a:r>
            <a:r>
              <a:rPr sz="3200" b="1" i="1" dirty="0">
                <a:latin typeface="Times New Roman"/>
                <a:cs typeface="Times New Roman"/>
              </a:rPr>
              <a:t>is</a:t>
            </a:r>
            <a:r>
              <a:rPr sz="3200" b="1" i="1" spc="-30" dirty="0">
                <a:latin typeface="Times New Roman"/>
                <a:cs typeface="Times New Roman"/>
              </a:rPr>
              <a:t> </a:t>
            </a:r>
            <a:r>
              <a:rPr sz="3200" b="1" i="1" spc="-25" dirty="0">
                <a:latin typeface="Times New Roman"/>
                <a:cs typeface="Times New Roman"/>
              </a:rPr>
              <a:t>not </a:t>
            </a:r>
            <a:r>
              <a:rPr sz="3200" b="1" i="1" dirty="0">
                <a:latin typeface="Times New Roman"/>
                <a:cs typeface="Times New Roman"/>
              </a:rPr>
              <a:t>leftist</a:t>
            </a:r>
            <a:r>
              <a:rPr sz="3200" b="1" i="1" spc="-15" dirty="0">
                <a:latin typeface="Times New Roman"/>
                <a:cs typeface="Times New Roman"/>
              </a:rPr>
              <a:t> </a:t>
            </a:r>
            <a:r>
              <a:rPr sz="3200" b="1" i="1" dirty="0">
                <a:latin typeface="Times New Roman"/>
                <a:cs typeface="Times New Roman"/>
              </a:rPr>
              <a:t>tree,</a:t>
            </a:r>
            <a:r>
              <a:rPr sz="3200" b="1" i="1" spc="-5" dirty="0">
                <a:latin typeface="Times New Roman"/>
                <a:cs typeface="Times New Roman"/>
              </a:rPr>
              <a:t> </a:t>
            </a:r>
            <a:r>
              <a:rPr sz="3200" b="1" i="1" dirty="0">
                <a:latin typeface="Times New Roman"/>
                <a:cs typeface="Times New Roman"/>
              </a:rPr>
              <a:t>for</a:t>
            </a:r>
            <a:r>
              <a:rPr sz="3200" b="1" i="1" spc="-10" dirty="0">
                <a:latin typeface="Times New Roman"/>
                <a:cs typeface="Times New Roman"/>
              </a:rPr>
              <a:t> </a:t>
            </a:r>
            <a:r>
              <a:rPr sz="3200" b="1" i="1" dirty="0">
                <a:latin typeface="Times New Roman"/>
                <a:cs typeface="Times New Roman"/>
              </a:rPr>
              <a:t>node</a:t>
            </a:r>
            <a:r>
              <a:rPr sz="3200" b="1" i="1" spc="-20" dirty="0">
                <a:latin typeface="Times New Roman"/>
                <a:cs typeface="Times New Roman"/>
              </a:rPr>
              <a:t> </a:t>
            </a:r>
            <a:r>
              <a:rPr sz="3200" b="1" i="1" spc="-25" dirty="0">
                <a:latin typeface="Times New Roman"/>
                <a:cs typeface="Times New Roman"/>
              </a:rPr>
              <a:t>5, </a:t>
            </a:r>
            <a:r>
              <a:rPr sz="3200" b="1" i="1" spc="-10" dirty="0">
                <a:latin typeface="Times New Roman"/>
                <a:cs typeface="Times New Roman"/>
              </a:rPr>
              <a:t>leftchild(s(5))&lt;rightchild(s(5))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019925" y="3772280"/>
            <a:ext cx="4695825" cy="1002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200" b="1" i="1" dirty="0">
                <a:latin typeface="Times New Roman"/>
                <a:cs typeface="Times New Roman"/>
              </a:rPr>
              <a:t>Swap</a:t>
            </a:r>
            <a:r>
              <a:rPr sz="3200" b="1" i="1" spc="-20" dirty="0">
                <a:latin typeface="Times New Roman"/>
                <a:cs typeface="Times New Roman"/>
              </a:rPr>
              <a:t> </a:t>
            </a:r>
            <a:r>
              <a:rPr sz="3200" b="1" i="1" dirty="0">
                <a:latin typeface="Times New Roman"/>
                <a:cs typeface="Times New Roman"/>
              </a:rPr>
              <a:t>left</a:t>
            </a:r>
            <a:r>
              <a:rPr sz="3200" b="1" i="1" spc="-5" dirty="0">
                <a:latin typeface="Times New Roman"/>
                <a:cs typeface="Times New Roman"/>
              </a:rPr>
              <a:t> </a:t>
            </a:r>
            <a:r>
              <a:rPr sz="3200" b="1" i="1" dirty="0">
                <a:latin typeface="Times New Roman"/>
                <a:cs typeface="Times New Roman"/>
              </a:rPr>
              <a:t>tree and</a:t>
            </a:r>
            <a:r>
              <a:rPr sz="3200" b="1" i="1" spc="-20" dirty="0">
                <a:latin typeface="Times New Roman"/>
                <a:cs typeface="Times New Roman"/>
              </a:rPr>
              <a:t> </a:t>
            </a:r>
            <a:r>
              <a:rPr sz="3200" b="1" i="1" dirty="0">
                <a:latin typeface="Times New Roman"/>
                <a:cs typeface="Times New Roman"/>
              </a:rPr>
              <a:t>right</a:t>
            </a:r>
            <a:r>
              <a:rPr sz="3200" b="1" i="1" spc="-15" dirty="0">
                <a:latin typeface="Times New Roman"/>
                <a:cs typeface="Times New Roman"/>
              </a:rPr>
              <a:t> </a:t>
            </a:r>
            <a:r>
              <a:rPr sz="3200" b="1" i="1" spc="-20" dirty="0">
                <a:latin typeface="Times New Roman"/>
                <a:cs typeface="Times New Roman"/>
              </a:rPr>
              <a:t>tree </a:t>
            </a:r>
            <a:r>
              <a:rPr sz="3200" b="1" i="1" dirty="0">
                <a:latin typeface="Times New Roman"/>
                <a:cs typeface="Times New Roman"/>
              </a:rPr>
              <a:t>of</a:t>
            </a:r>
            <a:r>
              <a:rPr sz="3200" b="1" i="1" spc="-10" dirty="0">
                <a:latin typeface="Times New Roman"/>
                <a:cs typeface="Times New Roman"/>
              </a:rPr>
              <a:t> </a:t>
            </a:r>
            <a:r>
              <a:rPr sz="3200" b="1" i="1" dirty="0">
                <a:latin typeface="Times New Roman"/>
                <a:cs typeface="Times New Roman"/>
              </a:rPr>
              <a:t>node</a:t>
            </a:r>
            <a:r>
              <a:rPr sz="3200" b="1" i="1" spc="-25" dirty="0">
                <a:latin typeface="Times New Roman"/>
                <a:cs typeface="Times New Roman"/>
              </a:rPr>
              <a:t> </a:t>
            </a:r>
            <a:r>
              <a:rPr sz="3200" b="1" i="1" spc="-50" dirty="0">
                <a:latin typeface="Times New Roman"/>
                <a:cs typeface="Times New Roman"/>
              </a:rPr>
              <a:t>5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4248"/>
            <a:ext cx="7363459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000000"/>
                </a:solidFill>
              </a:rPr>
              <a:t>Min-</a:t>
            </a:r>
            <a:r>
              <a:rPr spc="-1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Height</a:t>
            </a:r>
            <a:r>
              <a:rPr spc="-2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Biased</a:t>
            </a:r>
            <a:r>
              <a:rPr spc="-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Leftist</a:t>
            </a:r>
            <a:r>
              <a:rPr spc="-30" dirty="0">
                <a:solidFill>
                  <a:srgbClr val="000000"/>
                </a:solidFill>
              </a:rPr>
              <a:t> </a:t>
            </a:r>
            <a:r>
              <a:rPr spc="-20" dirty="0">
                <a:solidFill>
                  <a:srgbClr val="000000"/>
                </a:solidFill>
              </a:rPr>
              <a:t>Tree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4273" y="1782826"/>
            <a:ext cx="5742940" cy="440182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672588" y="1896236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602985" y="5663438"/>
            <a:ext cx="25717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18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469384" y="5699099"/>
            <a:ext cx="25717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20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179066" y="5781090"/>
            <a:ext cx="25717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15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586098" y="5799150"/>
            <a:ext cx="257175" cy="254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80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24813" y="3908552"/>
            <a:ext cx="257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11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34085" y="4911344"/>
            <a:ext cx="257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13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03857" y="2789301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7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175505" y="2653665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518530" y="3614166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9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143757" y="3605225"/>
            <a:ext cx="1416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8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98093" y="3796741"/>
            <a:ext cx="1416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52271" y="4666233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921378" y="3987038"/>
            <a:ext cx="297815" cy="855980"/>
          </a:xfrm>
          <a:prstGeom prst="rect">
            <a:avLst/>
          </a:prstGeom>
        </p:spPr>
        <p:txBody>
          <a:bodyPr vert="horz" wrap="square" lIns="0" tIns="1530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5"/>
              </a:spcBef>
            </a:pPr>
            <a:r>
              <a:rPr sz="1800" spc="-50" dirty="0"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  <a:p>
            <a:pPr marL="52705">
              <a:lnSpc>
                <a:spcPct val="100000"/>
              </a:lnSpc>
              <a:spcBef>
                <a:spcPts val="1110"/>
              </a:spcBef>
            </a:pP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50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922014" y="5371287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586230" y="2479294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641473" y="1439036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546985" y="4595241"/>
            <a:ext cx="257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10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540378" y="5222494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291454" y="5337175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828794" y="3373958"/>
            <a:ext cx="1416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540000" y="5352694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488183" y="4206367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170682" y="3142234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804664" y="4144009"/>
            <a:ext cx="346710" cy="807720"/>
          </a:xfrm>
          <a:prstGeom prst="rect">
            <a:avLst/>
          </a:prstGeom>
        </p:spPr>
        <p:txBody>
          <a:bodyPr vert="horz" wrap="square" lIns="0" tIns="12953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19"/>
              </a:spcBef>
            </a:pPr>
            <a:r>
              <a:rPr sz="1800" spc="-50" dirty="0">
                <a:latin typeface="Calibri"/>
                <a:cs typeface="Calibri"/>
              </a:rPr>
              <a:t>2</a:t>
            </a:r>
            <a:endParaRPr sz="1800">
              <a:latin typeface="Calibri"/>
              <a:cs typeface="Calibri"/>
            </a:endParaRPr>
          </a:p>
          <a:p>
            <a:pPr marL="101600">
              <a:lnSpc>
                <a:spcPct val="100000"/>
              </a:lnSpc>
              <a:spcBef>
                <a:spcPts val="919"/>
              </a:spcBef>
            </a:pP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12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118609" y="2275078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019925" y="1820621"/>
            <a:ext cx="5091430" cy="14903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93980">
              <a:lnSpc>
                <a:spcPct val="100000"/>
              </a:lnSpc>
              <a:spcBef>
                <a:spcPts val="105"/>
              </a:spcBef>
            </a:pPr>
            <a:r>
              <a:rPr sz="3200" b="1" i="1" dirty="0">
                <a:latin typeface="Times New Roman"/>
                <a:cs typeface="Times New Roman"/>
              </a:rPr>
              <a:t>Still</a:t>
            </a:r>
            <a:r>
              <a:rPr sz="3200" b="1" i="1" spc="-15" dirty="0">
                <a:latin typeface="Times New Roman"/>
                <a:cs typeface="Times New Roman"/>
              </a:rPr>
              <a:t> </a:t>
            </a:r>
            <a:r>
              <a:rPr sz="3200" b="1" i="1" dirty="0">
                <a:latin typeface="Times New Roman"/>
                <a:cs typeface="Times New Roman"/>
              </a:rPr>
              <a:t>it needs</a:t>
            </a:r>
            <a:r>
              <a:rPr sz="3200" b="1" i="1" spc="5" dirty="0">
                <a:latin typeface="Times New Roman"/>
                <a:cs typeface="Times New Roman"/>
              </a:rPr>
              <a:t> </a:t>
            </a:r>
            <a:r>
              <a:rPr sz="3200" b="1" i="1" dirty="0">
                <a:latin typeface="Times New Roman"/>
                <a:cs typeface="Times New Roman"/>
              </a:rPr>
              <a:t>swap</a:t>
            </a:r>
            <a:r>
              <a:rPr sz="3200" b="1" i="1" spc="-15" dirty="0">
                <a:latin typeface="Times New Roman"/>
                <a:cs typeface="Times New Roman"/>
              </a:rPr>
              <a:t> </a:t>
            </a:r>
            <a:r>
              <a:rPr sz="3200" b="1" i="1" dirty="0">
                <a:latin typeface="Times New Roman"/>
                <a:cs typeface="Times New Roman"/>
              </a:rPr>
              <a:t>as</a:t>
            </a:r>
            <a:r>
              <a:rPr sz="3200" b="1" i="1" spc="5" dirty="0">
                <a:latin typeface="Times New Roman"/>
                <a:cs typeface="Times New Roman"/>
              </a:rPr>
              <a:t> </a:t>
            </a:r>
            <a:r>
              <a:rPr sz="3200" b="1" i="1" dirty="0">
                <a:latin typeface="Times New Roman"/>
                <a:cs typeface="Times New Roman"/>
              </a:rPr>
              <a:t>for</a:t>
            </a:r>
            <a:r>
              <a:rPr sz="3200" b="1" i="1" spc="5" dirty="0">
                <a:latin typeface="Times New Roman"/>
                <a:cs typeface="Times New Roman"/>
              </a:rPr>
              <a:t> </a:t>
            </a:r>
            <a:r>
              <a:rPr sz="3200" b="1" i="1" spc="-20" dirty="0">
                <a:latin typeface="Times New Roman"/>
                <a:cs typeface="Times New Roman"/>
              </a:rPr>
              <a:t>node </a:t>
            </a:r>
            <a:r>
              <a:rPr sz="3200" b="1" i="1" spc="-25" dirty="0">
                <a:latin typeface="Times New Roman"/>
                <a:cs typeface="Times New Roman"/>
              </a:rPr>
              <a:t>2,</a:t>
            </a: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3200" b="1" i="1" spc="-10" dirty="0">
                <a:latin typeface="Times New Roman"/>
                <a:cs typeface="Times New Roman"/>
              </a:rPr>
              <a:t>leftchild(s(2))&lt;rightchild(s(2))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019925" y="3284601"/>
            <a:ext cx="4695825" cy="100139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3200" b="1" i="1" dirty="0">
                <a:latin typeface="Times New Roman"/>
                <a:cs typeface="Times New Roman"/>
              </a:rPr>
              <a:t>Swap</a:t>
            </a:r>
            <a:r>
              <a:rPr sz="3200" b="1" i="1" spc="-20" dirty="0">
                <a:latin typeface="Times New Roman"/>
                <a:cs typeface="Times New Roman"/>
              </a:rPr>
              <a:t> </a:t>
            </a:r>
            <a:r>
              <a:rPr sz="3200" b="1" i="1" dirty="0">
                <a:latin typeface="Times New Roman"/>
                <a:cs typeface="Times New Roman"/>
              </a:rPr>
              <a:t>left</a:t>
            </a:r>
            <a:r>
              <a:rPr sz="3200" b="1" i="1" spc="-5" dirty="0">
                <a:latin typeface="Times New Roman"/>
                <a:cs typeface="Times New Roman"/>
              </a:rPr>
              <a:t> </a:t>
            </a:r>
            <a:r>
              <a:rPr sz="3200" b="1" i="1" dirty="0">
                <a:latin typeface="Times New Roman"/>
                <a:cs typeface="Times New Roman"/>
              </a:rPr>
              <a:t>tree and</a:t>
            </a:r>
            <a:r>
              <a:rPr sz="3200" b="1" i="1" spc="-20" dirty="0">
                <a:latin typeface="Times New Roman"/>
                <a:cs typeface="Times New Roman"/>
              </a:rPr>
              <a:t> </a:t>
            </a:r>
            <a:r>
              <a:rPr sz="3200" b="1" i="1" dirty="0">
                <a:latin typeface="Times New Roman"/>
                <a:cs typeface="Times New Roman"/>
              </a:rPr>
              <a:t>right</a:t>
            </a:r>
            <a:r>
              <a:rPr sz="3200" b="1" i="1" spc="-15" dirty="0">
                <a:latin typeface="Times New Roman"/>
                <a:cs typeface="Times New Roman"/>
              </a:rPr>
              <a:t> </a:t>
            </a:r>
            <a:r>
              <a:rPr sz="3200" b="1" i="1" spc="-20" dirty="0">
                <a:latin typeface="Times New Roman"/>
                <a:cs typeface="Times New Roman"/>
              </a:rPr>
              <a:t>tree </a:t>
            </a:r>
            <a:r>
              <a:rPr sz="3200" b="1" i="1" dirty="0">
                <a:latin typeface="Times New Roman"/>
                <a:cs typeface="Times New Roman"/>
              </a:rPr>
              <a:t>of node</a:t>
            </a:r>
            <a:r>
              <a:rPr sz="3200" b="1" i="1" spc="-15" dirty="0">
                <a:latin typeface="Times New Roman"/>
                <a:cs typeface="Times New Roman"/>
              </a:rPr>
              <a:t> </a:t>
            </a:r>
            <a:r>
              <a:rPr sz="3200" b="1" i="1" spc="-60" dirty="0">
                <a:latin typeface="Times New Roman"/>
                <a:cs typeface="Times New Roman"/>
              </a:rPr>
              <a:t>2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4248"/>
            <a:ext cx="7363459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000000"/>
                </a:solidFill>
              </a:rPr>
              <a:t>Min-</a:t>
            </a:r>
            <a:r>
              <a:rPr spc="-1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Height</a:t>
            </a:r>
            <a:r>
              <a:rPr spc="-2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Biased</a:t>
            </a:r>
            <a:r>
              <a:rPr spc="-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Leftist</a:t>
            </a:r>
            <a:r>
              <a:rPr spc="-30" dirty="0">
                <a:solidFill>
                  <a:srgbClr val="000000"/>
                </a:solidFill>
              </a:rPr>
              <a:t> </a:t>
            </a:r>
            <a:r>
              <a:rPr spc="-20" dirty="0">
                <a:solidFill>
                  <a:srgbClr val="000000"/>
                </a:solidFill>
              </a:rPr>
              <a:t>Tree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64894" y="1791970"/>
            <a:ext cx="6448552" cy="451916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613019" y="1906904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879717" y="4320285"/>
            <a:ext cx="257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11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389370" y="5323078"/>
            <a:ext cx="257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13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268471" y="5869025"/>
            <a:ext cx="257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80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659116" y="3201161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7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858005" y="2779852"/>
            <a:ext cx="1416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200903" y="3740911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9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825876" y="3732403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8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452996" y="4209033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807454" y="5078095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603752" y="4113657"/>
            <a:ext cx="297180" cy="855980"/>
          </a:xfrm>
          <a:prstGeom prst="rect">
            <a:avLst/>
          </a:prstGeom>
        </p:spPr>
        <p:txBody>
          <a:bodyPr vert="horz" wrap="square" lIns="0" tIns="1536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10"/>
              </a:spcBef>
            </a:pPr>
            <a:r>
              <a:rPr sz="1800" spc="-50" dirty="0"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  <a:p>
            <a:pPr marL="52069">
              <a:lnSpc>
                <a:spcPct val="100000"/>
              </a:lnSpc>
              <a:spcBef>
                <a:spcPts val="1105"/>
              </a:spcBef>
            </a:pP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50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604005" y="5497474"/>
            <a:ext cx="1416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808721" y="2742057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811270" y="2324227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151757" y="5768746"/>
            <a:ext cx="257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20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284978" y="5733084"/>
            <a:ext cx="257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18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861566" y="5850737"/>
            <a:ext cx="257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15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222751" y="5349341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973828" y="5463946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510785" y="3501008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222119" y="5479491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170302" y="4218432"/>
            <a:ext cx="316230" cy="803910"/>
          </a:xfrm>
          <a:prstGeom prst="rect">
            <a:avLst/>
          </a:prstGeom>
        </p:spPr>
        <p:txBody>
          <a:bodyPr vert="horz" wrap="square" lIns="0" tIns="1270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sz="1800" spc="-50" dirty="0"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  <a:p>
            <a:pPr marL="71755">
              <a:lnSpc>
                <a:spcPct val="100000"/>
              </a:lnSpc>
              <a:spcBef>
                <a:spcPts val="905"/>
              </a:spcBef>
            </a:pP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10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853054" y="3268421"/>
            <a:ext cx="1416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486783" y="4271010"/>
            <a:ext cx="346710" cy="807720"/>
          </a:xfrm>
          <a:prstGeom prst="rect">
            <a:avLst/>
          </a:prstGeom>
        </p:spPr>
        <p:txBody>
          <a:bodyPr vert="horz" wrap="square" lIns="0" tIns="128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15"/>
              </a:spcBef>
            </a:pPr>
            <a:r>
              <a:rPr sz="1800" spc="-50" dirty="0">
                <a:latin typeface="Calibri"/>
                <a:cs typeface="Calibri"/>
              </a:rPr>
              <a:t>2</a:t>
            </a:r>
            <a:endParaRPr sz="1800">
              <a:latin typeface="Calibri"/>
              <a:cs typeface="Calibri"/>
            </a:endParaRPr>
          </a:p>
          <a:p>
            <a:pPr marL="101600">
              <a:lnSpc>
                <a:spcPct val="100000"/>
              </a:lnSpc>
              <a:spcBef>
                <a:spcPts val="919"/>
              </a:spcBef>
            </a:pP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12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763005" y="2469896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2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121996"/>
            <a:ext cx="554355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35" dirty="0">
                <a:solidFill>
                  <a:srgbClr val="000000"/>
                </a:solidFill>
              </a:rPr>
              <a:t>Weight</a:t>
            </a:r>
            <a:r>
              <a:rPr sz="4000" spc="-130" dirty="0">
                <a:solidFill>
                  <a:srgbClr val="000000"/>
                </a:solidFill>
              </a:rPr>
              <a:t> </a:t>
            </a:r>
            <a:r>
              <a:rPr sz="4000" dirty="0">
                <a:solidFill>
                  <a:srgbClr val="000000"/>
                </a:solidFill>
              </a:rPr>
              <a:t>Biased</a:t>
            </a:r>
            <a:r>
              <a:rPr sz="4000" spc="-130" dirty="0">
                <a:solidFill>
                  <a:srgbClr val="000000"/>
                </a:solidFill>
              </a:rPr>
              <a:t> </a:t>
            </a:r>
            <a:r>
              <a:rPr sz="4000" dirty="0">
                <a:solidFill>
                  <a:srgbClr val="000000"/>
                </a:solidFill>
              </a:rPr>
              <a:t>Leftist</a:t>
            </a:r>
            <a:r>
              <a:rPr sz="4000" spc="-135" dirty="0">
                <a:solidFill>
                  <a:srgbClr val="000000"/>
                </a:solidFill>
              </a:rPr>
              <a:t> </a:t>
            </a:r>
            <a:r>
              <a:rPr sz="4000" spc="-20" dirty="0">
                <a:solidFill>
                  <a:srgbClr val="000000"/>
                </a:solidFill>
              </a:rPr>
              <a:t>Tree</a:t>
            </a:r>
            <a:endParaRPr sz="4000"/>
          </a:p>
        </p:txBody>
      </p:sp>
      <p:grpSp>
        <p:nvGrpSpPr>
          <p:cNvPr id="3" name="object 3"/>
          <p:cNvGrpSpPr/>
          <p:nvPr/>
        </p:nvGrpSpPr>
        <p:grpSpPr>
          <a:xfrm>
            <a:off x="2337561" y="1392682"/>
            <a:ext cx="567690" cy="556895"/>
            <a:chOff x="2337561" y="1392682"/>
            <a:chExt cx="567690" cy="556895"/>
          </a:xfrm>
        </p:grpSpPr>
        <p:sp>
          <p:nvSpPr>
            <p:cNvPr id="4" name="object 4"/>
            <p:cNvSpPr/>
            <p:nvPr/>
          </p:nvSpPr>
          <p:spPr>
            <a:xfrm>
              <a:off x="2343911" y="1399032"/>
              <a:ext cx="554990" cy="544195"/>
            </a:xfrm>
            <a:custGeom>
              <a:avLst/>
              <a:gdLst/>
              <a:ahLst/>
              <a:cxnLst/>
              <a:rect l="l" t="t" r="r" b="b"/>
              <a:pathLst>
                <a:path w="554989" h="544194">
                  <a:moveTo>
                    <a:pt x="277368" y="0"/>
                  </a:moveTo>
                  <a:lnTo>
                    <a:pt x="227517" y="4382"/>
                  </a:lnTo>
                  <a:lnTo>
                    <a:pt x="180595" y="17019"/>
                  </a:lnTo>
                  <a:lnTo>
                    <a:pt x="137385" y="37140"/>
                  </a:lnTo>
                  <a:lnTo>
                    <a:pt x="98673" y="63978"/>
                  </a:lnTo>
                  <a:lnTo>
                    <a:pt x="65241" y="96765"/>
                  </a:lnTo>
                  <a:lnTo>
                    <a:pt x="37874" y="134732"/>
                  </a:lnTo>
                  <a:lnTo>
                    <a:pt x="17355" y="177112"/>
                  </a:lnTo>
                  <a:lnTo>
                    <a:pt x="4469" y="223135"/>
                  </a:lnTo>
                  <a:lnTo>
                    <a:pt x="0" y="272033"/>
                  </a:lnTo>
                  <a:lnTo>
                    <a:pt x="4469" y="320932"/>
                  </a:lnTo>
                  <a:lnTo>
                    <a:pt x="17355" y="366955"/>
                  </a:lnTo>
                  <a:lnTo>
                    <a:pt x="37874" y="409335"/>
                  </a:lnTo>
                  <a:lnTo>
                    <a:pt x="65241" y="447302"/>
                  </a:lnTo>
                  <a:lnTo>
                    <a:pt x="98673" y="480089"/>
                  </a:lnTo>
                  <a:lnTo>
                    <a:pt x="137385" y="506927"/>
                  </a:lnTo>
                  <a:lnTo>
                    <a:pt x="180595" y="527048"/>
                  </a:lnTo>
                  <a:lnTo>
                    <a:pt x="227517" y="539685"/>
                  </a:lnTo>
                  <a:lnTo>
                    <a:pt x="277368" y="544067"/>
                  </a:lnTo>
                  <a:lnTo>
                    <a:pt x="327218" y="539685"/>
                  </a:lnTo>
                  <a:lnTo>
                    <a:pt x="374140" y="527048"/>
                  </a:lnTo>
                  <a:lnTo>
                    <a:pt x="417350" y="506927"/>
                  </a:lnTo>
                  <a:lnTo>
                    <a:pt x="456062" y="480089"/>
                  </a:lnTo>
                  <a:lnTo>
                    <a:pt x="489494" y="447302"/>
                  </a:lnTo>
                  <a:lnTo>
                    <a:pt x="516861" y="409335"/>
                  </a:lnTo>
                  <a:lnTo>
                    <a:pt x="537380" y="366955"/>
                  </a:lnTo>
                  <a:lnTo>
                    <a:pt x="550266" y="320932"/>
                  </a:lnTo>
                  <a:lnTo>
                    <a:pt x="554736" y="272033"/>
                  </a:lnTo>
                  <a:lnTo>
                    <a:pt x="550266" y="223135"/>
                  </a:lnTo>
                  <a:lnTo>
                    <a:pt x="537380" y="177112"/>
                  </a:lnTo>
                  <a:lnTo>
                    <a:pt x="516861" y="134732"/>
                  </a:lnTo>
                  <a:lnTo>
                    <a:pt x="489494" y="96765"/>
                  </a:lnTo>
                  <a:lnTo>
                    <a:pt x="456062" y="63978"/>
                  </a:lnTo>
                  <a:lnTo>
                    <a:pt x="417350" y="37140"/>
                  </a:lnTo>
                  <a:lnTo>
                    <a:pt x="374140" y="17019"/>
                  </a:lnTo>
                  <a:lnTo>
                    <a:pt x="327218" y="4382"/>
                  </a:lnTo>
                  <a:lnTo>
                    <a:pt x="277368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343911" y="1399032"/>
              <a:ext cx="554990" cy="544195"/>
            </a:xfrm>
            <a:custGeom>
              <a:avLst/>
              <a:gdLst/>
              <a:ahLst/>
              <a:cxnLst/>
              <a:rect l="l" t="t" r="r" b="b"/>
              <a:pathLst>
                <a:path w="554989" h="544194">
                  <a:moveTo>
                    <a:pt x="0" y="272033"/>
                  </a:moveTo>
                  <a:lnTo>
                    <a:pt x="4469" y="223135"/>
                  </a:lnTo>
                  <a:lnTo>
                    <a:pt x="17355" y="177112"/>
                  </a:lnTo>
                  <a:lnTo>
                    <a:pt x="37874" y="134732"/>
                  </a:lnTo>
                  <a:lnTo>
                    <a:pt x="65241" y="96765"/>
                  </a:lnTo>
                  <a:lnTo>
                    <a:pt x="98673" y="63978"/>
                  </a:lnTo>
                  <a:lnTo>
                    <a:pt x="137385" y="37140"/>
                  </a:lnTo>
                  <a:lnTo>
                    <a:pt x="180595" y="17019"/>
                  </a:lnTo>
                  <a:lnTo>
                    <a:pt x="227517" y="4382"/>
                  </a:lnTo>
                  <a:lnTo>
                    <a:pt x="277368" y="0"/>
                  </a:lnTo>
                  <a:lnTo>
                    <a:pt x="327218" y="4382"/>
                  </a:lnTo>
                  <a:lnTo>
                    <a:pt x="374140" y="17019"/>
                  </a:lnTo>
                  <a:lnTo>
                    <a:pt x="417350" y="37140"/>
                  </a:lnTo>
                  <a:lnTo>
                    <a:pt x="456062" y="63978"/>
                  </a:lnTo>
                  <a:lnTo>
                    <a:pt x="489494" y="96765"/>
                  </a:lnTo>
                  <a:lnTo>
                    <a:pt x="516861" y="134732"/>
                  </a:lnTo>
                  <a:lnTo>
                    <a:pt x="537380" y="177112"/>
                  </a:lnTo>
                  <a:lnTo>
                    <a:pt x="550266" y="223135"/>
                  </a:lnTo>
                  <a:lnTo>
                    <a:pt x="554736" y="272033"/>
                  </a:lnTo>
                  <a:lnTo>
                    <a:pt x="550266" y="320932"/>
                  </a:lnTo>
                  <a:lnTo>
                    <a:pt x="537380" y="366955"/>
                  </a:lnTo>
                  <a:lnTo>
                    <a:pt x="516861" y="409335"/>
                  </a:lnTo>
                  <a:lnTo>
                    <a:pt x="489494" y="447302"/>
                  </a:lnTo>
                  <a:lnTo>
                    <a:pt x="456062" y="480089"/>
                  </a:lnTo>
                  <a:lnTo>
                    <a:pt x="417350" y="506927"/>
                  </a:lnTo>
                  <a:lnTo>
                    <a:pt x="374140" y="527048"/>
                  </a:lnTo>
                  <a:lnTo>
                    <a:pt x="327218" y="539685"/>
                  </a:lnTo>
                  <a:lnTo>
                    <a:pt x="277368" y="544067"/>
                  </a:lnTo>
                  <a:lnTo>
                    <a:pt x="227517" y="539685"/>
                  </a:lnTo>
                  <a:lnTo>
                    <a:pt x="180595" y="527048"/>
                  </a:lnTo>
                  <a:lnTo>
                    <a:pt x="137385" y="506927"/>
                  </a:lnTo>
                  <a:lnTo>
                    <a:pt x="98673" y="480089"/>
                  </a:lnTo>
                  <a:lnTo>
                    <a:pt x="65241" y="447302"/>
                  </a:lnTo>
                  <a:lnTo>
                    <a:pt x="37874" y="409335"/>
                  </a:lnTo>
                  <a:lnTo>
                    <a:pt x="17355" y="366955"/>
                  </a:lnTo>
                  <a:lnTo>
                    <a:pt x="4469" y="320932"/>
                  </a:lnTo>
                  <a:lnTo>
                    <a:pt x="0" y="272033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2540889" y="1506092"/>
            <a:ext cx="1581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781558" y="3404361"/>
            <a:ext cx="567690" cy="556895"/>
            <a:chOff x="781558" y="3404361"/>
            <a:chExt cx="567690" cy="556895"/>
          </a:xfrm>
        </p:grpSpPr>
        <p:sp>
          <p:nvSpPr>
            <p:cNvPr id="8" name="object 8"/>
            <p:cNvSpPr/>
            <p:nvPr/>
          </p:nvSpPr>
          <p:spPr>
            <a:xfrm>
              <a:off x="787908" y="3410711"/>
              <a:ext cx="554990" cy="544195"/>
            </a:xfrm>
            <a:custGeom>
              <a:avLst/>
              <a:gdLst/>
              <a:ahLst/>
              <a:cxnLst/>
              <a:rect l="l" t="t" r="r" b="b"/>
              <a:pathLst>
                <a:path w="554990" h="544195">
                  <a:moveTo>
                    <a:pt x="277367" y="0"/>
                  </a:moveTo>
                  <a:lnTo>
                    <a:pt x="227510" y="4382"/>
                  </a:lnTo>
                  <a:lnTo>
                    <a:pt x="180584" y="17019"/>
                  </a:lnTo>
                  <a:lnTo>
                    <a:pt x="137374" y="37140"/>
                  </a:lnTo>
                  <a:lnTo>
                    <a:pt x="98662" y="63978"/>
                  </a:lnTo>
                  <a:lnTo>
                    <a:pt x="65233" y="96765"/>
                  </a:lnTo>
                  <a:lnTo>
                    <a:pt x="37868" y="134732"/>
                  </a:lnTo>
                  <a:lnTo>
                    <a:pt x="17352" y="177112"/>
                  </a:lnTo>
                  <a:lnTo>
                    <a:pt x="4468" y="223135"/>
                  </a:lnTo>
                  <a:lnTo>
                    <a:pt x="0" y="272033"/>
                  </a:lnTo>
                  <a:lnTo>
                    <a:pt x="4468" y="320932"/>
                  </a:lnTo>
                  <a:lnTo>
                    <a:pt x="17352" y="366955"/>
                  </a:lnTo>
                  <a:lnTo>
                    <a:pt x="37868" y="409335"/>
                  </a:lnTo>
                  <a:lnTo>
                    <a:pt x="65233" y="447302"/>
                  </a:lnTo>
                  <a:lnTo>
                    <a:pt x="98662" y="480089"/>
                  </a:lnTo>
                  <a:lnTo>
                    <a:pt x="137374" y="506927"/>
                  </a:lnTo>
                  <a:lnTo>
                    <a:pt x="180584" y="527048"/>
                  </a:lnTo>
                  <a:lnTo>
                    <a:pt x="227510" y="539685"/>
                  </a:lnTo>
                  <a:lnTo>
                    <a:pt x="277367" y="544068"/>
                  </a:lnTo>
                  <a:lnTo>
                    <a:pt x="327225" y="539685"/>
                  </a:lnTo>
                  <a:lnTo>
                    <a:pt x="374151" y="527048"/>
                  </a:lnTo>
                  <a:lnTo>
                    <a:pt x="417361" y="506927"/>
                  </a:lnTo>
                  <a:lnTo>
                    <a:pt x="456073" y="480089"/>
                  </a:lnTo>
                  <a:lnTo>
                    <a:pt x="489502" y="447302"/>
                  </a:lnTo>
                  <a:lnTo>
                    <a:pt x="516867" y="409335"/>
                  </a:lnTo>
                  <a:lnTo>
                    <a:pt x="537383" y="366955"/>
                  </a:lnTo>
                  <a:lnTo>
                    <a:pt x="550267" y="320932"/>
                  </a:lnTo>
                  <a:lnTo>
                    <a:pt x="554736" y="272033"/>
                  </a:lnTo>
                  <a:lnTo>
                    <a:pt x="550267" y="223135"/>
                  </a:lnTo>
                  <a:lnTo>
                    <a:pt x="537383" y="177112"/>
                  </a:lnTo>
                  <a:lnTo>
                    <a:pt x="516867" y="134732"/>
                  </a:lnTo>
                  <a:lnTo>
                    <a:pt x="489502" y="96765"/>
                  </a:lnTo>
                  <a:lnTo>
                    <a:pt x="456073" y="63978"/>
                  </a:lnTo>
                  <a:lnTo>
                    <a:pt x="417361" y="37140"/>
                  </a:lnTo>
                  <a:lnTo>
                    <a:pt x="374151" y="17019"/>
                  </a:lnTo>
                  <a:lnTo>
                    <a:pt x="327225" y="4382"/>
                  </a:lnTo>
                  <a:lnTo>
                    <a:pt x="277367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87908" y="3410711"/>
              <a:ext cx="554990" cy="544195"/>
            </a:xfrm>
            <a:custGeom>
              <a:avLst/>
              <a:gdLst/>
              <a:ahLst/>
              <a:cxnLst/>
              <a:rect l="l" t="t" r="r" b="b"/>
              <a:pathLst>
                <a:path w="554990" h="544195">
                  <a:moveTo>
                    <a:pt x="0" y="272033"/>
                  </a:moveTo>
                  <a:lnTo>
                    <a:pt x="4468" y="223135"/>
                  </a:lnTo>
                  <a:lnTo>
                    <a:pt x="17352" y="177112"/>
                  </a:lnTo>
                  <a:lnTo>
                    <a:pt x="37868" y="134732"/>
                  </a:lnTo>
                  <a:lnTo>
                    <a:pt x="65233" y="96765"/>
                  </a:lnTo>
                  <a:lnTo>
                    <a:pt x="98662" y="63978"/>
                  </a:lnTo>
                  <a:lnTo>
                    <a:pt x="137374" y="37140"/>
                  </a:lnTo>
                  <a:lnTo>
                    <a:pt x="180584" y="17019"/>
                  </a:lnTo>
                  <a:lnTo>
                    <a:pt x="227510" y="4382"/>
                  </a:lnTo>
                  <a:lnTo>
                    <a:pt x="277367" y="0"/>
                  </a:lnTo>
                  <a:lnTo>
                    <a:pt x="327225" y="4382"/>
                  </a:lnTo>
                  <a:lnTo>
                    <a:pt x="374151" y="17019"/>
                  </a:lnTo>
                  <a:lnTo>
                    <a:pt x="417361" y="37140"/>
                  </a:lnTo>
                  <a:lnTo>
                    <a:pt x="456073" y="63978"/>
                  </a:lnTo>
                  <a:lnTo>
                    <a:pt x="489502" y="96765"/>
                  </a:lnTo>
                  <a:lnTo>
                    <a:pt x="516867" y="134732"/>
                  </a:lnTo>
                  <a:lnTo>
                    <a:pt x="537383" y="177112"/>
                  </a:lnTo>
                  <a:lnTo>
                    <a:pt x="550267" y="223135"/>
                  </a:lnTo>
                  <a:lnTo>
                    <a:pt x="554736" y="272033"/>
                  </a:lnTo>
                  <a:lnTo>
                    <a:pt x="550267" y="320932"/>
                  </a:lnTo>
                  <a:lnTo>
                    <a:pt x="537383" y="366955"/>
                  </a:lnTo>
                  <a:lnTo>
                    <a:pt x="516867" y="409335"/>
                  </a:lnTo>
                  <a:lnTo>
                    <a:pt x="489502" y="447302"/>
                  </a:lnTo>
                  <a:lnTo>
                    <a:pt x="456073" y="480089"/>
                  </a:lnTo>
                  <a:lnTo>
                    <a:pt x="417361" y="506927"/>
                  </a:lnTo>
                  <a:lnTo>
                    <a:pt x="374151" y="527048"/>
                  </a:lnTo>
                  <a:lnTo>
                    <a:pt x="327225" y="539685"/>
                  </a:lnTo>
                  <a:lnTo>
                    <a:pt x="277367" y="544068"/>
                  </a:lnTo>
                  <a:lnTo>
                    <a:pt x="227510" y="539685"/>
                  </a:lnTo>
                  <a:lnTo>
                    <a:pt x="180584" y="527048"/>
                  </a:lnTo>
                  <a:lnTo>
                    <a:pt x="137374" y="506927"/>
                  </a:lnTo>
                  <a:lnTo>
                    <a:pt x="98662" y="480089"/>
                  </a:lnTo>
                  <a:lnTo>
                    <a:pt x="65233" y="447302"/>
                  </a:lnTo>
                  <a:lnTo>
                    <a:pt x="37868" y="409335"/>
                  </a:lnTo>
                  <a:lnTo>
                    <a:pt x="17352" y="366955"/>
                  </a:lnTo>
                  <a:lnTo>
                    <a:pt x="4468" y="320932"/>
                  </a:lnTo>
                  <a:lnTo>
                    <a:pt x="0" y="272033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982776" y="3518407"/>
            <a:ext cx="1663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122677" y="3471417"/>
            <a:ext cx="567690" cy="558800"/>
            <a:chOff x="2122677" y="3471417"/>
            <a:chExt cx="567690" cy="558800"/>
          </a:xfrm>
        </p:grpSpPr>
        <p:sp>
          <p:nvSpPr>
            <p:cNvPr id="12" name="object 12"/>
            <p:cNvSpPr/>
            <p:nvPr/>
          </p:nvSpPr>
          <p:spPr>
            <a:xfrm>
              <a:off x="2129027" y="3477767"/>
              <a:ext cx="554990" cy="546100"/>
            </a:xfrm>
            <a:custGeom>
              <a:avLst/>
              <a:gdLst/>
              <a:ahLst/>
              <a:cxnLst/>
              <a:rect l="l" t="t" r="r" b="b"/>
              <a:pathLst>
                <a:path w="554989" h="546100">
                  <a:moveTo>
                    <a:pt x="277368" y="0"/>
                  </a:moveTo>
                  <a:lnTo>
                    <a:pt x="227517" y="4396"/>
                  </a:lnTo>
                  <a:lnTo>
                    <a:pt x="180595" y="17071"/>
                  </a:lnTo>
                  <a:lnTo>
                    <a:pt x="137385" y="37253"/>
                  </a:lnTo>
                  <a:lnTo>
                    <a:pt x="98673" y="64171"/>
                  </a:lnTo>
                  <a:lnTo>
                    <a:pt x="65241" y="97053"/>
                  </a:lnTo>
                  <a:lnTo>
                    <a:pt x="37874" y="135127"/>
                  </a:lnTo>
                  <a:lnTo>
                    <a:pt x="17355" y="177624"/>
                  </a:lnTo>
                  <a:lnTo>
                    <a:pt x="4469" y="223770"/>
                  </a:lnTo>
                  <a:lnTo>
                    <a:pt x="0" y="272796"/>
                  </a:lnTo>
                  <a:lnTo>
                    <a:pt x="4469" y="321821"/>
                  </a:lnTo>
                  <a:lnTo>
                    <a:pt x="17355" y="367967"/>
                  </a:lnTo>
                  <a:lnTo>
                    <a:pt x="37874" y="410463"/>
                  </a:lnTo>
                  <a:lnTo>
                    <a:pt x="65241" y="448538"/>
                  </a:lnTo>
                  <a:lnTo>
                    <a:pt x="98673" y="481420"/>
                  </a:lnTo>
                  <a:lnTo>
                    <a:pt x="137385" y="508338"/>
                  </a:lnTo>
                  <a:lnTo>
                    <a:pt x="180595" y="528520"/>
                  </a:lnTo>
                  <a:lnTo>
                    <a:pt x="227517" y="541195"/>
                  </a:lnTo>
                  <a:lnTo>
                    <a:pt x="277368" y="545592"/>
                  </a:lnTo>
                  <a:lnTo>
                    <a:pt x="327218" y="541195"/>
                  </a:lnTo>
                  <a:lnTo>
                    <a:pt x="374140" y="528520"/>
                  </a:lnTo>
                  <a:lnTo>
                    <a:pt x="417350" y="508338"/>
                  </a:lnTo>
                  <a:lnTo>
                    <a:pt x="456062" y="481420"/>
                  </a:lnTo>
                  <a:lnTo>
                    <a:pt x="489494" y="448538"/>
                  </a:lnTo>
                  <a:lnTo>
                    <a:pt x="516861" y="410464"/>
                  </a:lnTo>
                  <a:lnTo>
                    <a:pt x="537380" y="367967"/>
                  </a:lnTo>
                  <a:lnTo>
                    <a:pt x="550266" y="321821"/>
                  </a:lnTo>
                  <a:lnTo>
                    <a:pt x="554736" y="272796"/>
                  </a:lnTo>
                  <a:lnTo>
                    <a:pt x="550266" y="223770"/>
                  </a:lnTo>
                  <a:lnTo>
                    <a:pt x="537380" y="177624"/>
                  </a:lnTo>
                  <a:lnTo>
                    <a:pt x="516861" y="135127"/>
                  </a:lnTo>
                  <a:lnTo>
                    <a:pt x="489494" y="97053"/>
                  </a:lnTo>
                  <a:lnTo>
                    <a:pt x="456062" y="64171"/>
                  </a:lnTo>
                  <a:lnTo>
                    <a:pt x="417350" y="37253"/>
                  </a:lnTo>
                  <a:lnTo>
                    <a:pt x="374140" y="17071"/>
                  </a:lnTo>
                  <a:lnTo>
                    <a:pt x="327218" y="4396"/>
                  </a:lnTo>
                  <a:lnTo>
                    <a:pt x="277368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129027" y="3477767"/>
              <a:ext cx="554990" cy="546100"/>
            </a:xfrm>
            <a:custGeom>
              <a:avLst/>
              <a:gdLst/>
              <a:ahLst/>
              <a:cxnLst/>
              <a:rect l="l" t="t" r="r" b="b"/>
              <a:pathLst>
                <a:path w="554989" h="546100">
                  <a:moveTo>
                    <a:pt x="0" y="272796"/>
                  </a:moveTo>
                  <a:lnTo>
                    <a:pt x="4469" y="223770"/>
                  </a:lnTo>
                  <a:lnTo>
                    <a:pt x="17355" y="177624"/>
                  </a:lnTo>
                  <a:lnTo>
                    <a:pt x="37874" y="135127"/>
                  </a:lnTo>
                  <a:lnTo>
                    <a:pt x="65241" y="97053"/>
                  </a:lnTo>
                  <a:lnTo>
                    <a:pt x="98673" y="64171"/>
                  </a:lnTo>
                  <a:lnTo>
                    <a:pt x="137385" y="37253"/>
                  </a:lnTo>
                  <a:lnTo>
                    <a:pt x="180595" y="17071"/>
                  </a:lnTo>
                  <a:lnTo>
                    <a:pt x="227517" y="4396"/>
                  </a:lnTo>
                  <a:lnTo>
                    <a:pt x="277368" y="0"/>
                  </a:lnTo>
                  <a:lnTo>
                    <a:pt x="327218" y="4396"/>
                  </a:lnTo>
                  <a:lnTo>
                    <a:pt x="374140" y="17071"/>
                  </a:lnTo>
                  <a:lnTo>
                    <a:pt x="417350" y="37253"/>
                  </a:lnTo>
                  <a:lnTo>
                    <a:pt x="456062" y="64171"/>
                  </a:lnTo>
                  <a:lnTo>
                    <a:pt x="489494" y="97053"/>
                  </a:lnTo>
                  <a:lnTo>
                    <a:pt x="516861" y="135127"/>
                  </a:lnTo>
                  <a:lnTo>
                    <a:pt x="537380" y="177624"/>
                  </a:lnTo>
                  <a:lnTo>
                    <a:pt x="550266" y="223770"/>
                  </a:lnTo>
                  <a:lnTo>
                    <a:pt x="554736" y="272796"/>
                  </a:lnTo>
                  <a:lnTo>
                    <a:pt x="550266" y="321821"/>
                  </a:lnTo>
                  <a:lnTo>
                    <a:pt x="537380" y="367967"/>
                  </a:lnTo>
                  <a:lnTo>
                    <a:pt x="516861" y="410464"/>
                  </a:lnTo>
                  <a:lnTo>
                    <a:pt x="489494" y="448538"/>
                  </a:lnTo>
                  <a:lnTo>
                    <a:pt x="456062" y="481420"/>
                  </a:lnTo>
                  <a:lnTo>
                    <a:pt x="417350" y="508338"/>
                  </a:lnTo>
                  <a:lnTo>
                    <a:pt x="374140" y="528520"/>
                  </a:lnTo>
                  <a:lnTo>
                    <a:pt x="327218" y="541195"/>
                  </a:lnTo>
                  <a:lnTo>
                    <a:pt x="277368" y="545592"/>
                  </a:lnTo>
                  <a:lnTo>
                    <a:pt x="227517" y="541195"/>
                  </a:lnTo>
                  <a:lnTo>
                    <a:pt x="180595" y="528520"/>
                  </a:lnTo>
                  <a:lnTo>
                    <a:pt x="137385" y="508338"/>
                  </a:lnTo>
                  <a:lnTo>
                    <a:pt x="98673" y="481420"/>
                  </a:lnTo>
                  <a:lnTo>
                    <a:pt x="65241" y="448538"/>
                  </a:lnTo>
                  <a:lnTo>
                    <a:pt x="37874" y="410463"/>
                  </a:lnTo>
                  <a:lnTo>
                    <a:pt x="17355" y="367967"/>
                  </a:lnTo>
                  <a:lnTo>
                    <a:pt x="4469" y="321821"/>
                  </a:lnTo>
                  <a:lnTo>
                    <a:pt x="0" y="272796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2337561" y="3586048"/>
            <a:ext cx="1377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091685" y="3332734"/>
            <a:ext cx="567690" cy="556895"/>
            <a:chOff x="4091685" y="3332734"/>
            <a:chExt cx="567690" cy="556895"/>
          </a:xfrm>
        </p:grpSpPr>
        <p:sp>
          <p:nvSpPr>
            <p:cNvPr id="16" name="object 16"/>
            <p:cNvSpPr/>
            <p:nvPr/>
          </p:nvSpPr>
          <p:spPr>
            <a:xfrm>
              <a:off x="4098035" y="3339084"/>
              <a:ext cx="554990" cy="544195"/>
            </a:xfrm>
            <a:custGeom>
              <a:avLst/>
              <a:gdLst/>
              <a:ahLst/>
              <a:cxnLst/>
              <a:rect l="l" t="t" r="r" b="b"/>
              <a:pathLst>
                <a:path w="554989" h="544195">
                  <a:moveTo>
                    <a:pt x="277367" y="0"/>
                  </a:moveTo>
                  <a:lnTo>
                    <a:pt x="227517" y="4382"/>
                  </a:lnTo>
                  <a:lnTo>
                    <a:pt x="180595" y="17019"/>
                  </a:lnTo>
                  <a:lnTo>
                    <a:pt x="137385" y="37140"/>
                  </a:lnTo>
                  <a:lnTo>
                    <a:pt x="98673" y="63978"/>
                  </a:lnTo>
                  <a:lnTo>
                    <a:pt x="65241" y="96765"/>
                  </a:lnTo>
                  <a:lnTo>
                    <a:pt x="37874" y="134732"/>
                  </a:lnTo>
                  <a:lnTo>
                    <a:pt x="17355" y="177112"/>
                  </a:lnTo>
                  <a:lnTo>
                    <a:pt x="4469" y="223135"/>
                  </a:lnTo>
                  <a:lnTo>
                    <a:pt x="0" y="272033"/>
                  </a:lnTo>
                  <a:lnTo>
                    <a:pt x="4469" y="320932"/>
                  </a:lnTo>
                  <a:lnTo>
                    <a:pt x="17355" y="366955"/>
                  </a:lnTo>
                  <a:lnTo>
                    <a:pt x="37874" y="409335"/>
                  </a:lnTo>
                  <a:lnTo>
                    <a:pt x="65241" y="447302"/>
                  </a:lnTo>
                  <a:lnTo>
                    <a:pt x="98673" y="480089"/>
                  </a:lnTo>
                  <a:lnTo>
                    <a:pt x="137385" y="506927"/>
                  </a:lnTo>
                  <a:lnTo>
                    <a:pt x="180595" y="527048"/>
                  </a:lnTo>
                  <a:lnTo>
                    <a:pt x="227517" y="539685"/>
                  </a:lnTo>
                  <a:lnTo>
                    <a:pt x="277367" y="544067"/>
                  </a:lnTo>
                  <a:lnTo>
                    <a:pt x="327218" y="539685"/>
                  </a:lnTo>
                  <a:lnTo>
                    <a:pt x="374140" y="527048"/>
                  </a:lnTo>
                  <a:lnTo>
                    <a:pt x="417350" y="506927"/>
                  </a:lnTo>
                  <a:lnTo>
                    <a:pt x="456062" y="480089"/>
                  </a:lnTo>
                  <a:lnTo>
                    <a:pt x="489494" y="447302"/>
                  </a:lnTo>
                  <a:lnTo>
                    <a:pt x="516861" y="409335"/>
                  </a:lnTo>
                  <a:lnTo>
                    <a:pt x="537380" y="366955"/>
                  </a:lnTo>
                  <a:lnTo>
                    <a:pt x="550266" y="320932"/>
                  </a:lnTo>
                  <a:lnTo>
                    <a:pt x="554736" y="272033"/>
                  </a:lnTo>
                  <a:lnTo>
                    <a:pt x="550266" y="223135"/>
                  </a:lnTo>
                  <a:lnTo>
                    <a:pt x="537380" y="177112"/>
                  </a:lnTo>
                  <a:lnTo>
                    <a:pt x="516861" y="134732"/>
                  </a:lnTo>
                  <a:lnTo>
                    <a:pt x="489494" y="96765"/>
                  </a:lnTo>
                  <a:lnTo>
                    <a:pt x="456062" y="63978"/>
                  </a:lnTo>
                  <a:lnTo>
                    <a:pt x="417350" y="37140"/>
                  </a:lnTo>
                  <a:lnTo>
                    <a:pt x="374140" y="17019"/>
                  </a:lnTo>
                  <a:lnTo>
                    <a:pt x="327218" y="4382"/>
                  </a:lnTo>
                  <a:lnTo>
                    <a:pt x="277367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098035" y="3339084"/>
              <a:ext cx="554990" cy="544195"/>
            </a:xfrm>
            <a:custGeom>
              <a:avLst/>
              <a:gdLst/>
              <a:ahLst/>
              <a:cxnLst/>
              <a:rect l="l" t="t" r="r" b="b"/>
              <a:pathLst>
                <a:path w="554989" h="544195">
                  <a:moveTo>
                    <a:pt x="0" y="272033"/>
                  </a:moveTo>
                  <a:lnTo>
                    <a:pt x="4469" y="223135"/>
                  </a:lnTo>
                  <a:lnTo>
                    <a:pt x="17355" y="177112"/>
                  </a:lnTo>
                  <a:lnTo>
                    <a:pt x="37874" y="134732"/>
                  </a:lnTo>
                  <a:lnTo>
                    <a:pt x="65241" y="96765"/>
                  </a:lnTo>
                  <a:lnTo>
                    <a:pt x="98673" y="63978"/>
                  </a:lnTo>
                  <a:lnTo>
                    <a:pt x="137385" y="37140"/>
                  </a:lnTo>
                  <a:lnTo>
                    <a:pt x="180595" y="17019"/>
                  </a:lnTo>
                  <a:lnTo>
                    <a:pt x="227517" y="4382"/>
                  </a:lnTo>
                  <a:lnTo>
                    <a:pt x="277367" y="0"/>
                  </a:lnTo>
                  <a:lnTo>
                    <a:pt x="327218" y="4382"/>
                  </a:lnTo>
                  <a:lnTo>
                    <a:pt x="374140" y="17019"/>
                  </a:lnTo>
                  <a:lnTo>
                    <a:pt x="417350" y="37140"/>
                  </a:lnTo>
                  <a:lnTo>
                    <a:pt x="456062" y="63978"/>
                  </a:lnTo>
                  <a:lnTo>
                    <a:pt x="489494" y="96765"/>
                  </a:lnTo>
                  <a:lnTo>
                    <a:pt x="516861" y="134732"/>
                  </a:lnTo>
                  <a:lnTo>
                    <a:pt x="537380" y="177112"/>
                  </a:lnTo>
                  <a:lnTo>
                    <a:pt x="550266" y="223135"/>
                  </a:lnTo>
                  <a:lnTo>
                    <a:pt x="554736" y="272033"/>
                  </a:lnTo>
                  <a:lnTo>
                    <a:pt x="550266" y="320932"/>
                  </a:lnTo>
                  <a:lnTo>
                    <a:pt x="537380" y="366955"/>
                  </a:lnTo>
                  <a:lnTo>
                    <a:pt x="516861" y="409335"/>
                  </a:lnTo>
                  <a:lnTo>
                    <a:pt x="489494" y="447302"/>
                  </a:lnTo>
                  <a:lnTo>
                    <a:pt x="456062" y="480089"/>
                  </a:lnTo>
                  <a:lnTo>
                    <a:pt x="417350" y="506927"/>
                  </a:lnTo>
                  <a:lnTo>
                    <a:pt x="374140" y="527048"/>
                  </a:lnTo>
                  <a:lnTo>
                    <a:pt x="327218" y="539685"/>
                  </a:lnTo>
                  <a:lnTo>
                    <a:pt x="277367" y="544067"/>
                  </a:lnTo>
                  <a:lnTo>
                    <a:pt x="227517" y="539685"/>
                  </a:lnTo>
                  <a:lnTo>
                    <a:pt x="180595" y="527048"/>
                  </a:lnTo>
                  <a:lnTo>
                    <a:pt x="137385" y="506927"/>
                  </a:lnTo>
                  <a:lnTo>
                    <a:pt x="98673" y="480089"/>
                  </a:lnTo>
                  <a:lnTo>
                    <a:pt x="65241" y="447302"/>
                  </a:lnTo>
                  <a:lnTo>
                    <a:pt x="37874" y="409335"/>
                  </a:lnTo>
                  <a:lnTo>
                    <a:pt x="17355" y="366955"/>
                  </a:lnTo>
                  <a:lnTo>
                    <a:pt x="4469" y="320932"/>
                  </a:lnTo>
                  <a:lnTo>
                    <a:pt x="0" y="272033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4309109" y="3446475"/>
            <a:ext cx="13081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239770" y="2285745"/>
            <a:ext cx="736600" cy="556895"/>
            <a:chOff x="3239770" y="2285745"/>
            <a:chExt cx="736600" cy="556895"/>
          </a:xfrm>
        </p:grpSpPr>
        <p:sp>
          <p:nvSpPr>
            <p:cNvPr id="20" name="object 20"/>
            <p:cNvSpPr/>
            <p:nvPr/>
          </p:nvSpPr>
          <p:spPr>
            <a:xfrm>
              <a:off x="3246120" y="2292095"/>
              <a:ext cx="723900" cy="544195"/>
            </a:xfrm>
            <a:custGeom>
              <a:avLst/>
              <a:gdLst/>
              <a:ahLst/>
              <a:cxnLst/>
              <a:rect l="l" t="t" r="r" b="b"/>
              <a:pathLst>
                <a:path w="723900" h="544194">
                  <a:moveTo>
                    <a:pt x="361950" y="0"/>
                  </a:moveTo>
                  <a:lnTo>
                    <a:pt x="308464" y="2949"/>
                  </a:lnTo>
                  <a:lnTo>
                    <a:pt x="257414" y="11517"/>
                  </a:lnTo>
                  <a:lnTo>
                    <a:pt x="209361" y="25283"/>
                  </a:lnTo>
                  <a:lnTo>
                    <a:pt x="164865" y="43826"/>
                  </a:lnTo>
                  <a:lnTo>
                    <a:pt x="124484" y="66725"/>
                  </a:lnTo>
                  <a:lnTo>
                    <a:pt x="88780" y="93559"/>
                  </a:lnTo>
                  <a:lnTo>
                    <a:pt x="58312" y="123908"/>
                  </a:lnTo>
                  <a:lnTo>
                    <a:pt x="33640" y="157350"/>
                  </a:lnTo>
                  <a:lnTo>
                    <a:pt x="15324" y="193466"/>
                  </a:lnTo>
                  <a:lnTo>
                    <a:pt x="3924" y="231834"/>
                  </a:lnTo>
                  <a:lnTo>
                    <a:pt x="0" y="272033"/>
                  </a:lnTo>
                  <a:lnTo>
                    <a:pt x="3924" y="312233"/>
                  </a:lnTo>
                  <a:lnTo>
                    <a:pt x="15324" y="350601"/>
                  </a:lnTo>
                  <a:lnTo>
                    <a:pt x="33640" y="386717"/>
                  </a:lnTo>
                  <a:lnTo>
                    <a:pt x="58312" y="420159"/>
                  </a:lnTo>
                  <a:lnTo>
                    <a:pt x="88780" y="450508"/>
                  </a:lnTo>
                  <a:lnTo>
                    <a:pt x="124484" y="477342"/>
                  </a:lnTo>
                  <a:lnTo>
                    <a:pt x="164865" y="500241"/>
                  </a:lnTo>
                  <a:lnTo>
                    <a:pt x="209361" y="518784"/>
                  </a:lnTo>
                  <a:lnTo>
                    <a:pt x="257414" y="532550"/>
                  </a:lnTo>
                  <a:lnTo>
                    <a:pt x="308464" y="541118"/>
                  </a:lnTo>
                  <a:lnTo>
                    <a:pt x="361950" y="544067"/>
                  </a:lnTo>
                  <a:lnTo>
                    <a:pt x="415435" y="541118"/>
                  </a:lnTo>
                  <a:lnTo>
                    <a:pt x="466485" y="532550"/>
                  </a:lnTo>
                  <a:lnTo>
                    <a:pt x="514538" y="518784"/>
                  </a:lnTo>
                  <a:lnTo>
                    <a:pt x="559034" y="500241"/>
                  </a:lnTo>
                  <a:lnTo>
                    <a:pt x="599415" y="477342"/>
                  </a:lnTo>
                  <a:lnTo>
                    <a:pt x="635119" y="450508"/>
                  </a:lnTo>
                  <a:lnTo>
                    <a:pt x="665587" y="420159"/>
                  </a:lnTo>
                  <a:lnTo>
                    <a:pt x="690259" y="386717"/>
                  </a:lnTo>
                  <a:lnTo>
                    <a:pt x="708575" y="350601"/>
                  </a:lnTo>
                  <a:lnTo>
                    <a:pt x="719975" y="312233"/>
                  </a:lnTo>
                  <a:lnTo>
                    <a:pt x="723900" y="272033"/>
                  </a:lnTo>
                  <a:lnTo>
                    <a:pt x="719975" y="231834"/>
                  </a:lnTo>
                  <a:lnTo>
                    <a:pt x="708575" y="193466"/>
                  </a:lnTo>
                  <a:lnTo>
                    <a:pt x="690259" y="157350"/>
                  </a:lnTo>
                  <a:lnTo>
                    <a:pt x="665587" y="123908"/>
                  </a:lnTo>
                  <a:lnTo>
                    <a:pt x="635119" y="93559"/>
                  </a:lnTo>
                  <a:lnTo>
                    <a:pt x="599415" y="66725"/>
                  </a:lnTo>
                  <a:lnTo>
                    <a:pt x="559034" y="43826"/>
                  </a:lnTo>
                  <a:lnTo>
                    <a:pt x="514538" y="25283"/>
                  </a:lnTo>
                  <a:lnTo>
                    <a:pt x="466485" y="11517"/>
                  </a:lnTo>
                  <a:lnTo>
                    <a:pt x="415435" y="2949"/>
                  </a:lnTo>
                  <a:lnTo>
                    <a:pt x="361950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246120" y="2292095"/>
              <a:ext cx="723900" cy="544195"/>
            </a:xfrm>
            <a:custGeom>
              <a:avLst/>
              <a:gdLst/>
              <a:ahLst/>
              <a:cxnLst/>
              <a:rect l="l" t="t" r="r" b="b"/>
              <a:pathLst>
                <a:path w="723900" h="544194">
                  <a:moveTo>
                    <a:pt x="0" y="272033"/>
                  </a:moveTo>
                  <a:lnTo>
                    <a:pt x="3924" y="231834"/>
                  </a:lnTo>
                  <a:lnTo>
                    <a:pt x="15324" y="193466"/>
                  </a:lnTo>
                  <a:lnTo>
                    <a:pt x="33640" y="157350"/>
                  </a:lnTo>
                  <a:lnTo>
                    <a:pt x="58312" y="123908"/>
                  </a:lnTo>
                  <a:lnTo>
                    <a:pt x="88780" y="93559"/>
                  </a:lnTo>
                  <a:lnTo>
                    <a:pt x="124484" y="66725"/>
                  </a:lnTo>
                  <a:lnTo>
                    <a:pt x="164865" y="43826"/>
                  </a:lnTo>
                  <a:lnTo>
                    <a:pt x="209361" y="25283"/>
                  </a:lnTo>
                  <a:lnTo>
                    <a:pt x="257414" y="11517"/>
                  </a:lnTo>
                  <a:lnTo>
                    <a:pt x="308464" y="2949"/>
                  </a:lnTo>
                  <a:lnTo>
                    <a:pt x="361950" y="0"/>
                  </a:lnTo>
                  <a:lnTo>
                    <a:pt x="415435" y="2949"/>
                  </a:lnTo>
                  <a:lnTo>
                    <a:pt x="466485" y="11517"/>
                  </a:lnTo>
                  <a:lnTo>
                    <a:pt x="514538" y="25283"/>
                  </a:lnTo>
                  <a:lnTo>
                    <a:pt x="559034" y="43826"/>
                  </a:lnTo>
                  <a:lnTo>
                    <a:pt x="599415" y="66725"/>
                  </a:lnTo>
                  <a:lnTo>
                    <a:pt x="635119" y="93559"/>
                  </a:lnTo>
                  <a:lnTo>
                    <a:pt x="665587" y="123908"/>
                  </a:lnTo>
                  <a:lnTo>
                    <a:pt x="690259" y="157350"/>
                  </a:lnTo>
                  <a:lnTo>
                    <a:pt x="708575" y="193466"/>
                  </a:lnTo>
                  <a:lnTo>
                    <a:pt x="719975" y="231834"/>
                  </a:lnTo>
                  <a:lnTo>
                    <a:pt x="723900" y="272033"/>
                  </a:lnTo>
                  <a:lnTo>
                    <a:pt x="719975" y="312233"/>
                  </a:lnTo>
                  <a:lnTo>
                    <a:pt x="708575" y="350601"/>
                  </a:lnTo>
                  <a:lnTo>
                    <a:pt x="690259" y="386717"/>
                  </a:lnTo>
                  <a:lnTo>
                    <a:pt x="665587" y="420159"/>
                  </a:lnTo>
                  <a:lnTo>
                    <a:pt x="635119" y="450508"/>
                  </a:lnTo>
                  <a:lnTo>
                    <a:pt x="599415" y="477342"/>
                  </a:lnTo>
                  <a:lnTo>
                    <a:pt x="559034" y="500241"/>
                  </a:lnTo>
                  <a:lnTo>
                    <a:pt x="514538" y="518784"/>
                  </a:lnTo>
                  <a:lnTo>
                    <a:pt x="466485" y="532550"/>
                  </a:lnTo>
                  <a:lnTo>
                    <a:pt x="415435" y="541118"/>
                  </a:lnTo>
                  <a:lnTo>
                    <a:pt x="361950" y="544067"/>
                  </a:lnTo>
                  <a:lnTo>
                    <a:pt x="308464" y="541118"/>
                  </a:lnTo>
                  <a:lnTo>
                    <a:pt x="257414" y="532550"/>
                  </a:lnTo>
                  <a:lnTo>
                    <a:pt x="209361" y="518784"/>
                  </a:lnTo>
                  <a:lnTo>
                    <a:pt x="164865" y="500241"/>
                  </a:lnTo>
                  <a:lnTo>
                    <a:pt x="124484" y="477342"/>
                  </a:lnTo>
                  <a:lnTo>
                    <a:pt x="88780" y="450508"/>
                  </a:lnTo>
                  <a:lnTo>
                    <a:pt x="58312" y="420159"/>
                  </a:lnTo>
                  <a:lnTo>
                    <a:pt x="33640" y="386717"/>
                  </a:lnTo>
                  <a:lnTo>
                    <a:pt x="15324" y="350601"/>
                  </a:lnTo>
                  <a:lnTo>
                    <a:pt x="3924" y="312233"/>
                  </a:lnTo>
                  <a:lnTo>
                    <a:pt x="0" y="272033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3535426" y="2399538"/>
            <a:ext cx="1473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1567941" y="2284222"/>
            <a:ext cx="567690" cy="558800"/>
            <a:chOff x="1567941" y="2284222"/>
            <a:chExt cx="567690" cy="558800"/>
          </a:xfrm>
        </p:grpSpPr>
        <p:sp>
          <p:nvSpPr>
            <p:cNvPr id="24" name="object 24"/>
            <p:cNvSpPr/>
            <p:nvPr/>
          </p:nvSpPr>
          <p:spPr>
            <a:xfrm>
              <a:off x="1574291" y="2290572"/>
              <a:ext cx="554990" cy="546100"/>
            </a:xfrm>
            <a:custGeom>
              <a:avLst/>
              <a:gdLst/>
              <a:ahLst/>
              <a:cxnLst/>
              <a:rect l="l" t="t" r="r" b="b"/>
              <a:pathLst>
                <a:path w="554989" h="546100">
                  <a:moveTo>
                    <a:pt x="277368" y="0"/>
                  </a:moveTo>
                  <a:lnTo>
                    <a:pt x="227517" y="4396"/>
                  </a:lnTo>
                  <a:lnTo>
                    <a:pt x="180595" y="17071"/>
                  </a:lnTo>
                  <a:lnTo>
                    <a:pt x="137385" y="37253"/>
                  </a:lnTo>
                  <a:lnTo>
                    <a:pt x="98673" y="64171"/>
                  </a:lnTo>
                  <a:lnTo>
                    <a:pt x="65241" y="97053"/>
                  </a:lnTo>
                  <a:lnTo>
                    <a:pt x="37874" y="135127"/>
                  </a:lnTo>
                  <a:lnTo>
                    <a:pt x="17355" y="177624"/>
                  </a:lnTo>
                  <a:lnTo>
                    <a:pt x="4469" y="223770"/>
                  </a:lnTo>
                  <a:lnTo>
                    <a:pt x="0" y="272795"/>
                  </a:lnTo>
                  <a:lnTo>
                    <a:pt x="4469" y="321821"/>
                  </a:lnTo>
                  <a:lnTo>
                    <a:pt x="17355" y="367967"/>
                  </a:lnTo>
                  <a:lnTo>
                    <a:pt x="37874" y="410464"/>
                  </a:lnTo>
                  <a:lnTo>
                    <a:pt x="65241" y="448538"/>
                  </a:lnTo>
                  <a:lnTo>
                    <a:pt x="98673" y="481420"/>
                  </a:lnTo>
                  <a:lnTo>
                    <a:pt x="137385" y="508338"/>
                  </a:lnTo>
                  <a:lnTo>
                    <a:pt x="180595" y="528520"/>
                  </a:lnTo>
                  <a:lnTo>
                    <a:pt x="227517" y="541195"/>
                  </a:lnTo>
                  <a:lnTo>
                    <a:pt x="277368" y="545591"/>
                  </a:lnTo>
                  <a:lnTo>
                    <a:pt x="327218" y="541195"/>
                  </a:lnTo>
                  <a:lnTo>
                    <a:pt x="374140" y="528520"/>
                  </a:lnTo>
                  <a:lnTo>
                    <a:pt x="417350" y="508338"/>
                  </a:lnTo>
                  <a:lnTo>
                    <a:pt x="456062" y="481420"/>
                  </a:lnTo>
                  <a:lnTo>
                    <a:pt x="489494" y="448538"/>
                  </a:lnTo>
                  <a:lnTo>
                    <a:pt x="516861" y="410463"/>
                  </a:lnTo>
                  <a:lnTo>
                    <a:pt x="537380" y="367967"/>
                  </a:lnTo>
                  <a:lnTo>
                    <a:pt x="550266" y="321821"/>
                  </a:lnTo>
                  <a:lnTo>
                    <a:pt x="554735" y="272795"/>
                  </a:lnTo>
                  <a:lnTo>
                    <a:pt x="550266" y="223770"/>
                  </a:lnTo>
                  <a:lnTo>
                    <a:pt x="537380" y="177624"/>
                  </a:lnTo>
                  <a:lnTo>
                    <a:pt x="516861" y="135127"/>
                  </a:lnTo>
                  <a:lnTo>
                    <a:pt x="489494" y="97053"/>
                  </a:lnTo>
                  <a:lnTo>
                    <a:pt x="456062" y="64171"/>
                  </a:lnTo>
                  <a:lnTo>
                    <a:pt x="417350" y="37253"/>
                  </a:lnTo>
                  <a:lnTo>
                    <a:pt x="374140" y="17071"/>
                  </a:lnTo>
                  <a:lnTo>
                    <a:pt x="327218" y="4396"/>
                  </a:lnTo>
                  <a:lnTo>
                    <a:pt x="277368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574291" y="2290572"/>
              <a:ext cx="554990" cy="546100"/>
            </a:xfrm>
            <a:custGeom>
              <a:avLst/>
              <a:gdLst/>
              <a:ahLst/>
              <a:cxnLst/>
              <a:rect l="l" t="t" r="r" b="b"/>
              <a:pathLst>
                <a:path w="554989" h="546100">
                  <a:moveTo>
                    <a:pt x="0" y="272795"/>
                  </a:moveTo>
                  <a:lnTo>
                    <a:pt x="4469" y="223770"/>
                  </a:lnTo>
                  <a:lnTo>
                    <a:pt x="17355" y="177624"/>
                  </a:lnTo>
                  <a:lnTo>
                    <a:pt x="37874" y="135127"/>
                  </a:lnTo>
                  <a:lnTo>
                    <a:pt x="65241" y="97053"/>
                  </a:lnTo>
                  <a:lnTo>
                    <a:pt x="98673" y="64171"/>
                  </a:lnTo>
                  <a:lnTo>
                    <a:pt x="137385" y="37253"/>
                  </a:lnTo>
                  <a:lnTo>
                    <a:pt x="180595" y="17071"/>
                  </a:lnTo>
                  <a:lnTo>
                    <a:pt x="227517" y="4396"/>
                  </a:lnTo>
                  <a:lnTo>
                    <a:pt x="277368" y="0"/>
                  </a:lnTo>
                  <a:lnTo>
                    <a:pt x="327218" y="4396"/>
                  </a:lnTo>
                  <a:lnTo>
                    <a:pt x="374140" y="17071"/>
                  </a:lnTo>
                  <a:lnTo>
                    <a:pt x="417350" y="37253"/>
                  </a:lnTo>
                  <a:lnTo>
                    <a:pt x="456062" y="64171"/>
                  </a:lnTo>
                  <a:lnTo>
                    <a:pt x="489494" y="97053"/>
                  </a:lnTo>
                  <a:lnTo>
                    <a:pt x="516861" y="135127"/>
                  </a:lnTo>
                  <a:lnTo>
                    <a:pt x="537380" y="177624"/>
                  </a:lnTo>
                  <a:lnTo>
                    <a:pt x="550266" y="223770"/>
                  </a:lnTo>
                  <a:lnTo>
                    <a:pt x="554735" y="272795"/>
                  </a:lnTo>
                  <a:lnTo>
                    <a:pt x="550266" y="321821"/>
                  </a:lnTo>
                  <a:lnTo>
                    <a:pt x="537380" y="367967"/>
                  </a:lnTo>
                  <a:lnTo>
                    <a:pt x="516861" y="410463"/>
                  </a:lnTo>
                  <a:lnTo>
                    <a:pt x="489494" y="448538"/>
                  </a:lnTo>
                  <a:lnTo>
                    <a:pt x="456062" y="481420"/>
                  </a:lnTo>
                  <a:lnTo>
                    <a:pt x="417350" y="508338"/>
                  </a:lnTo>
                  <a:lnTo>
                    <a:pt x="374140" y="528520"/>
                  </a:lnTo>
                  <a:lnTo>
                    <a:pt x="327218" y="541195"/>
                  </a:lnTo>
                  <a:lnTo>
                    <a:pt x="277368" y="545591"/>
                  </a:lnTo>
                  <a:lnTo>
                    <a:pt x="227517" y="541195"/>
                  </a:lnTo>
                  <a:lnTo>
                    <a:pt x="180595" y="528520"/>
                  </a:lnTo>
                  <a:lnTo>
                    <a:pt x="137385" y="508338"/>
                  </a:lnTo>
                  <a:lnTo>
                    <a:pt x="98673" y="481420"/>
                  </a:lnTo>
                  <a:lnTo>
                    <a:pt x="65241" y="448538"/>
                  </a:lnTo>
                  <a:lnTo>
                    <a:pt x="37874" y="410464"/>
                  </a:lnTo>
                  <a:lnTo>
                    <a:pt x="17355" y="367967"/>
                  </a:lnTo>
                  <a:lnTo>
                    <a:pt x="4469" y="321821"/>
                  </a:lnTo>
                  <a:lnTo>
                    <a:pt x="0" y="272795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1777110" y="2398598"/>
            <a:ext cx="1504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B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781558" y="1789176"/>
            <a:ext cx="4327525" cy="3008630"/>
            <a:chOff x="781558" y="1789176"/>
            <a:chExt cx="4327525" cy="3008630"/>
          </a:xfrm>
        </p:grpSpPr>
        <p:sp>
          <p:nvSpPr>
            <p:cNvPr id="28" name="object 28"/>
            <p:cNvSpPr/>
            <p:nvPr/>
          </p:nvSpPr>
          <p:spPr>
            <a:xfrm>
              <a:off x="1164336" y="1827276"/>
              <a:ext cx="3014980" cy="1689735"/>
            </a:xfrm>
            <a:custGeom>
              <a:avLst/>
              <a:gdLst/>
              <a:ahLst/>
              <a:cxnLst/>
              <a:rect l="l" t="t" r="r" b="b"/>
              <a:pathLst>
                <a:path w="3014979" h="1689735">
                  <a:moveTo>
                    <a:pt x="1242314" y="39624"/>
                  </a:moveTo>
                  <a:lnTo>
                    <a:pt x="883919" y="543813"/>
                  </a:lnTo>
                </a:path>
                <a:path w="3014979" h="1689735">
                  <a:moveTo>
                    <a:pt x="492251" y="928115"/>
                  </a:moveTo>
                  <a:lnTo>
                    <a:pt x="0" y="1600835"/>
                  </a:lnTo>
                </a:path>
                <a:path w="3014979" h="1689735">
                  <a:moveTo>
                    <a:pt x="1711452" y="0"/>
                  </a:moveTo>
                  <a:lnTo>
                    <a:pt x="2188210" y="544195"/>
                  </a:lnTo>
                </a:path>
                <a:path w="3014979" h="1689735">
                  <a:moveTo>
                    <a:pt x="883919" y="928115"/>
                  </a:moveTo>
                  <a:lnTo>
                    <a:pt x="1098931" y="1689608"/>
                  </a:lnTo>
                </a:path>
                <a:path w="3014979" h="1689735">
                  <a:moveTo>
                    <a:pt x="2513076" y="1008888"/>
                  </a:moveTo>
                  <a:lnTo>
                    <a:pt x="3014979" y="1591564"/>
                  </a:lnTo>
                </a:path>
              </a:pathLst>
            </a:custGeom>
            <a:ln w="7620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87908" y="4410455"/>
              <a:ext cx="451484" cy="381000"/>
            </a:xfrm>
            <a:custGeom>
              <a:avLst/>
              <a:gdLst/>
              <a:ahLst/>
              <a:cxnLst/>
              <a:rect l="l" t="t" r="r" b="b"/>
              <a:pathLst>
                <a:path w="451484" h="381000">
                  <a:moveTo>
                    <a:pt x="451104" y="0"/>
                  </a:moveTo>
                  <a:lnTo>
                    <a:pt x="0" y="0"/>
                  </a:lnTo>
                  <a:lnTo>
                    <a:pt x="0" y="381000"/>
                  </a:lnTo>
                  <a:lnTo>
                    <a:pt x="451104" y="381000"/>
                  </a:lnTo>
                  <a:lnTo>
                    <a:pt x="451104" y="0"/>
                  </a:lnTo>
                  <a:close/>
                </a:path>
              </a:pathLst>
            </a:custGeom>
            <a:solidFill>
              <a:srgbClr val="5382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87908" y="4410455"/>
              <a:ext cx="451484" cy="381000"/>
            </a:xfrm>
            <a:custGeom>
              <a:avLst/>
              <a:gdLst/>
              <a:ahLst/>
              <a:cxnLst/>
              <a:rect l="l" t="t" r="r" b="b"/>
              <a:pathLst>
                <a:path w="451484" h="381000">
                  <a:moveTo>
                    <a:pt x="0" y="381000"/>
                  </a:moveTo>
                  <a:lnTo>
                    <a:pt x="451104" y="381000"/>
                  </a:lnTo>
                  <a:lnTo>
                    <a:pt x="451104" y="0"/>
                  </a:lnTo>
                  <a:lnTo>
                    <a:pt x="0" y="0"/>
                  </a:lnTo>
                  <a:lnTo>
                    <a:pt x="0" y="381000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652772" y="4383024"/>
              <a:ext cx="449580" cy="381000"/>
            </a:xfrm>
            <a:custGeom>
              <a:avLst/>
              <a:gdLst/>
              <a:ahLst/>
              <a:cxnLst/>
              <a:rect l="l" t="t" r="r" b="b"/>
              <a:pathLst>
                <a:path w="449579" h="381000">
                  <a:moveTo>
                    <a:pt x="449579" y="0"/>
                  </a:moveTo>
                  <a:lnTo>
                    <a:pt x="0" y="0"/>
                  </a:lnTo>
                  <a:lnTo>
                    <a:pt x="0" y="381000"/>
                  </a:lnTo>
                  <a:lnTo>
                    <a:pt x="449579" y="381000"/>
                  </a:lnTo>
                  <a:lnTo>
                    <a:pt x="449579" y="0"/>
                  </a:lnTo>
                  <a:close/>
                </a:path>
              </a:pathLst>
            </a:custGeom>
            <a:solidFill>
              <a:srgbClr val="5382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652772" y="4383024"/>
              <a:ext cx="449580" cy="381000"/>
            </a:xfrm>
            <a:custGeom>
              <a:avLst/>
              <a:gdLst/>
              <a:ahLst/>
              <a:cxnLst/>
              <a:rect l="l" t="t" r="r" b="b"/>
              <a:pathLst>
                <a:path w="449579" h="381000">
                  <a:moveTo>
                    <a:pt x="0" y="381000"/>
                  </a:moveTo>
                  <a:lnTo>
                    <a:pt x="449579" y="381000"/>
                  </a:lnTo>
                  <a:lnTo>
                    <a:pt x="449579" y="0"/>
                  </a:lnTo>
                  <a:lnTo>
                    <a:pt x="0" y="0"/>
                  </a:lnTo>
                  <a:lnTo>
                    <a:pt x="0" y="381000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103119" y="4410455"/>
              <a:ext cx="451484" cy="381000"/>
            </a:xfrm>
            <a:custGeom>
              <a:avLst/>
              <a:gdLst/>
              <a:ahLst/>
              <a:cxnLst/>
              <a:rect l="l" t="t" r="r" b="b"/>
              <a:pathLst>
                <a:path w="451485" h="381000">
                  <a:moveTo>
                    <a:pt x="451104" y="0"/>
                  </a:moveTo>
                  <a:lnTo>
                    <a:pt x="0" y="0"/>
                  </a:lnTo>
                  <a:lnTo>
                    <a:pt x="0" y="381000"/>
                  </a:lnTo>
                  <a:lnTo>
                    <a:pt x="451104" y="381000"/>
                  </a:lnTo>
                  <a:lnTo>
                    <a:pt x="451104" y="0"/>
                  </a:lnTo>
                  <a:close/>
                </a:path>
              </a:pathLst>
            </a:custGeom>
            <a:solidFill>
              <a:srgbClr val="5382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103119" y="4410455"/>
              <a:ext cx="451484" cy="381000"/>
            </a:xfrm>
            <a:custGeom>
              <a:avLst/>
              <a:gdLst/>
              <a:ahLst/>
              <a:cxnLst/>
              <a:rect l="l" t="t" r="r" b="b"/>
              <a:pathLst>
                <a:path w="451485" h="381000">
                  <a:moveTo>
                    <a:pt x="0" y="381000"/>
                  </a:moveTo>
                  <a:lnTo>
                    <a:pt x="451104" y="381000"/>
                  </a:lnTo>
                  <a:lnTo>
                    <a:pt x="451104" y="0"/>
                  </a:lnTo>
                  <a:lnTo>
                    <a:pt x="0" y="0"/>
                  </a:lnTo>
                  <a:lnTo>
                    <a:pt x="0" y="381000"/>
                  </a:lnTo>
                  <a:close/>
                </a:path>
              </a:pathLst>
            </a:custGeom>
            <a:ln w="12699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072384" y="3445764"/>
              <a:ext cx="451484" cy="381000"/>
            </a:xfrm>
            <a:custGeom>
              <a:avLst/>
              <a:gdLst/>
              <a:ahLst/>
              <a:cxnLst/>
              <a:rect l="l" t="t" r="r" b="b"/>
              <a:pathLst>
                <a:path w="451485" h="381000">
                  <a:moveTo>
                    <a:pt x="451104" y="0"/>
                  </a:moveTo>
                  <a:lnTo>
                    <a:pt x="0" y="0"/>
                  </a:lnTo>
                  <a:lnTo>
                    <a:pt x="0" y="381000"/>
                  </a:lnTo>
                  <a:lnTo>
                    <a:pt x="451104" y="381000"/>
                  </a:lnTo>
                  <a:lnTo>
                    <a:pt x="451104" y="0"/>
                  </a:lnTo>
                  <a:close/>
                </a:path>
              </a:pathLst>
            </a:custGeom>
            <a:solidFill>
              <a:srgbClr val="5382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072384" y="3445764"/>
              <a:ext cx="451484" cy="381000"/>
            </a:xfrm>
            <a:custGeom>
              <a:avLst/>
              <a:gdLst/>
              <a:ahLst/>
              <a:cxnLst/>
              <a:rect l="l" t="t" r="r" b="b"/>
              <a:pathLst>
                <a:path w="451485" h="381000">
                  <a:moveTo>
                    <a:pt x="0" y="381000"/>
                  </a:moveTo>
                  <a:lnTo>
                    <a:pt x="451104" y="381000"/>
                  </a:lnTo>
                  <a:lnTo>
                    <a:pt x="451104" y="0"/>
                  </a:lnTo>
                  <a:lnTo>
                    <a:pt x="0" y="0"/>
                  </a:lnTo>
                  <a:lnTo>
                    <a:pt x="0" y="381000"/>
                  </a:lnTo>
                  <a:close/>
                </a:path>
              </a:pathLst>
            </a:custGeom>
            <a:ln w="12699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770375" y="4390644"/>
              <a:ext cx="451484" cy="381000"/>
            </a:xfrm>
            <a:custGeom>
              <a:avLst/>
              <a:gdLst/>
              <a:ahLst/>
              <a:cxnLst/>
              <a:rect l="l" t="t" r="r" b="b"/>
              <a:pathLst>
                <a:path w="451485" h="381000">
                  <a:moveTo>
                    <a:pt x="451103" y="0"/>
                  </a:moveTo>
                  <a:lnTo>
                    <a:pt x="0" y="0"/>
                  </a:lnTo>
                  <a:lnTo>
                    <a:pt x="0" y="380999"/>
                  </a:lnTo>
                  <a:lnTo>
                    <a:pt x="451103" y="380999"/>
                  </a:lnTo>
                  <a:lnTo>
                    <a:pt x="451103" y="0"/>
                  </a:lnTo>
                  <a:close/>
                </a:path>
              </a:pathLst>
            </a:custGeom>
            <a:solidFill>
              <a:srgbClr val="5382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770375" y="4390644"/>
              <a:ext cx="451484" cy="381000"/>
            </a:xfrm>
            <a:custGeom>
              <a:avLst/>
              <a:gdLst/>
              <a:ahLst/>
              <a:cxnLst/>
              <a:rect l="l" t="t" r="r" b="b"/>
              <a:pathLst>
                <a:path w="451485" h="381000">
                  <a:moveTo>
                    <a:pt x="0" y="380999"/>
                  </a:moveTo>
                  <a:lnTo>
                    <a:pt x="451103" y="380999"/>
                  </a:lnTo>
                  <a:lnTo>
                    <a:pt x="451103" y="0"/>
                  </a:lnTo>
                  <a:lnTo>
                    <a:pt x="0" y="0"/>
                  </a:lnTo>
                  <a:lnTo>
                    <a:pt x="0" y="380999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013460" y="2825496"/>
              <a:ext cx="3863975" cy="1653539"/>
            </a:xfrm>
            <a:custGeom>
              <a:avLst/>
              <a:gdLst/>
              <a:ahLst/>
              <a:cxnLst/>
              <a:rect l="l" t="t" r="r" b="b"/>
              <a:pathLst>
                <a:path w="3863975" h="1653539">
                  <a:moveTo>
                    <a:pt x="51777" y="1129283"/>
                  </a:moveTo>
                  <a:lnTo>
                    <a:pt x="0" y="1584833"/>
                  </a:lnTo>
                </a:path>
                <a:path w="3863975" h="1653539">
                  <a:moveTo>
                    <a:pt x="1405128" y="1197864"/>
                  </a:moveTo>
                  <a:lnTo>
                    <a:pt x="1353312" y="1653412"/>
                  </a:lnTo>
                </a:path>
                <a:path w="3863975" h="1653539">
                  <a:moveTo>
                    <a:pt x="2358770" y="0"/>
                  </a:moveTo>
                  <a:lnTo>
                    <a:pt x="2284476" y="619505"/>
                  </a:lnTo>
                </a:path>
                <a:path w="3863975" h="1653539">
                  <a:moveTo>
                    <a:pt x="3187318" y="1005839"/>
                  </a:moveTo>
                  <a:lnTo>
                    <a:pt x="2982467" y="1565147"/>
                  </a:lnTo>
                </a:path>
                <a:path w="3863975" h="1653539">
                  <a:moveTo>
                    <a:pt x="3503676" y="982979"/>
                  </a:moveTo>
                  <a:lnTo>
                    <a:pt x="3863720" y="1558543"/>
                  </a:lnTo>
                </a:path>
              </a:pathLst>
            </a:custGeom>
            <a:ln w="635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0" name="object 40"/>
          <p:cNvGrpSpPr/>
          <p:nvPr/>
        </p:nvGrpSpPr>
        <p:grpSpPr>
          <a:xfrm>
            <a:off x="8133333" y="1316482"/>
            <a:ext cx="1252220" cy="1387475"/>
            <a:chOff x="8133333" y="1316482"/>
            <a:chExt cx="1252220" cy="1387475"/>
          </a:xfrm>
        </p:grpSpPr>
        <p:sp>
          <p:nvSpPr>
            <p:cNvPr id="41" name="object 41"/>
            <p:cNvSpPr/>
            <p:nvPr/>
          </p:nvSpPr>
          <p:spPr>
            <a:xfrm>
              <a:off x="8823959" y="1322832"/>
              <a:ext cx="554990" cy="544195"/>
            </a:xfrm>
            <a:custGeom>
              <a:avLst/>
              <a:gdLst/>
              <a:ahLst/>
              <a:cxnLst/>
              <a:rect l="l" t="t" r="r" b="b"/>
              <a:pathLst>
                <a:path w="554990" h="544194">
                  <a:moveTo>
                    <a:pt x="277368" y="0"/>
                  </a:moveTo>
                  <a:lnTo>
                    <a:pt x="227517" y="4382"/>
                  </a:lnTo>
                  <a:lnTo>
                    <a:pt x="180595" y="17019"/>
                  </a:lnTo>
                  <a:lnTo>
                    <a:pt x="137385" y="37140"/>
                  </a:lnTo>
                  <a:lnTo>
                    <a:pt x="98673" y="63978"/>
                  </a:lnTo>
                  <a:lnTo>
                    <a:pt x="65241" y="96765"/>
                  </a:lnTo>
                  <a:lnTo>
                    <a:pt x="37874" y="134732"/>
                  </a:lnTo>
                  <a:lnTo>
                    <a:pt x="17355" y="177112"/>
                  </a:lnTo>
                  <a:lnTo>
                    <a:pt x="4469" y="223135"/>
                  </a:lnTo>
                  <a:lnTo>
                    <a:pt x="0" y="272033"/>
                  </a:lnTo>
                  <a:lnTo>
                    <a:pt x="4469" y="320932"/>
                  </a:lnTo>
                  <a:lnTo>
                    <a:pt x="17355" y="366955"/>
                  </a:lnTo>
                  <a:lnTo>
                    <a:pt x="37874" y="409335"/>
                  </a:lnTo>
                  <a:lnTo>
                    <a:pt x="65241" y="447302"/>
                  </a:lnTo>
                  <a:lnTo>
                    <a:pt x="98673" y="480089"/>
                  </a:lnTo>
                  <a:lnTo>
                    <a:pt x="137385" y="506927"/>
                  </a:lnTo>
                  <a:lnTo>
                    <a:pt x="180595" y="527048"/>
                  </a:lnTo>
                  <a:lnTo>
                    <a:pt x="227517" y="539685"/>
                  </a:lnTo>
                  <a:lnTo>
                    <a:pt x="277368" y="544067"/>
                  </a:lnTo>
                  <a:lnTo>
                    <a:pt x="327218" y="539685"/>
                  </a:lnTo>
                  <a:lnTo>
                    <a:pt x="374140" y="527048"/>
                  </a:lnTo>
                  <a:lnTo>
                    <a:pt x="417350" y="506927"/>
                  </a:lnTo>
                  <a:lnTo>
                    <a:pt x="456062" y="480089"/>
                  </a:lnTo>
                  <a:lnTo>
                    <a:pt x="489494" y="447302"/>
                  </a:lnTo>
                  <a:lnTo>
                    <a:pt x="516861" y="409335"/>
                  </a:lnTo>
                  <a:lnTo>
                    <a:pt x="537380" y="366955"/>
                  </a:lnTo>
                  <a:lnTo>
                    <a:pt x="550266" y="320932"/>
                  </a:lnTo>
                  <a:lnTo>
                    <a:pt x="554736" y="272033"/>
                  </a:lnTo>
                  <a:lnTo>
                    <a:pt x="550266" y="223135"/>
                  </a:lnTo>
                  <a:lnTo>
                    <a:pt x="537380" y="177112"/>
                  </a:lnTo>
                  <a:lnTo>
                    <a:pt x="516861" y="134732"/>
                  </a:lnTo>
                  <a:lnTo>
                    <a:pt x="489494" y="96765"/>
                  </a:lnTo>
                  <a:lnTo>
                    <a:pt x="456062" y="63978"/>
                  </a:lnTo>
                  <a:lnTo>
                    <a:pt x="417350" y="37140"/>
                  </a:lnTo>
                  <a:lnTo>
                    <a:pt x="374140" y="17019"/>
                  </a:lnTo>
                  <a:lnTo>
                    <a:pt x="327218" y="4382"/>
                  </a:lnTo>
                  <a:lnTo>
                    <a:pt x="277368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8823959" y="1322832"/>
              <a:ext cx="554990" cy="544195"/>
            </a:xfrm>
            <a:custGeom>
              <a:avLst/>
              <a:gdLst/>
              <a:ahLst/>
              <a:cxnLst/>
              <a:rect l="l" t="t" r="r" b="b"/>
              <a:pathLst>
                <a:path w="554990" h="544194">
                  <a:moveTo>
                    <a:pt x="0" y="272033"/>
                  </a:moveTo>
                  <a:lnTo>
                    <a:pt x="4469" y="223135"/>
                  </a:lnTo>
                  <a:lnTo>
                    <a:pt x="17355" y="177112"/>
                  </a:lnTo>
                  <a:lnTo>
                    <a:pt x="37874" y="134732"/>
                  </a:lnTo>
                  <a:lnTo>
                    <a:pt x="65241" y="96765"/>
                  </a:lnTo>
                  <a:lnTo>
                    <a:pt x="98673" y="63978"/>
                  </a:lnTo>
                  <a:lnTo>
                    <a:pt x="137385" y="37140"/>
                  </a:lnTo>
                  <a:lnTo>
                    <a:pt x="180595" y="17019"/>
                  </a:lnTo>
                  <a:lnTo>
                    <a:pt x="227517" y="4382"/>
                  </a:lnTo>
                  <a:lnTo>
                    <a:pt x="277368" y="0"/>
                  </a:lnTo>
                  <a:lnTo>
                    <a:pt x="327218" y="4382"/>
                  </a:lnTo>
                  <a:lnTo>
                    <a:pt x="374140" y="17019"/>
                  </a:lnTo>
                  <a:lnTo>
                    <a:pt x="417350" y="37140"/>
                  </a:lnTo>
                  <a:lnTo>
                    <a:pt x="456062" y="63978"/>
                  </a:lnTo>
                  <a:lnTo>
                    <a:pt x="489494" y="96765"/>
                  </a:lnTo>
                  <a:lnTo>
                    <a:pt x="516861" y="134732"/>
                  </a:lnTo>
                  <a:lnTo>
                    <a:pt x="537380" y="177112"/>
                  </a:lnTo>
                  <a:lnTo>
                    <a:pt x="550266" y="223135"/>
                  </a:lnTo>
                  <a:lnTo>
                    <a:pt x="554736" y="272033"/>
                  </a:lnTo>
                  <a:lnTo>
                    <a:pt x="550266" y="320932"/>
                  </a:lnTo>
                  <a:lnTo>
                    <a:pt x="537380" y="366955"/>
                  </a:lnTo>
                  <a:lnTo>
                    <a:pt x="516861" y="409335"/>
                  </a:lnTo>
                  <a:lnTo>
                    <a:pt x="489494" y="447302"/>
                  </a:lnTo>
                  <a:lnTo>
                    <a:pt x="456062" y="480089"/>
                  </a:lnTo>
                  <a:lnTo>
                    <a:pt x="417350" y="506927"/>
                  </a:lnTo>
                  <a:lnTo>
                    <a:pt x="374140" y="527048"/>
                  </a:lnTo>
                  <a:lnTo>
                    <a:pt x="327218" y="539685"/>
                  </a:lnTo>
                  <a:lnTo>
                    <a:pt x="277368" y="544067"/>
                  </a:lnTo>
                  <a:lnTo>
                    <a:pt x="227517" y="539685"/>
                  </a:lnTo>
                  <a:lnTo>
                    <a:pt x="180595" y="527048"/>
                  </a:lnTo>
                  <a:lnTo>
                    <a:pt x="137385" y="506927"/>
                  </a:lnTo>
                  <a:lnTo>
                    <a:pt x="98673" y="480089"/>
                  </a:lnTo>
                  <a:lnTo>
                    <a:pt x="65241" y="447302"/>
                  </a:lnTo>
                  <a:lnTo>
                    <a:pt x="37874" y="409335"/>
                  </a:lnTo>
                  <a:lnTo>
                    <a:pt x="17355" y="366955"/>
                  </a:lnTo>
                  <a:lnTo>
                    <a:pt x="4469" y="320932"/>
                  </a:lnTo>
                  <a:lnTo>
                    <a:pt x="0" y="272033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8139683" y="2153412"/>
              <a:ext cx="554990" cy="544195"/>
            </a:xfrm>
            <a:custGeom>
              <a:avLst/>
              <a:gdLst/>
              <a:ahLst/>
              <a:cxnLst/>
              <a:rect l="l" t="t" r="r" b="b"/>
              <a:pathLst>
                <a:path w="554990" h="544194">
                  <a:moveTo>
                    <a:pt x="277368" y="0"/>
                  </a:moveTo>
                  <a:lnTo>
                    <a:pt x="227517" y="4382"/>
                  </a:lnTo>
                  <a:lnTo>
                    <a:pt x="180595" y="17019"/>
                  </a:lnTo>
                  <a:lnTo>
                    <a:pt x="137385" y="37140"/>
                  </a:lnTo>
                  <a:lnTo>
                    <a:pt x="98673" y="63978"/>
                  </a:lnTo>
                  <a:lnTo>
                    <a:pt x="65241" y="96765"/>
                  </a:lnTo>
                  <a:lnTo>
                    <a:pt x="37874" y="134732"/>
                  </a:lnTo>
                  <a:lnTo>
                    <a:pt x="17355" y="177112"/>
                  </a:lnTo>
                  <a:lnTo>
                    <a:pt x="4469" y="223135"/>
                  </a:lnTo>
                  <a:lnTo>
                    <a:pt x="0" y="272034"/>
                  </a:lnTo>
                  <a:lnTo>
                    <a:pt x="4469" y="320932"/>
                  </a:lnTo>
                  <a:lnTo>
                    <a:pt x="17355" y="366955"/>
                  </a:lnTo>
                  <a:lnTo>
                    <a:pt x="37874" y="409335"/>
                  </a:lnTo>
                  <a:lnTo>
                    <a:pt x="65241" y="447302"/>
                  </a:lnTo>
                  <a:lnTo>
                    <a:pt x="98673" y="480089"/>
                  </a:lnTo>
                  <a:lnTo>
                    <a:pt x="137385" y="506927"/>
                  </a:lnTo>
                  <a:lnTo>
                    <a:pt x="180595" y="527048"/>
                  </a:lnTo>
                  <a:lnTo>
                    <a:pt x="227517" y="539685"/>
                  </a:lnTo>
                  <a:lnTo>
                    <a:pt x="277368" y="544067"/>
                  </a:lnTo>
                  <a:lnTo>
                    <a:pt x="327218" y="539685"/>
                  </a:lnTo>
                  <a:lnTo>
                    <a:pt x="374140" y="527048"/>
                  </a:lnTo>
                  <a:lnTo>
                    <a:pt x="417350" y="506927"/>
                  </a:lnTo>
                  <a:lnTo>
                    <a:pt x="456062" y="480089"/>
                  </a:lnTo>
                  <a:lnTo>
                    <a:pt x="489494" y="447302"/>
                  </a:lnTo>
                  <a:lnTo>
                    <a:pt x="516861" y="409335"/>
                  </a:lnTo>
                  <a:lnTo>
                    <a:pt x="537380" y="366955"/>
                  </a:lnTo>
                  <a:lnTo>
                    <a:pt x="550266" y="320932"/>
                  </a:lnTo>
                  <a:lnTo>
                    <a:pt x="554736" y="272034"/>
                  </a:lnTo>
                  <a:lnTo>
                    <a:pt x="550266" y="223135"/>
                  </a:lnTo>
                  <a:lnTo>
                    <a:pt x="537380" y="177112"/>
                  </a:lnTo>
                  <a:lnTo>
                    <a:pt x="516861" y="134732"/>
                  </a:lnTo>
                  <a:lnTo>
                    <a:pt x="489494" y="96765"/>
                  </a:lnTo>
                  <a:lnTo>
                    <a:pt x="456062" y="63978"/>
                  </a:lnTo>
                  <a:lnTo>
                    <a:pt x="417350" y="37140"/>
                  </a:lnTo>
                  <a:lnTo>
                    <a:pt x="374140" y="17019"/>
                  </a:lnTo>
                  <a:lnTo>
                    <a:pt x="327218" y="4382"/>
                  </a:lnTo>
                  <a:lnTo>
                    <a:pt x="277368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8139683" y="2153412"/>
              <a:ext cx="554990" cy="544195"/>
            </a:xfrm>
            <a:custGeom>
              <a:avLst/>
              <a:gdLst/>
              <a:ahLst/>
              <a:cxnLst/>
              <a:rect l="l" t="t" r="r" b="b"/>
              <a:pathLst>
                <a:path w="554990" h="544194">
                  <a:moveTo>
                    <a:pt x="0" y="272034"/>
                  </a:moveTo>
                  <a:lnTo>
                    <a:pt x="4469" y="223135"/>
                  </a:lnTo>
                  <a:lnTo>
                    <a:pt x="17355" y="177112"/>
                  </a:lnTo>
                  <a:lnTo>
                    <a:pt x="37874" y="134732"/>
                  </a:lnTo>
                  <a:lnTo>
                    <a:pt x="65241" y="96765"/>
                  </a:lnTo>
                  <a:lnTo>
                    <a:pt x="98673" y="63978"/>
                  </a:lnTo>
                  <a:lnTo>
                    <a:pt x="137385" y="37140"/>
                  </a:lnTo>
                  <a:lnTo>
                    <a:pt x="180595" y="17019"/>
                  </a:lnTo>
                  <a:lnTo>
                    <a:pt x="227517" y="4382"/>
                  </a:lnTo>
                  <a:lnTo>
                    <a:pt x="277368" y="0"/>
                  </a:lnTo>
                  <a:lnTo>
                    <a:pt x="327218" y="4382"/>
                  </a:lnTo>
                  <a:lnTo>
                    <a:pt x="374140" y="17019"/>
                  </a:lnTo>
                  <a:lnTo>
                    <a:pt x="417350" y="37140"/>
                  </a:lnTo>
                  <a:lnTo>
                    <a:pt x="456062" y="63978"/>
                  </a:lnTo>
                  <a:lnTo>
                    <a:pt x="489494" y="96765"/>
                  </a:lnTo>
                  <a:lnTo>
                    <a:pt x="516861" y="134732"/>
                  </a:lnTo>
                  <a:lnTo>
                    <a:pt x="537380" y="177112"/>
                  </a:lnTo>
                  <a:lnTo>
                    <a:pt x="550266" y="223135"/>
                  </a:lnTo>
                  <a:lnTo>
                    <a:pt x="554736" y="272034"/>
                  </a:lnTo>
                  <a:lnTo>
                    <a:pt x="550266" y="320932"/>
                  </a:lnTo>
                  <a:lnTo>
                    <a:pt x="537380" y="366955"/>
                  </a:lnTo>
                  <a:lnTo>
                    <a:pt x="516861" y="409335"/>
                  </a:lnTo>
                  <a:lnTo>
                    <a:pt x="489494" y="447302"/>
                  </a:lnTo>
                  <a:lnTo>
                    <a:pt x="456062" y="480089"/>
                  </a:lnTo>
                  <a:lnTo>
                    <a:pt x="417350" y="506927"/>
                  </a:lnTo>
                  <a:lnTo>
                    <a:pt x="374140" y="527048"/>
                  </a:lnTo>
                  <a:lnTo>
                    <a:pt x="327218" y="539685"/>
                  </a:lnTo>
                  <a:lnTo>
                    <a:pt x="277368" y="544067"/>
                  </a:lnTo>
                  <a:lnTo>
                    <a:pt x="227517" y="539685"/>
                  </a:lnTo>
                  <a:lnTo>
                    <a:pt x="180595" y="527048"/>
                  </a:lnTo>
                  <a:lnTo>
                    <a:pt x="137385" y="506927"/>
                  </a:lnTo>
                  <a:lnTo>
                    <a:pt x="98673" y="480089"/>
                  </a:lnTo>
                  <a:lnTo>
                    <a:pt x="65241" y="447302"/>
                  </a:lnTo>
                  <a:lnTo>
                    <a:pt x="37874" y="409335"/>
                  </a:lnTo>
                  <a:lnTo>
                    <a:pt x="17355" y="366955"/>
                  </a:lnTo>
                  <a:lnTo>
                    <a:pt x="4469" y="320932"/>
                  </a:lnTo>
                  <a:lnTo>
                    <a:pt x="0" y="272034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8333358" y="2261108"/>
            <a:ext cx="1682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9657333" y="2119629"/>
            <a:ext cx="567690" cy="556895"/>
            <a:chOff x="9657333" y="2119629"/>
            <a:chExt cx="567690" cy="556895"/>
          </a:xfrm>
        </p:grpSpPr>
        <p:sp>
          <p:nvSpPr>
            <p:cNvPr id="47" name="object 47"/>
            <p:cNvSpPr/>
            <p:nvPr/>
          </p:nvSpPr>
          <p:spPr>
            <a:xfrm>
              <a:off x="9663683" y="2125979"/>
              <a:ext cx="554990" cy="544195"/>
            </a:xfrm>
            <a:custGeom>
              <a:avLst/>
              <a:gdLst/>
              <a:ahLst/>
              <a:cxnLst/>
              <a:rect l="l" t="t" r="r" b="b"/>
              <a:pathLst>
                <a:path w="554990" h="544194">
                  <a:moveTo>
                    <a:pt x="277368" y="0"/>
                  </a:moveTo>
                  <a:lnTo>
                    <a:pt x="227517" y="4382"/>
                  </a:lnTo>
                  <a:lnTo>
                    <a:pt x="180595" y="17019"/>
                  </a:lnTo>
                  <a:lnTo>
                    <a:pt x="137385" y="37140"/>
                  </a:lnTo>
                  <a:lnTo>
                    <a:pt x="98673" y="63978"/>
                  </a:lnTo>
                  <a:lnTo>
                    <a:pt x="65241" y="96765"/>
                  </a:lnTo>
                  <a:lnTo>
                    <a:pt x="37874" y="134732"/>
                  </a:lnTo>
                  <a:lnTo>
                    <a:pt x="17355" y="177112"/>
                  </a:lnTo>
                  <a:lnTo>
                    <a:pt x="4469" y="223135"/>
                  </a:lnTo>
                  <a:lnTo>
                    <a:pt x="0" y="272034"/>
                  </a:lnTo>
                  <a:lnTo>
                    <a:pt x="4469" y="320932"/>
                  </a:lnTo>
                  <a:lnTo>
                    <a:pt x="17355" y="366955"/>
                  </a:lnTo>
                  <a:lnTo>
                    <a:pt x="37874" y="409335"/>
                  </a:lnTo>
                  <a:lnTo>
                    <a:pt x="65241" y="447302"/>
                  </a:lnTo>
                  <a:lnTo>
                    <a:pt x="98673" y="480089"/>
                  </a:lnTo>
                  <a:lnTo>
                    <a:pt x="137385" y="506927"/>
                  </a:lnTo>
                  <a:lnTo>
                    <a:pt x="180595" y="527048"/>
                  </a:lnTo>
                  <a:lnTo>
                    <a:pt x="227517" y="539685"/>
                  </a:lnTo>
                  <a:lnTo>
                    <a:pt x="277368" y="544068"/>
                  </a:lnTo>
                  <a:lnTo>
                    <a:pt x="327218" y="539685"/>
                  </a:lnTo>
                  <a:lnTo>
                    <a:pt x="374140" y="527048"/>
                  </a:lnTo>
                  <a:lnTo>
                    <a:pt x="417350" y="506927"/>
                  </a:lnTo>
                  <a:lnTo>
                    <a:pt x="456062" y="480089"/>
                  </a:lnTo>
                  <a:lnTo>
                    <a:pt x="489494" y="447302"/>
                  </a:lnTo>
                  <a:lnTo>
                    <a:pt x="516861" y="409335"/>
                  </a:lnTo>
                  <a:lnTo>
                    <a:pt x="537380" y="366955"/>
                  </a:lnTo>
                  <a:lnTo>
                    <a:pt x="550266" y="320932"/>
                  </a:lnTo>
                  <a:lnTo>
                    <a:pt x="554736" y="272034"/>
                  </a:lnTo>
                  <a:lnTo>
                    <a:pt x="550266" y="223135"/>
                  </a:lnTo>
                  <a:lnTo>
                    <a:pt x="537380" y="177112"/>
                  </a:lnTo>
                  <a:lnTo>
                    <a:pt x="516861" y="134732"/>
                  </a:lnTo>
                  <a:lnTo>
                    <a:pt x="489494" y="96765"/>
                  </a:lnTo>
                  <a:lnTo>
                    <a:pt x="456062" y="63978"/>
                  </a:lnTo>
                  <a:lnTo>
                    <a:pt x="417350" y="37140"/>
                  </a:lnTo>
                  <a:lnTo>
                    <a:pt x="374140" y="17019"/>
                  </a:lnTo>
                  <a:lnTo>
                    <a:pt x="327218" y="4382"/>
                  </a:lnTo>
                  <a:lnTo>
                    <a:pt x="277368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9663683" y="2125979"/>
              <a:ext cx="554990" cy="544195"/>
            </a:xfrm>
            <a:custGeom>
              <a:avLst/>
              <a:gdLst/>
              <a:ahLst/>
              <a:cxnLst/>
              <a:rect l="l" t="t" r="r" b="b"/>
              <a:pathLst>
                <a:path w="554990" h="544194">
                  <a:moveTo>
                    <a:pt x="0" y="272034"/>
                  </a:moveTo>
                  <a:lnTo>
                    <a:pt x="4469" y="223135"/>
                  </a:lnTo>
                  <a:lnTo>
                    <a:pt x="17355" y="177112"/>
                  </a:lnTo>
                  <a:lnTo>
                    <a:pt x="37874" y="134732"/>
                  </a:lnTo>
                  <a:lnTo>
                    <a:pt x="65241" y="96765"/>
                  </a:lnTo>
                  <a:lnTo>
                    <a:pt x="98673" y="63978"/>
                  </a:lnTo>
                  <a:lnTo>
                    <a:pt x="137385" y="37140"/>
                  </a:lnTo>
                  <a:lnTo>
                    <a:pt x="180595" y="17019"/>
                  </a:lnTo>
                  <a:lnTo>
                    <a:pt x="227517" y="4382"/>
                  </a:lnTo>
                  <a:lnTo>
                    <a:pt x="277368" y="0"/>
                  </a:lnTo>
                  <a:lnTo>
                    <a:pt x="327218" y="4382"/>
                  </a:lnTo>
                  <a:lnTo>
                    <a:pt x="374140" y="17019"/>
                  </a:lnTo>
                  <a:lnTo>
                    <a:pt x="417350" y="37140"/>
                  </a:lnTo>
                  <a:lnTo>
                    <a:pt x="456062" y="63978"/>
                  </a:lnTo>
                  <a:lnTo>
                    <a:pt x="489494" y="96765"/>
                  </a:lnTo>
                  <a:lnTo>
                    <a:pt x="516861" y="134732"/>
                  </a:lnTo>
                  <a:lnTo>
                    <a:pt x="537380" y="177112"/>
                  </a:lnTo>
                  <a:lnTo>
                    <a:pt x="550266" y="223135"/>
                  </a:lnTo>
                  <a:lnTo>
                    <a:pt x="554736" y="272034"/>
                  </a:lnTo>
                  <a:lnTo>
                    <a:pt x="550266" y="320932"/>
                  </a:lnTo>
                  <a:lnTo>
                    <a:pt x="537380" y="366955"/>
                  </a:lnTo>
                  <a:lnTo>
                    <a:pt x="516861" y="409335"/>
                  </a:lnTo>
                  <a:lnTo>
                    <a:pt x="489494" y="447302"/>
                  </a:lnTo>
                  <a:lnTo>
                    <a:pt x="456062" y="480089"/>
                  </a:lnTo>
                  <a:lnTo>
                    <a:pt x="417350" y="506927"/>
                  </a:lnTo>
                  <a:lnTo>
                    <a:pt x="374140" y="527048"/>
                  </a:lnTo>
                  <a:lnTo>
                    <a:pt x="327218" y="539685"/>
                  </a:lnTo>
                  <a:lnTo>
                    <a:pt x="277368" y="544068"/>
                  </a:lnTo>
                  <a:lnTo>
                    <a:pt x="227517" y="539685"/>
                  </a:lnTo>
                  <a:lnTo>
                    <a:pt x="180595" y="527048"/>
                  </a:lnTo>
                  <a:lnTo>
                    <a:pt x="137385" y="506927"/>
                  </a:lnTo>
                  <a:lnTo>
                    <a:pt x="98673" y="480089"/>
                  </a:lnTo>
                  <a:lnTo>
                    <a:pt x="65241" y="447302"/>
                  </a:lnTo>
                  <a:lnTo>
                    <a:pt x="37874" y="409335"/>
                  </a:lnTo>
                  <a:lnTo>
                    <a:pt x="17355" y="366955"/>
                  </a:lnTo>
                  <a:lnTo>
                    <a:pt x="4469" y="320932"/>
                  </a:lnTo>
                  <a:lnTo>
                    <a:pt x="0" y="272034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" name="object 49"/>
          <p:cNvSpPr txBox="1"/>
          <p:nvPr/>
        </p:nvSpPr>
        <p:spPr>
          <a:xfrm>
            <a:off x="9900284" y="2233929"/>
            <a:ext cx="831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7500873" y="3093466"/>
            <a:ext cx="567690" cy="558800"/>
            <a:chOff x="7500873" y="3093466"/>
            <a:chExt cx="567690" cy="558800"/>
          </a:xfrm>
        </p:grpSpPr>
        <p:sp>
          <p:nvSpPr>
            <p:cNvPr id="51" name="object 51"/>
            <p:cNvSpPr/>
            <p:nvPr/>
          </p:nvSpPr>
          <p:spPr>
            <a:xfrm>
              <a:off x="7507223" y="3099816"/>
              <a:ext cx="554990" cy="546100"/>
            </a:xfrm>
            <a:custGeom>
              <a:avLst/>
              <a:gdLst/>
              <a:ahLst/>
              <a:cxnLst/>
              <a:rect l="l" t="t" r="r" b="b"/>
              <a:pathLst>
                <a:path w="554990" h="546100">
                  <a:moveTo>
                    <a:pt x="277368" y="0"/>
                  </a:moveTo>
                  <a:lnTo>
                    <a:pt x="227517" y="4396"/>
                  </a:lnTo>
                  <a:lnTo>
                    <a:pt x="180595" y="17071"/>
                  </a:lnTo>
                  <a:lnTo>
                    <a:pt x="137385" y="37253"/>
                  </a:lnTo>
                  <a:lnTo>
                    <a:pt x="98673" y="64171"/>
                  </a:lnTo>
                  <a:lnTo>
                    <a:pt x="65241" y="97053"/>
                  </a:lnTo>
                  <a:lnTo>
                    <a:pt x="37874" y="135128"/>
                  </a:lnTo>
                  <a:lnTo>
                    <a:pt x="17355" y="177624"/>
                  </a:lnTo>
                  <a:lnTo>
                    <a:pt x="4469" y="223770"/>
                  </a:lnTo>
                  <a:lnTo>
                    <a:pt x="0" y="272796"/>
                  </a:lnTo>
                  <a:lnTo>
                    <a:pt x="4469" y="321821"/>
                  </a:lnTo>
                  <a:lnTo>
                    <a:pt x="17355" y="367967"/>
                  </a:lnTo>
                  <a:lnTo>
                    <a:pt x="37874" y="410464"/>
                  </a:lnTo>
                  <a:lnTo>
                    <a:pt x="65241" y="448538"/>
                  </a:lnTo>
                  <a:lnTo>
                    <a:pt x="98673" y="481420"/>
                  </a:lnTo>
                  <a:lnTo>
                    <a:pt x="137385" y="508338"/>
                  </a:lnTo>
                  <a:lnTo>
                    <a:pt x="180595" y="528520"/>
                  </a:lnTo>
                  <a:lnTo>
                    <a:pt x="227517" y="541195"/>
                  </a:lnTo>
                  <a:lnTo>
                    <a:pt x="277368" y="545592"/>
                  </a:lnTo>
                  <a:lnTo>
                    <a:pt x="327218" y="541195"/>
                  </a:lnTo>
                  <a:lnTo>
                    <a:pt x="374140" y="528520"/>
                  </a:lnTo>
                  <a:lnTo>
                    <a:pt x="417350" y="508338"/>
                  </a:lnTo>
                  <a:lnTo>
                    <a:pt x="456062" y="481420"/>
                  </a:lnTo>
                  <a:lnTo>
                    <a:pt x="489494" y="448538"/>
                  </a:lnTo>
                  <a:lnTo>
                    <a:pt x="516861" y="410463"/>
                  </a:lnTo>
                  <a:lnTo>
                    <a:pt x="537380" y="367967"/>
                  </a:lnTo>
                  <a:lnTo>
                    <a:pt x="550266" y="321821"/>
                  </a:lnTo>
                  <a:lnTo>
                    <a:pt x="554735" y="272796"/>
                  </a:lnTo>
                  <a:lnTo>
                    <a:pt x="550266" y="223770"/>
                  </a:lnTo>
                  <a:lnTo>
                    <a:pt x="537380" y="177624"/>
                  </a:lnTo>
                  <a:lnTo>
                    <a:pt x="516861" y="135127"/>
                  </a:lnTo>
                  <a:lnTo>
                    <a:pt x="489494" y="97053"/>
                  </a:lnTo>
                  <a:lnTo>
                    <a:pt x="456062" y="64171"/>
                  </a:lnTo>
                  <a:lnTo>
                    <a:pt x="417350" y="37253"/>
                  </a:lnTo>
                  <a:lnTo>
                    <a:pt x="374140" y="17071"/>
                  </a:lnTo>
                  <a:lnTo>
                    <a:pt x="327218" y="4396"/>
                  </a:lnTo>
                  <a:lnTo>
                    <a:pt x="277368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7507223" y="3099816"/>
              <a:ext cx="554990" cy="546100"/>
            </a:xfrm>
            <a:custGeom>
              <a:avLst/>
              <a:gdLst/>
              <a:ahLst/>
              <a:cxnLst/>
              <a:rect l="l" t="t" r="r" b="b"/>
              <a:pathLst>
                <a:path w="554990" h="546100">
                  <a:moveTo>
                    <a:pt x="0" y="272796"/>
                  </a:moveTo>
                  <a:lnTo>
                    <a:pt x="4469" y="223770"/>
                  </a:lnTo>
                  <a:lnTo>
                    <a:pt x="17355" y="177624"/>
                  </a:lnTo>
                  <a:lnTo>
                    <a:pt x="37874" y="135128"/>
                  </a:lnTo>
                  <a:lnTo>
                    <a:pt x="65241" y="97053"/>
                  </a:lnTo>
                  <a:lnTo>
                    <a:pt x="98673" y="64171"/>
                  </a:lnTo>
                  <a:lnTo>
                    <a:pt x="137385" y="37253"/>
                  </a:lnTo>
                  <a:lnTo>
                    <a:pt x="180595" y="17071"/>
                  </a:lnTo>
                  <a:lnTo>
                    <a:pt x="227517" y="4396"/>
                  </a:lnTo>
                  <a:lnTo>
                    <a:pt x="277368" y="0"/>
                  </a:lnTo>
                  <a:lnTo>
                    <a:pt x="327218" y="4396"/>
                  </a:lnTo>
                  <a:lnTo>
                    <a:pt x="374140" y="17071"/>
                  </a:lnTo>
                  <a:lnTo>
                    <a:pt x="417350" y="37253"/>
                  </a:lnTo>
                  <a:lnTo>
                    <a:pt x="456062" y="64171"/>
                  </a:lnTo>
                  <a:lnTo>
                    <a:pt x="489494" y="97053"/>
                  </a:lnTo>
                  <a:lnTo>
                    <a:pt x="516861" y="135127"/>
                  </a:lnTo>
                  <a:lnTo>
                    <a:pt x="537380" y="177624"/>
                  </a:lnTo>
                  <a:lnTo>
                    <a:pt x="550266" y="223770"/>
                  </a:lnTo>
                  <a:lnTo>
                    <a:pt x="554735" y="272796"/>
                  </a:lnTo>
                  <a:lnTo>
                    <a:pt x="550266" y="321821"/>
                  </a:lnTo>
                  <a:lnTo>
                    <a:pt x="537380" y="367967"/>
                  </a:lnTo>
                  <a:lnTo>
                    <a:pt x="516861" y="410463"/>
                  </a:lnTo>
                  <a:lnTo>
                    <a:pt x="489494" y="448538"/>
                  </a:lnTo>
                  <a:lnTo>
                    <a:pt x="456062" y="481420"/>
                  </a:lnTo>
                  <a:lnTo>
                    <a:pt x="417350" y="508338"/>
                  </a:lnTo>
                  <a:lnTo>
                    <a:pt x="374140" y="528520"/>
                  </a:lnTo>
                  <a:lnTo>
                    <a:pt x="327218" y="541195"/>
                  </a:lnTo>
                  <a:lnTo>
                    <a:pt x="277368" y="545592"/>
                  </a:lnTo>
                  <a:lnTo>
                    <a:pt x="227517" y="541195"/>
                  </a:lnTo>
                  <a:lnTo>
                    <a:pt x="180595" y="528520"/>
                  </a:lnTo>
                  <a:lnTo>
                    <a:pt x="137385" y="508338"/>
                  </a:lnTo>
                  <a:lnTo>
                    <a:pt x="98673" y="481420"/>
                  </a:lnTo>
                  <a:lnTo>
                    <a:pt x="65241" y="448538"/>
                  </a:lnTo>
                  <a:lnTo>
                    <a:pt x="37874" y="410464"/>
                  </a:lnTo>
                  <a:lnTo>
                    <a:pt x="17355" y="367967"/>
                  </a:lnTo>
                  <a:lnTo>
                    <a:pt x="4469" y="321821"/>
                  </a:lnTo>
                  <a:lnTo>
                    <a:pt x="0" y="272796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" name="object 53"/>
          <p:cNvSpPr txBox="1"/>
          <p:nvPr/>
        </p:nvSpPr>
        <p:spPr>
          <a:xfrm>
            <a:off x="7735951" y="3208146"/>
            <a:ext cx="984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J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7049769" y="1703832"/>
            <a:ext cx="3890010" cy="2705735"/>
            <a:chOff x="7049769" y="1703832"/>
            <a:chExt cx="3890010" cy="2705735"/>
          </a:xfrm>
        </p:grpSpPr>
        <p:sp>
          <p:nvSpPr>
            <p:cNvPr id="55" name="object 55"/>
            <p:cNvSpPr/>
            <p:nvPr/>
          </p:nvSpPr>
          <p:spPr>
            <a:xfrm>
              <a:off x="7987283" y="1741932"/>
              <a:ext cx="1757680" cy="1447800"/>
            </a:xfrm>
            <a:custGeom>
              <a:avLst/>
              <a:gdLst/>
              <a:ahLst/>
              <a:cxnLst/>
              <a:rect l="l" t="t" r="r" b="b"/>
              <a:pathLst>
                <a:path w="1757679" h="1447800">
                  <a:moveTo>
                    <a:pt x="1269492" y="0"/>
                  </a:moveTo>
                  <a:lnTo>
                    <a:pt x="1757552" y="463803"/>
                  </a:lnTo>
                </a:path>
                <a:path w="1757679" h="1447800">
                  <a:moveTo>
                    <a:pt x="1016254" y="94487"/>
                  </a:moveTo>
                  <a:lnTo>
                    <a:pt x="626364" y="491489"/>
                  </a:lnTo>
                </a:path>
                <a:path w="1757679" h="1447800">
                  <a:moveTo>
                    <a:pt x="358394" y="943355"/>
                  </a:moveTo>
                  <a:lnTo>
                    <a:pt x="0" y="1447545"/>
                  </a:lnTo>
                </a:path>
              </a:pathLst>
            </a:custGeom>
            <a:ln w="7620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7056119" y="4021836"/>
              <a:ext cx="451484" cy="381000"/>
            </a:xfrm>
            <a:custGeom>
              <a:avLst/>
              <a:gdLst/>
              <a:ahLst/>
              <a:cxnLst/>
              <a:rect l="l" t="t" r="r" b="b"/>
              <a:pathLst>
                <a:path w="451484" h="381000">
                  <a:moveTo>
                    <a:pt x="451103" y="0"/>
                  </a:moveTo>
                  <a:lnTo>
                    <a:pt x="0" y="0"/>
                  </a:lnTo>
                  <a:lnTo>
                    <a:pt x="0" y="381000"/>
                  </a:lnTo>
                  <a:lnTo>
                    <a:pt x="451103" y="381000"/>
                  </a:lnTo>
                  <a:lnTo>
                    <a:pt x="451103" y="0"/>
                  </a:lnTo>
                  <a:close/>
                </a:path>
              </a:pathLst>
            </a:custGeom>
            <a:solidFill>
              <a:srgbClr val="5382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7056119" y="4021836"/>
              <a:ext cx="451484" cy="381000"/>
            </a:xfrm>
            <a:custGeom>
              <a:avLst/>
              <a:gdLst/>
              <a:ahLst/>
              <a:cxnLst/>
              <a:rect l="l" t="t" r="r" b="b"/>
              <a:pathLst>
                <a:path w="451484" h="381000">
                  <a:moveTo>
                    <a:pt x="0" y="381000"/>
                  </a:moveTo>
                  <a:lnTo>
                    <a:pt x="451103" y="381000"/>
                  </a:lnTo>
                  <a:lnTo>
                    <a:pt x="451103" y="0"/>
                  </a:lnTo>
                  <a:lnTo>
                    <a:pt x="0" y="0"/>
                  </a:lnTo>
                  <a:lnTo>
                    <a:pt x="0" y="381000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8694419" y="3150108"/>
              <a:ext cx="451484" cy="381000"/>
            </a:xfrm>
            <a:custGeom>
              <a:avLst/>
              <a:gdLst/>
              <a:ahLst/>
              <a:cxnLst/>
              <a:rect l="l" t="t" r="r" b="b"/>
              <a:pathLst>
                <a:path w="451484" h="381000">
                  <a:moveTo>
                    <a:pt x="451103" y="0"/>
                  </a:moveTo>
                  <a:lnTo>
                    <a:pt x="0" y="0"/>
                  </a:lnTo>
                  <a:lnTo>
                    <a:pt x="0" y="381000"/>
                  </a:lnTo>
                  <a:lnTo>
                    <a:pt x="451103" y="381000"/>
                  </a:lnTo>
                  <a:lnTo>
                    <a:pt x="451103" y="0"/>
                  </a:lnTo>
                  <a:close/>
                </a:path>
              </a:pathLst>
            </a:custGeom>
            <a:solidFill>
              <a:srgbClr val="5382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8694419" y="3150108"/>
              <a:ext cx="451484" cy="381000"/>
            </a:xfrm>
            <a:custGeom>
              <a:avLst/>
              <a:gdLst/>
              <a:ahLst/>
              <a:cxnLst/>
              <a:rect l="l" t="t" r="r" b="b"/>
              <a:pathLst>
                <a:path w="451484" h="381000">
                  <a:moveTo>
                    <a:pt x="0" y="381000"/>
                  </a:moveTo>
                  <a:lnTo>
                    <a:pt x="451103" y="381000"/>
                  </a:lnTo>
                  <a:lnTo>
                    <a:pt x="451103" y="0"/>
                  </a:lnTo>
                  <a:lnTo>
                    <a:pt x="0" y="0"/>
                  </a:lnTo>
                  <a:lnTo>
                    <a:pt x="0" y="381000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9464039" y="3131820"/>
              <a:ext cx="449580" cy="381000"/>
            </a:xfrm>
            <a:custGeom>
              <a:avLst/>
              <a:gdLst/>
              <a:ahLst/>
              <a:cxnLst/>
              <a:rect l="l" t="t" r="r" b="b"/>
              <a:pathLst>
                <a:path w="449579" h="381000">
                  <a:moveTo>
                    <a:pt x="449579" y="0"/>
                  </a:moveTo>
                  <a:lnTo>
                    <a:pt x="0" y="0"/>
                  </a:lnTo>
                  <a:lnTo>
                    <a:pt x="0" y="381000"/>
                  </a:lnTo>
                  <a:lnTo>
                    <a:pt x="449579" y="381000"/>
                  </a:lnTo>
                  <a:lnTo>
                    <a:pt x="449579" y="0"/>
                  </a:lnTo>
                  <a:close/>
                </a:path>
              </a:pathLst>
            </a:custGeom>
            <a:solidFill>
              <a:srgbClr val="5382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9464039" y="3131820"/>
              <a:ext cx="449580" cy="381000"/>
            </a:xfrm>
            <a:custGeom>
              <a:avLst/>
              <a:gdLst/>
              <a:ahLst/>
              <a:cxnLst/>
              <a:rect l="l" t="t" r="r" b="b"/>
              <a:pathLst>
                <a:path w="449579" h="381000">
                  <a:moveTo>
                    <a:pt x="0" y="381000"/>
                  </a:moveTo>
                  <a:lnTo>
                    <a:pt x="449579" y="381000"/>
                  </a:lnTo>
                  <a:lnTo>
                    <a:pt x="449579" y="0"/>
                  </a:lnTo>
                  <a:lnTo>
                    <a:pt x="0" y="0"/>
                  </a:lnTo>
                  <a:lnTo>
                    <a:pt x="0" y="381000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10482071" y="3080004"/>
              <a:ext cx="451484" cy="381000"/>
            </a:xfrm>
            <a:custGeom>
              <a:avLst/>
              <a:gdLst/>
              <a:ahLst/>
              <a:cxnLst/>
              <a:rect l="l" t="t" r="r" b="b"/>
              <a:pathLst>
                <a:path w="451484" h="381000">
                  <a:moveTo>
                    <a:pt x="451103" y="0"/>
                  </a:moveTo>
                  <a:lnTo>
                    <a:pt x="0" y="0"/>
                  </a:lnTo>
                  <a:lnTo>
                    <a:pt x="0" y="381000"/>
                  </a:lnTo>
                  <a:lnTo>
                    <a:pt x="451103" y="381000"/>
                  </a:lnTo>
                  <a:lnTo>
                    <a:pt x="451103" y="0"/>
                  </a:lnTo>
                  <a:close/>
                </a:path>
              </a:pathLst>
            </a:custGeom>
            <a:solidFill>
              <a:srgbClr val="5382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10482071" y="3080004"/>
              <a:ext cx="451484" cy="381000"/>
            </a:xfrm>
            <a:custGeom>
              <a:avLst/>
              <a:gdLst/>
              <a:ahLst/>
              <a:cxnLst/>
              <a:rect l="l" t="t" r="r" b="b"/>
              <a:pathLst>
                <a:path w="451484" h="381000">
                  <a:moveTo>
                    <a:pt x="0" y="381000"/>
                  </a:moveTo>
                  <a:lnTo>
                    <a:pt x="451103" y="381000"/>
                  </a:lnTo>
                  <a:lnTo>
                    <a:pt x="451103" y="0"/>
                  </a:lnTo>
                  <a:lnTo>
                    <a:pt x="0" y="0"/>
                  </a:lnTo>
                  <a:lnTo>
                    <a:pt x="0" y="381000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7987283" y="3989832"/>
              <a:ext cx="451484" cy="381000"/>
            </a:xfrm>
            <a:custGeom>
              <a:avLst/>
              <a:gdLst/>
              <a:ahLst/>
              <a:cxnLst/>
              <a:rect l="l" t="t" r="r" b="b"/>
              <a:pathLst>
                <a:path w="451484" h="381000">
                  <a:moveTo>
                    <a:pt x="451103" y="0"/>
                  </a:moveTo>
                  <a:lnTo>
                    <a:pt x="0" y="0"/>
                  </a:lnTo>
                  <a:lnTo>
                    <a:pt x="0" y="381000"/>
                  </a:lnTo>
                  <a:lnTo>
                    <a:pt x="451103" y="381000"/>
                  </a:lnTo>
                  <a:lnTo>
                    <a:pt x="451103" y="0"/>
                  </a:lnTo>
                  <a:close/>
                </a:path>
              </a:pathLst>
            </a:custGeom>
            <a:solidFill>
              <a:srgbClr val="5382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7987283" y="3989832"/>
              <a:ext cx="451484" cy="381000"/>
            </a:xfrm>
            <a:custGeom>
              <a:avLst/>
              <a:gdLst/>
              <a:ahLst/>
              <a:cxnLst/>
              <a:rect l="l" t="t" r="r" b="b"/>
              <a:pathLst>
                <a:path w="451484" h="381000">
                  <a:moveTo>
                    <a:pt x="0" y="381000"/>
                  </a:moveTo>
                  <a:lnTo>
                    <a:pt x="451103" y="381000"/>
                  </a:lnTo>
                  <a:lnTo>
                    <a:pt x="451103" y="0"/>
                  </a:lnTo>
                  <a:lnTo>
                    <a:pt x="0" y="0"/>
                  </a:lnTo>
                  <a:lnTo>
                    <a:pt x="0" y="381000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7281671" y="2616708"/>
              <a:ext cx="3425825" cy="1406525"/>
            </a:xfrm>
            <a:custGeom>
              <a:avLst/>
              <a:gdLst/>
              <a:ahLst/>
              <a:cxnLst/>
              <a:rect l="l" t="t" r="r" b="b"/>
              <a:pathLst>
                <a:path w="3425825" h="1406525">
                  <a:moveTo>
                    <a:pt x="557910" y="1039367"/>
                  </a:moveTo>
                  <a:lnTo>
                    <a:pt x="0" y="1406397"/>
                  </a:lnTo>
                </a:path>
                <a:path w="3425825" h="1406525">
                  <a:moveTo>
                    <a:pt x="557783" y="1030223"/>
                  </a:moveTo>
                  <a:lnTo>
                    <a:pt x="930528" y="1374520"/>
                  </a:lnTo>
                </a:path>
                <a:path w="3425825" h="1406525">
                  <a:moveTo>
                    <a:pt x="1278635" y="35051"/>
                  </a:moveTo>
                  <a:lnTo>
                    <a:pt x="1638173" y="533272"/>
                  </a:lnTo>
                </a:path>
                <a:path w="3425825" h="1406525">
                  <a:moveTo>
                    <a:pt x="2630043" y="9143"/>
                  </a:moveTo>
                  <a:lnTo>
                    <a:pt x="2407920" y="515619"/>
                  </a:lnTo>
                </a:path>
                <a:path w="3425825" h="1406525">
                  <a:moveTo>
                    <a:pt x="2845307" y="0"/>
                  </a:moveTo>
                  <a:lnTo>
                    <a:pt x="3425825" y="464057"/>
                  </a:lnTo>
                </a:path>
              </a:pathLst>
            </a:custGeom>
            <a:ln w="635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7" name="object 67"/>
          <p:cNvSpPr txBox="1"/>
          <p:nvPr/>
        </p:nvSpPr>
        <p:spPr>
          <a:xfrm>
            <a:off x="575563" y="3406902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1947798" y="3379978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3070351" y="2444622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4697729" y="3234690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1463802" y="2088591"/>
            <a:ext cx="1416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3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2518917" y="1048892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6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575563" y="4518405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1829561" y="4438650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2840863" y="3475735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3484879" y="4407865"/>
            <a:ext cx="182435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94814" algn="l"/>
              </a:tabLst>
            </a:pPr>
            <a:r>
              <a:rPr sz="1800" spc="-50" dirty="0">
                <a:latin typeface="Calibri"/>
                <a:cs typeface="Calibri"/>
              </a:rPr>
              <a:t>0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1800" spc="-50" dirty="0">
                <a:latin typeface="Calibri"/>
                <a:cs typeface="Calibri"/>
              </a:rPr>
              <a:t>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420420" y="5017389"/>
            <a:ext cx="11633200" cy="17075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60450" algn="ctr">
              <a:lnSpc>
                <a:spcPts val="1939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0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ts val="3620"/>
              </a:lnSpc>
            </a:pPr>
            <a:r>
              <a:rPr sz="3200" b="1" i="1" dirty="0">
                <a:latin typeface="Times New Roman"/>
                <a:cs typeface="Times New Roman"/>
              </a:rPr>
              <a:t>If x</a:t>
            </a:r>
            <a:r>
              <a:rPr sz="3200" b="1" i="1" spc="-15" dirty="0">
                <a:latin typeface="Times New Roman"/>
                <a:cs typeface="Times New Roman"/>
              </a:rPr>
              <a:t> </a:t>
            </a:r>
            <a:r>
              <a:rPr sz="3200" b="1" i="1" dirty="0">
                <a:latin typeface="Times New Roman"/>
                <a:cs typeface="Times New Roman"/>
              </a:rPr>
              <a:t>is an</a:t>
            </a:r>
            <a:r>
              <a:rPr sz="3200" b="1" i="1" spc="-15" dirty="0">
                <a:latin typeface="Times New Roman"/>
                <a:cs typeface="Times New Roman"/>
              </a:rPr>
              <a:t> </a:t>
            </a:r>
            <a:r>
              <a:rPr sz="3200" b="1" i="1" dirty="0">
                <a:latin typeface="Times New Roman"/>
                <a:cs typeface="Times New Roman"/>
              </a:rPr>
              <a:t>external</a:t>
            </a:r>
            <a:r>
              <a:rPr sz="3200" b="1" i="1" spc="-25" dirty="0">
                <a:latin typeface="Times New Roman"/>
                <a:cs typeface="Times New Roman"/>
              </a:rPr>
              <a:t> </a:t>
            </a:r>
            <a:r>
              <a:rPr sz="3200" b="1" i="1" dirty="0">
                <a:latin typeface="Times New Roman"/>
                <a:cs typeface="Times New Roman"/>
              </a:rPr>
              <a:t>node,</a:t>
            </a:r>
            <a:r>
              <a:rPr sz="3200" b="1" i="1" spc="-15" dirty="0">
                <a:latin typeface="Times New Roman"/>
                <a:cs typeface="Times New Roman"/>
              </a:rPr>
              <a:t> </a:t>
            </a:r>
            <a:r>
              <a:rPr sz="3200" b="1" i="1" dirty="0">
                <a:latin typeface="Times New Roman"/>
                <a:cs typeface="Times New Roman"/>
              </a:rPr>
              <a:t>its</a:t>
            </a:r>
            <a:r>
              <a:rPr sz="3200" b="1" i="1" spc="-15" dirty="0">
                <a:latin typeface="Times New Roman"/>
                <a:cs typeface="Times New Roman"/>
              </a:rPr>
              <a:t> </a:t>
            </a:r>
            <a:r>
              <a:rPr sz="3200" b="1" i="1" dirty="0">
                <a:latin typeface="Times New Roman"/>
                <a:cs typeface="Times New Roman"/>
              </a:rPr>
              <a:t>weight(x)</a:t>
            </a:r>
            <a:r>
              <a:rPr sz="3200" b="1" i="1" spc="-35" dirty="0">
                <a:latin typeface="Times New Roman"/>
                <a:cs typeface="Times New Roman"/>
              </a:rPr>
              <a:t> </a:t>
            </a:r>
            <a:r>
              <a:rPr sz="3200" b="1" i="1" dirty="0">
                <a:latin typeface="Times New Roman"/>
                <a:cs typeface="Times New Roman"/>
              </a:rPr>
              <a:t>value is 0.</a:t>
            </a:r>
            <a:r>
              <a:rPr sz="3200" b="1" i="1" spc="-25" dirty="0">
                <a:latin typeface="Times New Roman"/>
                <a:cs typeface="Times New Roman"/>
              </a:rPr>
              <a:t> </a:t>
            </a:r>
            <a:r>
              <a:rPr sz="3200" b="1" i="1" dirty="0">
                <a:latin typeface="Times New Roman"/>
                <a:cs typeface="Times New Roman"/>
              </a:rPr>
              <a:t>If the</a:t>
            </a:r>
            <a:r>
              <a:rPr sz="3200" b="1" i="1" spc="-15" dirty="0">
                <a:latin typeface="Times New Roman"/>
                <a:cs typeface="Times New Roman"/>
              </a:rPr>
              <a:t> </a:t>
            </a:r>
            <a:r>
              <a:rPr sz="3200" b="1" i="1" dirty="0">
                <a:latin typeface="Times New Roman"/>
                <a:cs typeface="Times New Roman"/>
              </a:rPr>
              <a:t>x is an</a:t>
            </a:r>
            <a:r>
              <a:rPr sz="3200" b="1" i="1" spc="-10" dirty="0">
                <a:latin typeface="Times New Roman"/>
                <a:cs typeface="Times New Roman"/>
              </a:rPr>
              <a:t> internal</a:t>
            </a:r>
            <a:endParaRPr sz="3200">
              <a:latin typeface="Times New Roman"/>
              <a:cs typeface="Times New Roman"/>
            </a:endParaRPr>
          </a:p>
          <a:p>
            <a:pPr marL="12700" marR="229235">
              <a:lnSpc>
                <a:spcPct val="100000"/>
              </a:lnSpc>
            </a:pPr>
            <a:r>
              <a:rPr sz="3200" b="1" i="1" dirty="0">
                <a:latin typeface="Times New Roman"/>
                <a:cs typeface="Times New Roman"/>
              </a:rPr>
              <a:t>node,</a:t>
            </a:r>
            <a:r>
              <a:rPr sz="3200" b="1" i="1" spc="-25" dirty="0">
                <a:latin typeface="Times New Roman"/>
                <a:cs typeface="Times New Roman"/>
              </a:rPr>
              <a:t> </a:t>
            </a:r>
            <a:r>
              <a:rPr sz="3200" b="1" i="1" dirty="0">
                <a:latin typeface="Times New Roman"/>
                <a:cs typeface="Times New Roman"/>
              </a:rPr>
              <a:t>the</a:t>
            </a:r>
            <a:r>
              <a:rPr sz="3200" b="1" i="1" spc="-20" dirty="0">
                <a:latin typeface="Times New Roman"/>
                <a:cs typeface="Times New Roman"/>
              </a:rPr>
              <a:t> </a:t>
            </a:r>
            <a:r>
              <a:rPr sz="3200" b="1" i="1" dirty="0">
                <a:latin typeface="Times New Roman"/>
                <a:cs typeface="Times New Roman"/>
              </a:rPr>
              <a:t>value</a:t>
            </a:r>
            <a:r>
              <a:rPr sz="3200" b="1" i="1" spc="-30" dirty="0">
                <a:latin typeface="Times New Roman"/>
                <a:cs typeface="Times New Roman"/>
              </a:rPr>
              <a:t> </a:t>
            </a:r>
            <a:r>
              <a:rPr sz="3200" b="1" i="1" dirty="0">
                <a:latin typeface="Times New Roman"/>
                <a:cs typeface="Times New Roman"/>
              </a:rPr>
              <a:t>is</a:t>
            </a:r>
            <a:r>
              <a:rPr sz="3200" b="1" i="1" spc="-5" dirty="0">
                <a:latin typeface="Times New Roman"/>
                <a:cs typeface="Times New Roman"/>
              </a:rPr>
              <a:t> </a:t>
            </a:r>
            <a:r>
              <a:rPr sz="3200" b="1" i="1" dirty="0">
                <a:latin typeface="Times New Roman"/>
                <a:cs typeface="Times New Roman"/>
              </a:rPr>
              <a:t>=1+sum of</a:t>
            </a:r>
            <a:r>
              <a:rPr sz="3200" b="1" i="1" spc="-25" dirty="0">
                <a:latin typeface="Times New Roman"/>
                <a:cs typeface="Times New Roman"/>
              </a:rPr>
              <a:t> </a:t>
            </a:r>
            <a:r>
              <a:rPr sz="3200" b="1" i="1" dirty="0">
                <a:latin typeface="Times New Roman"/>
                <a:cs typeface="Times New Roman"/>
              </a:rPr>
              <a:t>weights</a:t>
            </a:r>
            <a:r>
              <a:rPr sz="3200" b="1" i="1" spc="-5" dirty="0">
                <a:latin typeface="Times New Roman"/>
                <a:cs typeface="Times New Roman"/>
              </a:rPr>
              <a:t> </a:t>
            </a:r>
            <a:r>
              <a:rPr sz="3200" b="1" i="1" dirty="0">
                <a:latin typeface="Times New Roman"/>
                <a:cs typeface="Times New Roman"/>
              </a:rPr>
              <a:t>of</a:t>
            </a:r>
            <a:r>
              <a:rPr sz="3200" b="1" i="1" spc="-15" dirty="0">
                <a:latin typeface="Times New Roman"/>
                <a:cs typeface="Times New Roman"/>
              </a:rPr>
              <a:t> </a:t>
            </a:r>
            <a:r>
              <a:rPr sz="3200" b="1" i="1" dirty="0">
                <a:latin typeface="Times New Roman"/>
                <a:cs typeface="Times New Roman"/>
              </a:rPr>
              <a:t>its</a:t>
            </a:r>
            <a:r>
              <a:rPr sz="3200" b="1" i="1" spc="-15" dirty="0">
                <a:latin typeface="Times New Roman"/>
                <a:cs typeface="Times New Roman"/>
              </a:rPr>
              <a:t> </a:t>
            </a:r>
            <a:r>
              <a:rPr sz="3200" b="1" i="1" dirty="0">
                <a:latin typeface="Times New Roman"/>
                <a:cs typeface="Times New Roman"/>
              </a:rPr>
              <a:t>children.</a:t>
            </a:r>
            <a:r>
              <a:rPr sz="3200" b="1" i="1" spc="-20" dirty="0">
                <a:latin typeface="Times New Roman"/>
                <a:cs typeface="Times New Roman"/>
              </a:rPr>
              <a:t> </a:t>
            </a:r>
            <a:r>
              <a:rPr sz="3200" b="1" i="1" dirty="0">
                <a:latin typeface="Times New Roman"/>
                <a:cs typeface="Times New Roman"/>
              </a:rPr>
              <a:t>Leftist</a:t>
            </a:r>
            <a:r>
              <a:rPr sz="3200" b="1" i="1" spc="-15" dirty="0">
                <a:latin typeface="Times New Roman"/>
                <a:cs typeface="Times New Roman"/>
              </a:rPr>
              <a:t> </a:t>
            </a:r>
            <a:r>
              <a:rPr sz="3200" b="1" i="1" spc="-10" dirty="0">
                <a:latin typeface="Times New Roman"/>
                <a:cs typeface="Times New Roman"/>
              </a:rPr>
              <a:t>property </a:t>
            </a:r>
            <a:r>
              <a:rPr sz="3200" b="1" i="1" dirty="0">
                <a:latin typeface="Times New Roman"/>
                <a:cs typeface="Times New Roman"/>
              </a:rPr>
              <a:t>must</a:t>
            </a:r>
            <a:r>
              <a:rPr sz="3200" b="1" i="1" spc="-25" dirty="0">
                <a:latin typeface="Times New Roman"/>
                <a:cs typeface="Times New Roman"/>
              </a:rPr>
              <a:t> </a:t>
            </a:r>
            <a:r>
              <a:rPr sz="3200" b="1" i="1" dirty="0">
                <a:latin typeface="Times New Roman"/>
                <a:cs typeface="Times New Roman"/>
              </a:rPr>
              <a:t>also</a:t>
            </a:r>
            <a:r>
              <a:rPr sz="3200" b="1" i="1" spc="-20" dirty="0">
                <a:latin typeface="Times New Roman"/>
                <a:cs typeface="Times New Roman"/>
              </a:rPr>
              <a:t> </a:t>
            </a:r>
            <a:r>
              <a:rPr sz="3200" b="1" i="1" dirty="0">
                <a:latin typeface="Times New Roman"/>
                <a:cs typeface="Times New Roman"/>
              </a:rPr>
              <a:t>be satisfied.</a:t>
            </a:r>
            <a:r>
              <a:rPr sz="3200" b="1" i="1" spc="-20" dirty="0">
                <a:latin typeface="Times New Roman"/>
                <a:cs typeface="Times New Roman"/>
              </a:rPr>
              <a:t> </a:t>
            </a:r>
            <a:r>
              <a:rPr sz="3200" b="1" i="1" dirty="0">
                <a:latin typeface="Times New Roman"/>
                <a:cs typeface="Times New Roman"/>
              </a:rPr>
              <a:t>Only</a:t>
            </a:r>
            <a:r>
              <a:rPr sz="3200" b="1" i="1" spc="-10" dirty="0">
                <a:latin typeface="Times New Roman"/>
                <a:cs typeface="Times New Roman"/>
              </a:rPr>
              <a:t> </a:t>
            </a:r>
            <a:r>
              <a:rPr sz="3200" b="1" i="1" dirty="0">
                <a:latin typeface="Times New Roman"/>
                <a:cs typeface="Times New Roman"/>
              </a:rPr>
              <a:t>b</a:t>
            </a:r>
            <a:r>
              <a:rPr sz="3200" b="1" i="1" spc="-20" dirty="0">
                <a:latin typeface="Times New Roman"/>
                <a:cs typeface="Times New Roman"/>
              </a:rPr>
              <a:t> </a:t>
            </a:r>
            <a:r>
              <a:rPr sz="3200" b="1" i="1" dirty="0">
                <a:latin typeface="Times New Roman"/>
                <a:cs typeface="Times New Roman"/>
              </a:rPr>
              <a:t>is</a:t>
            </a:r>
            <a:r>
              <a:rPr sz="3200" b="1" i="1" spc="-10" dirty="0">
                <a:latin typeface="Times New Roman"/>
                <a:cs typeface="Times New Roman"/>
              </a:rPr>
              <a:t> leftist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8169020" y="4316729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8867013" y="3516629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9640569" y="3505911"/>
            <a:ext cx="1416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10573257" y="3421202"/>
            <a:ext cx="1416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7537450" y="2839288"/>
            <a:ext cx="1416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8183118" y="1878584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10052431" y="1896566"/>
            <a:ext cx="1416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8997188" y="983741"/>
            <a:ext cx="188595" cy="746760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sz="1800" spc="-50" dirty="0">
                <a:latin typeface="Calibri"/>
                <a:cs typeface="Calibri"/>
              </a:rPr>
              <a:t>4</a:t>
            </a:r>
            <a:endParaRPr sz="1800">
              <a:latin typeface="Calibri"/>
              <a:cs typeface="Calibri"/>
            </a:endParaRPr>
          </a:p>
          <a:p>
            <a:pPr marL="31115">
              <a:lnSpc>
                <a:spcPct val="100000"/>
              </a:lnSpc>
              <a:spcBef>
                <a:spcPts val="675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G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26440"/>
            <a:ext cx="244284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14" dirty="0">
                <a:solidFill>
                  <a:srgbClr val="000000"/>
                </a:solidFill>
              </a:rPr>
              <a:t>AVL</a:t>
            </a:r>
            <a:r>
              <a:rPr spc="-150" dirty="0">
                <a:solidFill>
                  <a:srgbClr val="000000"/>
                </a:solidFill>
              </a:rPr>
              <a:t> </a:t>
            </a:r>
            <a:r>
              <a:rPr spc="-25" dirty="0">
                <a:solidFill>
                  <a:srgbClr val="000000"/>
                </a:solidFill>
              </a:rPr>
              <a:t>Trees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804161"/>
            <a:ext cx="10935970" cy="441833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0029" marR="165100" indent="-227329">
              <a:lnSpc>
                <a:spcPct val="90000"/>
              </a:lnSpc>
              <a:spcBef>
                <a:spcPts val="43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i="1" dirty="0">
                <a:solidFill>
                  <a:srgbClr val="273139"/>
                </a:solidFill>
                <a:latin typeface="Times New Roman"/>
                <a:cs typeface="Times New Roman"/>
              </a:rPr>
              <a:t>An</a:t>
            </a:r>
            <a:r>
              <a:rPr sz="2800" i="1" spc="-6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b="1" i="1" spc="-90" dirty="0">
                <a:solidFill>
                  <a:srgbClr val="273139"/>
                </a:solidFill>
                <a:latin typeface="Times New Roman"/>
                <a:cs typeface="Times New Roman"/>
              </a:rPr>
              <a:t>AVL</a:t>
            </a:r>
            <a:r>
              <a:rPr sz="2800" b="1" i="1" spc="-114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b="1" i="1" dirty="0">
                <a:solidFill>
                  <a:srgbClr val="273139"/>
                </a:solidFill>
                <a:latin typeface="Times New Roman"/>
                <a:cs typeface="Times New Roman"/>
              </a:rPr>
              <a:t>tree</a:t>
            </a:r>
            <a:r>
              <a:rPr sz="2800" b="1" i="1" spc="-4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i="1" dirty="0">
                <a:solidFill>
                  <a:srgbClr val="273139"/>
                </a:solidFill>
                <a:latin typeface="Times New Roman"/>
                <a:cs typeface="Times New Roman"/>
              </a:rPr>
              <a:t>defined</a:t>
            </a:r>
            <a:r>
              <a:rPr sz="2800" i="1" spc="-5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i="1" dirty="0">
                <a:solidFill>
                  <a:srgbClr val="273139"/>
                </a:solidFill>
                <a:latin typeface="Times New Roman"/>
                <a:cs typeface="Times New Roman"/>
              </a:rPr>
              <a:t>as</a:t>
            </a:r>
            <a:r>
              <a:rPr sz="2800" i="1" spc="-5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i="1" dirty="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sz="2800" i="1" spc="-4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i="1" dirty="0">
                <a:solidFill>
                  <a:srgbClr val="273139"/>
                </a:solidFill>
                <a:latin typeface="Times New Roman"/>
                <a:cs typeface="Times New Roman"/>
              </a:rPr>
              <a:t>self-balancing</a:t>
            </a:r>
            <a:r>
              <a:rPr sz="2800" i="1" spc="-6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b="1" i="1" u="sng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imes New Roman"/>
                <a:cs typeface="Times New Roman"/>
                <a:hlinkClick r:id="rId2"/>
              </a:rPr>
              <a:t>Binary</a:t>
            </a:r>
            <a:r>
              <a:rPr sz="2800" b="1" i="1" u="sng" spc="-4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imes New Roman"/>
                <a:cs typeface="Times New Roman"/>
                <a:hlinkClick r:id="rId2"/>
              </a:rPr>
              <a:t> </a:t>
            </a:r>
            <a:r>
              <a:rPr sz="2800" b="1" i="1" u="sng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imes New Roman"/>
                <a:cs typeface="Times New Roman"/>
                <a:hlinkClick r:id="rId2"/>
              </a:rPr>
              <a:t>Search</a:t>
            </a:r>
            <a:r>
              <a:rPr sz="2800" b="1" i="1" u="sng" spc="-4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imes New Roman"/>
                <a:cs typeface="Times New Roman"/>
                <a:hlinkClick r:id="rId2"/>
              </a:rPr>
              <a:t> </a:t>
            </a:r>
            <a:r>
              <a:rPr sz="2800" b="1" i="1" u="sng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imes New Roman"/>
                <a:cs typeface="Times New Roman"/>
                <a:hlinkClick r:id="rId2"/>
              </a:rPr>
              <a:t>Tree</a:t>
            </a:r>
            <a:r>
              <a:rPr sz="2800" b="1" i="1" spc="-35" dirty="0">
                <a:solidFill>
                  <a:srgbClr val="0462C1"/>
                </a:solidFill>
                <a:latin typeface="Times New Roman"/>
                <a:cs typeface="Times New Roman"/>
              </a:rPr>
              <a:t> </a:t>
            </a:r>
            <a:r>
              <a:rPr sz="2800" i="1" dirty="0">
                <a:solidFill>
                  <a:srgbClr val="273139"/>
                </a:solidFill>
                <a:latin typeface="Times New Roman"/>
                <a:cs typeface="Times New Roman"/>
              </a:rPr>
              <a:t>(BST)</a:t>
            </a:r>
            <a:r>
              <a:rPr sz="2800" i="1" spc="-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i="1" spc="-10" dirty="0">
                <a:solidFill>
                  <a:srgbClr val="273139"/>
                </a:solidFill>
                <a:latin typeface="Times New Roman"/>
                <a:cs typeface="Times New Roman"/>
              </a:rPr>
              <a:t>where 	</a:t>
            </a:r>
            <a:r>
              <a:rPr sz="2800" i="1" dirty="0">
                <a:solidFill>
                  <a:srgbClr val="273139"/>
                </a:solidFill>
                <a:latin typeface="Times New Roman"/>
                <a:cs typeface="Times New Roman"/>
              </a:rPr>
              <a:t>the</a:t>
            </a:r>
            <a:r>
              <a:rPr sz="2800" i="1" spc="-3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i="1" dirty="0">
                <a:solidFill>
                  <a:srgbClr val="273139"/>
                </a:solidFill>
                <a:latin typeface="Times New Roman"/>
                <a:cs typeface="Times New Roman"/>
              </a:rPr>
              <a:t>difference</a:t>
            </a:r>
            <a:r>
              <a:rPr sz="2800" i="1" spc="-4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i="1" dirty="0">
                <a:solidFill>
                  <a:srgbClr val="273139"/>
                </a:solidFill>
                <a:latin typeface="Times New Roman"/>
                <a:cs typeface="Times New Roman"/>
              </a:rPr>
              <a:t>between</a:t>
            </a:r>
            <a:r>
              <a:rPr sz="2800" i="1" spc="-4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i="1" dirty="0">
                <a:solidFill>
                  <a:srgbClr val="273139"/>
                </a:solidFill>
                <a:latin typeface="Times New Roman"/>
                <a:cs typeface="Times New Roman"/>
              </a:rPr>
              <a:t>heights</a:t>
            </a:r>
            <a:r>
              <a:rPr sz="2800" i="1" spc="-4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i="1" dirty="0">
                <a:solidFill>
                  <a:srgbClr val="273139"/>
                </a:solidFill>
                <a:latin typeface="Times New Roman"/>
                <a:cs typeface="Times New Roman"/>
              </a:rPr>
              <a:t>of</a:t>
            </a:r>
            <a:r>
              <a:rPr sz="2800" i="1" spc="-3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i="1" dirty="0">
                <a:solidFill>
                  <a:srgbClr val="273139"/>
                </a:solidFill>
                <a:latin typeface="Times New Roman"/>
                <a:cs typeface="Times New Roman"/>
              </a:rPr>
              <a:t>left</a:t>
            </a:r>
            <a:r>
              <a:rPr sz="2800" i="1" spc="-3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i="1" dirty="0">
                <a:solidFill>
                  <a:srgbClr val="273139"/>
                </a:solidFill>
                <a:latin typeface="Times New Roman"/>
                <a:cs typeface="Times New Roman"/>
              </a:rPr>
              <a:t>and</a:t>
            </a:r>
            <a:r>
              <a:rPr sz="2800" i="1" spc="-3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i="1" dirty="0">
                <a:solidFill>
                  <a:srgbClr val="273139"/>
                </a:solidFill>
                <a:latin typeface="Times New Roman"/>
                <a:cs typeface="Times New Roman"/>
              </a:rPr>
              <a:t>right</a:t>
            </a:r>
            <a:r>
              <a:rPr sz="2800" i="1" spc="-5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i="1" dirty="0">
                <a:solidFill>
                  <a:srgbClr val="273139"/>
                </a:solidFill>
                <a:latin typeface="Times New Roman"/>
                <a:cs typeface="Times New Roman"/>
              </a:rPr>
              <a:t>subtrees</a:t>
            </a:r>
            <a:r>
              <a:rPr sz="2800" i="1" spc="-4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i="1" dirty="0">
                <a:solidFill>
                  <a:srgbClr val="273139"/>
                </a:solidFill>
                <a:latin typeface="Times New Roman"/>
                <a:cs typeface="Times New Roman"/>
              </a:rPr>
              <a:t>for</a:t>
            </a:r>
            <a:r>
              <a:rPr sz="2800" i="1" spc="-3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i="1" dirty="0">
                <a:solidFill>
                  <a:srgbClr val="273139"/>
                </a:solidFill>
                <a:latin typeface="Times New Roman"/>
                <a:cs typeface="Times New Roman"/>
              </a:rPr>
              <a:t>any</a:t>
            </a:r>
            <a:r>
              <a:rPr sz="2800" i="1" spc="-3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i="1" spc="-20" dirty="0">
                <a:solidFill>
                  <a:srgbClr val="273139"/>
                </a:solidFill>
                <a:latin typeface="Times New Roman"/>
                <a:cs typeface="Times New Roman"/>
              </a:rPr>
              <a:t>node 	</a:t>
            </a:r>
            <a:r>
              <a:rPr sz="2800" i="1" dirty="0">
                <a:solidFill>
                  <a:srgbClr val="273139"/>
                </a:solidFill>
                <a:latin typeface="Times New Roman"/>
                <a:cs typeface="Times New Roman"/>
              </a:rPr>
              <a:t>cannot</a:t>
            </a:r>
            <a:r>
              <a:rPr sz="2800" i="1" spc="-7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i="1" dirty="0">
                <a:solidFill>
                  <a:srgbClr val="273139"/>
                </a:solidFill>
                <a:latin typeface="Times New Roman"/>
                <a:cs typeface="Times New Roman"/>
              </a:rPr>
              <a:t>be</a:t>
            </a:r>
            <a:r>
              <a:rPr sz="2800" i="1" spc="-7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i="1" dirty="0">
                <a:solidFill>
                  <a:srgbClr val="273139"/>
                </a:solidFill>
                <a:latin typeface="Times New Roman"/>
                <a:cs typeface="Times New Roman"/>
              </a:rPr>
              <a:t>more</a:t>
            </a:r>
            <a:r>
              <a:rPr sz="2800" i="1" spc="-7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i="1" dirty="0">
                <a:solidFill>
                  <a:srgbClr val="273139"/>
                </a:solidFill>
                <a:latin typeface="Times New Roman"/>
                <a:cs typeface="Times New Roman"/>
              </a:rPr>
              <a:t>than</a:t>
            </a:r>
            <a:r>
              <a:rPr sz="2800" i="1" spc="-7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i="1" dirty="0">
                <a:solidFill>
                  <a:srgbClr val="273139"/>
                </a:solidFill>
                <a:latin typeface="Times New Roman"/>
                <a:cs typeface="Times New Roman"/>
              </a:rPr>
              <a:t>one</a:t>
            </a:r>
            <a:r>
              <a:rPr sz="2800" b="1" i="1" dirty="0">
                <a:solidFill>
                  <a:srgbClr val="273139"/>
                </a:solidFill>
                <a:latin typeface="Times New Roman"/>
                <a:cs typeface="Times New Roman"/>
              </a:rPr>
              <a:t>(balance</a:t>
            </a:r>
            <a:r>
              <a:rPr sz="2800" b="1" i="1" spc="-9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b="1" i="1" spc="-10" dirty="0">
                <a:solidFill>
                  <a:srgbClr val="273139"/>
                </a:solidFill>
                <a:latin typeface="Times New Roman"/>
                <a:cs typeface="Times New Roman"/>
              </a:rPr>
              <a:t>factor).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860"/>
              </a:spcBef>
              <a:buFont typeface="Arial MT"/>
              <a:buChar char="•"/>
            </a:pPr>
            <a:endParaRPr sz="2800">
              <a:latin typeface="Times New Roman"/>
              <a:cs typeface="Times New Roman"/>
            </a:endParaRPr>
          </a:p>
          <a:p>
            <a:pPr marL="240029" marR="106045" indent="-227329">
              <a:lnSpc>
                <a:spcPts val="3020"/>
              </a:lnSpc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difference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between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heights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left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subtree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right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subtree 	</a:t>
            </a:r>
            <a:r>
              <a:rPr sz="2800" dirty="0">
                <a:latin typeface="Times New Roman"/>
                <a:cs typeface="Times New Roman"/>
              </a:rPr>
              <a:t>for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any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node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known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as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balance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factor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node.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814"/>
              </a:spcBef>
              <a:buFont typeface="Arial MT"/>
              <a:buChar char="•"/>
            </a:pPr>
            <a:endParaRPr sz="2800">
              <a:latin typeface="Times New Roman"/>
              <a:cs typeface="Times New Roman"/>
            </a:endParaRPr>
          </a:p>
          <a:p>
            <a:pPr marL="240029" marR="5080" indent="-227329">
              <a:lnSpc>
                <a:spcPts val="3020"/>
              </a:lnSpc>
              <a:spcBef>
                <a:spcPts val="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10" dirty="0">
                <a:latin typeface="Times New Roman"/>
                <a:cs typeface="Times New Roman"/>
              </a:rPr>
              <a:t>The</a:t>
            </a:r>
            <a:r>
              <a:rPr sz="2800" spc="-165" dirty="0">
                <a:latin typeface="Times New Roman"/>
                <a:cs typeface="Times New Roman"/>
              </a:rPr>
              <a:t> </a:t>
            </a:r>
            <a:r>
              <a:rPr sz="2800" spc="-150" dirty="0">
                <a:latin typeface="Times New Roman"/>
                <a:cs typeface="Times New Roman"/>
              </a:rPr>
              <a:t>AVL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tree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named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after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its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inventors,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Georgy</a:t>
            </a:r>
            <a:r>
              <a:rPr sz="2800" spc="-155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Adelson-</a:t>
            </a:r>
            <a:r>
              <a:rPr sz="2800" spc="-35" dirty="0">
                <a:latin typeface="Times New Roman"/>
                <a:cs typeface="Times New Roman"/>
              </a:rPr>
              <a:t>Velsky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and 	</a:t>
            </a:r>
            <a:r>
              <a:rPr sz="2800" dirty="0">
                <a:latin typeface="Times New Roman"/>
                <a:cs typeface="Times New Roman"/>
              </a:rPr>
              <a:t>Evgenii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Landis,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who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published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it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their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1962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paper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“An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algorithm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for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the 	</a:t>
            </a:r>
            <a:r>
              <a:rPr sz="2800" dirty="0">
                <a:latin typeface="Times New Roman"/>
                <a:cs typeface="Times New Roman"/>
              </a:rPr>
              <a:t>organization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information”.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07542" y="396620"/>
            <a:ext cx="342519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Balance</a:t>
            </a:r>
            <a:r>
              <a:rPr spc="-55" dirty="0"/>
              <a:t> </a:t>
            </a:r>
            <a:r>
              <a:rPr spc="-10" dirty="0"/>
              <a:t>factor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7840" y="1353461"/>
            <a:ext cx="11076305" cy="2583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227329">
              <a:lnSpc>
                <a:spcPct val="120000"/>
              </a:lnSpc>
              <a:spcBef>
                <a:spcPts val="9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i="1" dirty="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sz="2800" i="1" spc="-7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i="1" dirty="0">
                <a:solidFill>
                  <a:srgbClr val="273139"/>
                </a:solidFill>
                <a:latin typeface="Times New Roman"/>
                <a:cs typeface="Times New Roman"/>
              </a:rPr>
              <a:t>Balance</a:t>
            </a:r>
            <a:r>
              <a:rPr sz="2800" i="1" spc="-2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i="1" dirty="0">
                <a:solidFill>
                  <a:srgbClr val="273139"/>
                </a:solidFill>
                <a:latin typeface="Times New Roman"/>
                <a:cs typeface="Times New Roman"/>
              </a:rPr>
              <a:t>factor</a:t>
            </a:r>
            <a:r>
              <a:rPr sz="2800" i="1" spc="-4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i="1" dirty="0">
                <a:solidFill>
                  <a:srgbClr val="273139"/>
                </a:solidFill>
                <a:latin typeface="Times New Roman"/>
                <a:cs typeface="Times New Roman"/>
              </a:rPr>
              <a:t>,</a:t>
            </a:r>
            <a:r>
              <a:rPr sz="2800" i="1" spc="-3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i="1" dirty="0">
                <a:solidFill>
                  <a:srgbClr val="273139"/>
                </a:solidFill>
                <a:latin typeface="Times New Roman"/>
                <a:cs typeface="Times New Roman"/>
              </a:rPr>
              <a:t>BF(T)</a:t>
            </a:r>
            <a:r>
              <a:rPr sz="2800" i="1" spc="2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i="1" dirty="0">
                <a:solidFill>
                  <a:srgbClr val="273139"/>
                </a:solidFill>
                <a:latin typeface="Times New Roman"/>
                <a:cs typeface="Times New Roman"/>
              </a:rPr>
              <a:t>of</a:t>
            </a:r>
            <a:r>
              <a:rPr sz="2800" i="1" spc="-2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i="1" dirty="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sz="2800" i="1" spc="-3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i="1" dirty="0">
                <a:solidFill>
                  <a:srgbClr val="273139"/>
                </a:solidFill>
                <a:latin typeface="Times New Roman"/>
                <a:cs typeface="Times New Roman"/>
              </a:rPr>
              <a:t>node</a:t>
            </a:r>
            <a:r>
              <a:rPr sz="2800" i="1" spc="-3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i="1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2800" i="1" spc="-6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i="1" dirty="0">
                <a:solidFill>
                  <a:srgbClr val="273139"/>
                </a:solidFill>
                <a:latin typeface="Times New Roman"/>
                <a:cs typeface="Times New Roman"/>
              </a:rPr>
              <a:t>in</a:t>
            </a:r>
            <a:r>
              <a:rPr sz="2800" i="1" spc="-3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i="1" dirty="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sz="2800" i="1" spc="-2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i="1" dirty="0">
                <a:solidFill>
                  <a:srgbClr val="273139"/>
                </a:solidFill>
                <a:latin typeface="Times New Roman"/>
                <a:cs typeface="Times New Roman"/>
              </a:rPr>
              <a:t>binary</a:t>
            </a:r>
            <a:r>
              <a:rPr sz="2800" i="1" spc="-4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i="1" dirty="0">
                <a:solidFill>
                  <a:srgbClr val="273139"/>
                </a:solidFill>
                <a:latin typeface="Times New Roman"/>
                <a:cs typeface="Times New Roman"/>
              </a:rPr>
              <a:t>tree</a:t>
            </a:r>
            <a:r>
              <a:rPr sz="2800" i="1" spc="-4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i="1" dirty="0">
                <a:solidFill>
                  <a:srgbClr val="273139"/>
                </a:solidFill>
                <a:latin typeface="Times New Roman"/>
                <a:cs typeface="Times New Roman"/>
              </a:rPr>
              <a:t>is</a:t>
            </a:r>
            <a:r>
              <a:rPr sz="2800" i="1" spc="-3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i="1" dirty="0">
                <a:solidFill>
                  <a:srgbClr val="273139"/>
                </a:solidFill>
                <a:latin typeface="Times New Roman"/>
                <a:cs typeface="Times New Roman"/>
              </a:rPr>
              <a:t>defined</a:t>
            </a:r>
            <a:r>
              <a:rPr sz="2800" i="1" spc="-4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i="1" dirty="0">
                <a:solidFill>
                  <a:srgbClr val="273139"/>
                </a:solidFill>
                <a:latin typeface="Times New Roman"/>
                <a:cs typeface="Times New Roman"/>
              </a:rPr>
              <a:t>to</a:t>
            </a:r>
            <a:r>
              <a:rPr sz="2800" i="1" spc="-2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i="1" dirty="0">
                <a:solidFill>
                  <a:srgbClr val="273139"/>
                </a:solidFill>
                <a:latin typeface="Times New Roman"/>
                <a:cs typeface="Times New Roman"/>
              </a:rPr>
              <a:t>be</a:t>
            </a:r>
            <a:r>
              <a:rPr sz="2800" i="1" spc="2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i="1" spc="-10" dirty="0">
                <a:solidFill>
                  <a:srgbClr val="273139"/>
                </a:solidFill>
                <a:latin typeface="Times New Roman"/>
                <a:cs typeface="Times New Roman"/>
              </a:rPr>
              <a:t>hL-</a:t>
            </a:r>
            <a:r>
              <a:rPr sz="2800" i="1" spc="-25" dirty="0">
                <a:solidFill>
                  <a:srgbClr val="273139"/>
                </a:solidFill>
                <a:latin typeface="Times New Roman"/>
                <a:cs typeface="Times New Roman"/>
              </a:rPr>
              <a:t>hR. </a:t>
            </a:r>
            <a:r>
              <a:rPr sz="2800" i="1" spc="-20" dirty="0">
                <a:solidFill>
                  <a:srgbClr val="273139"/>
                </a:solidFill>
                <a:latin typeface="Times New Roman"/>
                <a:cs typeface="Times New Roman"/>
              </a:rPr>
              <a:t>hL-</a:t>
            </a:r>
            <a:r>
              <a:rPr sz="2800" i="1" dirty="0">
                <a:solidFill>
                  <a:srgbClr val="273139"/>
                </a:solidFill>
                <a:latin typeface="Times New Roman"/>
                <a:cs typeface="Times New Roman"/>
              </a:rPr>
              <a:t>Height of</a:t>
            </a:r>
            <a:r>
              <a:rPr sz="2800" i="1" spc="-1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i="1" dirty="0">
                <a:solidFill>
                  <a:srgbClr val="273139"/>
                </a:solidFill>
                <a:latin typeface="Times New Roman"/>
                <a:cs typeface="Times New Roman"/>
              </a:rPr>
              <a:t>Left </a:t>
            </a:r>
            <a:r>
              <a:rPr sz="2800" i="1" spc="-10" dirty="0">
                <a:solidFill>
                  <a:srgbClr val="273139"/>
                </a:solidFill>
                <a:latin typeface="Times New Roman"/>
                <a:cs typeface="Times New Roman"/>
              </a:rPr>
              <a:t>subtree.</a:t>
            </a:r>
            <a:endParaRPr sz="2800">
              <a:latin typeface="Times New Roman"/>
              <a:cs typeface="Times New Roman"/>
            </a:endParaRPr>
          </a:p>
          <a:p>
            <a:pPr marL="12700" marR="6645275">
              <a:lnSpc>
                <a:spcPct val="119600"/>
              </a:lnSpc>
              <a:spcBef>
                <a:spcPts val="5"/>
              </a:spcBef>
            </a:pPr>
            <a:r>
              <a:rPr sz="2800" i="1" spc="-20" dirty="0">
                <a:solidFill>
                  <a:srgbClr val="273139"/>
                </a:solidFill>
                <a:latin typeface="Times New Roman"/>
                <a:cs typeface="Times New Roman"/>
              </a:rPr>
              <a:t>hR-</a:t>
            </a:r>
            <a:r>
              <a:rPr sz="2800" i="1" dirty="0">
                <a:solidFill>
                  <a:srgbClr val="273139"/>
                </a:solidFill>
                <a:latin typeface="Times New Roman"/>
                <a:cs typeface="Times New Roman"/>
              </a:rPr>
              <a:t>Height</a:t>
            </a:r>
            <a:r>
              <a:rPr sz="2800" i="1" spc="-3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i="1" dirty="0">
                <a:solidFill>
                  <a:srgbClr val="273139"/>
                </a:solidFill>
                <a:latin typeface="Times New Roman"/>
                <a:cs typeface="Times New Roman"/>
              </a:rPr>
              <a:t>of</a:t>
            </a:r>
            <a:r>
              <a:rPr sz="2800" i="1" spc="-3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i="1" dirty="0">
                <a:solidFill>
                  <a:srgbClr val="273139"/>
                </a:solidFill>
                <a:latin typeface="Times New Roman"/>
                <a:cs typeface="Times New Roman"/>
              </a:rPr>
              <a:t>Right</a:t>
            </a:r>
            <a:r>
              <a:rPr sz="2800" i="1" spc="-3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i="1" spc="-10" dirty="0">
                <a:solidFill>
                  <a:srgbClr val="273139"/>
                </a:solidFill>
                <a:latin typeface="Times New Roman"/>
                <a:cs typeface="Times New Roman"/>
              </a:rPr>
              <a:t>Subtree. </a:t>
            </a:r>
            <a:r>
              <a:rPr sz="2800" i="1" dirty="0">
                <a:solidFill>
                  <a:srgbClr val="273139"/>
                </a:solidFill>
                <a:latin typeface="Times New Roman"/>
                <a:cs typeface="Times New Roman"/>
              </a:rPr>
              <a:t>For</a:t>
            </a:r>
            <a:r>
              <a:rPr sz="2800" i="1" spc="-4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i="1" dirty="0">
                <a:solidFill>
                  <a:srgbClr val="273139"/>
                </a:solidFill>
                <a:latin typeface="Times New Roman"/>
                <a:cs typeface="Times New Roman"/>
              </a:rPr>
              <a:t>any</a:t>
            </a:r>
            <a:r>
              <a:rPr sz="2800" i="1" spc="-3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i="1" dirty="0">
                <a:solidFill>
                  <a:srgbClr val="273139"/>
                </a:solidFill>
                <a:latin typeface="Times New Roman"/>
                <a:cs typeface="Times New Roman"/>
              </a:rPr>
              <a:t>node</a:t>
            </a:r>
            <a:r>
              <a:rPr sz="2800" i="1" spc="-3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i="1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2800" i="1" spc="-7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i="1" dirty="0">
                <a:solidFill>
                  <a:srgbClr val="273139"/>
                </a:solidFill>
                <a:latin typeface="Times New Roman"/>
                <a:cs typeface="Times New Roman"/>
              </a:rPr>
              <a:t>in</a:t>
            </a:r>
            <a:r>
              <a:rPr sz="2800" i="1" spc="-4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i="1" dirty="0">
                <a:solidFill>
                  <a:srgbClr val="273139"/>
                </a:solidFill>
                <a:latin typeface="Times New Roman"/>
                <a:cs typeface="Times New Roman"/>
              </a:rPr>
              <a:t>an</a:t>
            </a:r>
            <a:r>
              <a:rPr sz="2800" i="1" spc="-8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i="1" spc="-35" dirty="0">
                <a:solidFill>
                  <a:srgbClr val="273139"/>
                </a:solidFill>
                <a:latin typeface="Times New Roman"/>
                <a:cs typeface="Times New Roman"/>
              </a:rPr>
              <a:t>AVL</a:t>
            </a:r>
            <a:r>
              <a:rPr sz="2800" i="1" spc="-6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i="1" spc="-10" dirty="0">
                <a:solidFill>
                  <a:srgbClr val="273139"/>
                </a:solidFill>
                <a:latin typeface="Times New Roman"/>
                <a:cs typeface="Times New Roman"/>
              </a:rPr>
              <a:t>tree,</a:t>
            </a:r>
            <a:endParaRPr sz="2800">
              <a:latin typeface="Times New Roman"/>
              <a:cs typeface="Times New Roman"/>
            </a:endParaRPr>
          </a:p>
          <a:p>
            <a:pPr marL="927100">
              <a:lnSpc>
                <a:spcPct val="100000"/>
              </a:lnSpc>
              <a:spcBef>
                <a:spcPts val="675"/>
              </a:spcBef>
            </a:pPr>
            <a:r>
              <a:rPr sz="2800" b="1" i="1" spc="-10" dirty="0">
                <a:solidFill>
                  <a:srgbClr val="FF0000"/>
                </a:solidFill>
                <a:latin typeface="Times New Roman"/>
                <a:cs typeface="Times New Roman"/>
              </a:rPr>
              <a:t>BF(T)=-1,0,1</a:t>
            </a:r>
            <a:endParaRPr sz="28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0" y="2238755"/>
            <a:ext cx="4029455" cy="3828288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26440"/>
            <a:ext cx="874903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Rotating</a:t>
            </a:r>
            <a:r>
              <a:rPr spc="-25" dirty="0"/>
              <a:t> </a:t>
            </a:r>
            <a:r>
              <a:rPr dirty="0"/>
              <a:t>the</a:t>
            </a:r>
            <a:r>
              <a:rPr spc="5" dirty="0"/>
              <a:t> </a:t>
            </a:r>
            <a:r>
              <a:rPr dirty="0"/>
              <a:t>subtrees</a:t>
            </a:r>
            <a:r>
              <a:rPr spc="-10" dirty="0"/>
              <a:t> </a:t>
            </a:r>
            <a:r>
              <a:rPr dirty="0"/>
              <a:t>in</a:t>
            </a:r>
            <a:r>
              <a:rPr spc="5" dirty="0"/>
              <a:t> </a:t>
            </a:r>
            <a:r>
              <a:rPr dirty="0"/>
              <a:t>an</a:t>
            </a:r>
            <a:r>
              <a:rPr spc="-165" dirty="0"/>
              <a:t> </a:t>
            </a:r>
            <a:r>
              <a:rPr spc="-114" dirty="0"/>
              <a:t>AVL</a:t>
            </a:r>
            <a:r>
              <a:rPr spc="-165" dirty="0"/>
              <a:t> </a:t>
            </a:r>
            <a:r>
              <a:rPr spc="-10" dirty="0"/>
              <a:t>Tree: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17827"/>
            <a:ext cx="3067685" cy="2072005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solidFill>
                  <a:srgbClr val="273139"/>
                </a:solidFill>
                <a:latin typeface="Times New Roman"/>
                <a:cs typeface="Times New Roman"/>
              </a:rPr>
              <a:t>Left</a:t>
            </a:r>
            <a:r>
              <a:rPr sz="2800" spc="-3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273139"/>
                </a:solidFill>
                <a:latin typeface="Times New Roman"/>
                <a:cs typeface="Times New Roman"/>
              </a:rPr>
              <a:t>Rotation</a:t>
            </a:r>
            <a:endParaRPr sz="280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latin typeface="Times New Roman"/>
                <a:cs typeface="Times New Roman"/>
              </a:rPr>
              <a:t>Right</a:t>
            </a:r>
            <a:r>
              <a:rPr sz="2800" spc="-10" dirty="0">
                <a:latin typeface="Times New Roman"/>
                <a:cs typeface="Times New Roman"/>
              </a:rPr>
              <a:t> Rotation</a:t>
            </a:r>
            <a:endParaRPr sz="280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spc="-20" dirty="0">
                <a:latin typeface="Times New Roman"/>
                <a:cs typeface="Times New Roman"/>
              </a:rPr>
              <a:t>Left-</a:t>
            </a:r>
            <a:r>
              <a:rPr sz="2800" dirty="0">
                <a:latin typeface="Times New Roman"/>
                <a:cs typeface="Times New Roman"/>
              </a:rPr>
              <a:t>Right</a:t>
            </a:r>
            <a:r>
              <a:rPr sz="2800" spc="4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Rotation</a:t>
            </a:r>
            <a:endParaRPr sz="280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spc="-10" dirty="0">
                <a:latin typeface="Times New Roman"/>
                <a:cs typeface="Times New Roman"/>
              </a:rPr>
              <a:t>Right-</a:t>
            </a:r>
            <a:r>
              <a:rPr sz="2800" dirty="0">
                <a:latin typeface="Times New Roman"/>
                <a:cs typeface="Times New Roman"/>
              </a:rPr>
              <a:t>Left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Rotation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0289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Left</a:t>
            </a:r>
            <a:r>
              <a:rPr spc="-15" dirty="0"/>
              <a:t> </a:t>
            </a:r>
            <a:r>
              <a:rPr spc="-10" dirty="0"/>
              <a:t>Rotation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804161"/>
            <a:ext cx="10141585" cy="836294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240029" marR="5080" indent="-227329">
              <a:lnSpc>
                <a:spcPts val="3030"/>
              </a:lnSpc>
              <a:spcBef>
                <a:spcPts val="47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solidFill>
                  <a:srgbClr val="273139"/>
                </a:solidFill>
                <a:latin typeface="Times New Roman"/>
                <a:cs typeface="Times New Roman"/>
              </a:rPr>
              <a:t>When</a:t>
            </a:r>
            <a:r>
              <a:rPr sz="2800" spc="-3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sz="2800" spc="-2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73139"/>
                </a:solidFill>
                <a:latin typeface="Times New Roman"/>
                <a:cs typeface="Times New Roman"/>
              </a:rPr>
              <a:t>node</a:t>
            </a:r>
            <a:r>
              <a:rPr sz="2800" spc="-2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73139"/>
                </a:solidFill>
                <a:latin typeface="Times New Roman"/>
                <a:cs typeface="Times New Roman"/>
              </a:rPr>
              <a:t>is</a:t>
            </a:r>
            <a:r>
              <a:rPr sz="2800" spc="-3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73139"/>
                </a:solidFill>
                <a:latin typeface="Times New Roman"/>
                <a:cs typeface="Times New Roman"/>
              </a:rPr>
              <a:t>added</a:t>
            </a:r>
            <a:r>
              <a:rPr sz="2800" spc="-2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73139"/>
                </a:solidFill>
                <a:latin typeface="Times New Roman"/>
                <a:cs typeface="Times New Roman"/>
              </a:rPr>
              <a:t>into</a:t>
            </a:r>
            <a:r>
              <a:rPr sz="2800" spc="-4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73139"/>
                </a:solidFill>
                <a:latin typeface="Times New Roman"/>
                <a:cs typeface="Times New Roman"/>
              </a:rPr>
              <a:t>the</a:t>
            </a:r>
            <a:r>
              <a:rPr sz="2800" spc="-2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73139"/>
                </a:solidFill>
                <a:latin typeface="Times New Roman"/>
                <a:cs typeface="Times New Roman"/>
              </a:rPr>
              <a:t>right</a:t>
            </a:r>
            <a:r>
              <a:rPr sz="2800" spc="-3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73139"/>
                </a:solidFill>
                <a:latin typeface="Times New Roman"/>
                <a:cs typeface="Times New Roman"/>
              </a:rPr>
              <a:t>subtree</a:t>
            </a:r>
            <a:r>
              <a:rPr sz="2800" spc="-4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73139"/>
                </a:solidFill>
                <a:latin typeface="Times New Roman"/>
                <a:cs typeface="Times New Roman"/>
              </a:rPr>
              <a:t>of</a:t>
            </a:r>
            <a:r>
              <a:rPr sz="2800" spc="-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73139"/>
                </a:solidFill>
                <a:latin typeface="Times New Roman"/>
                <a:cs typeface="Times New Roman"/>
              </a:rPr>
              <a:t>the</a:t>
            </a:r>
            <a:r>
              <a:rPr sz="2800" spc="-4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73139"/>
                </a:solidFill>
                <a:latin typeface="Times New Roman"/>
                <a:cs typeface="Times New Roman"/>
              </a:rPr>
              <a:t>right</a:t>
            </a:r>
            <a:r>
              <a:rPr sz="2800" spc="-2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73139"/>
                </a:solidFill>
                <a:latin typeface="Times New Roman"/>
                <a:cs typeface="Times New Roman"/>
              </a:rPr>
              <a:t>subtree,</a:t>
            </a:r>
            <a:r>
              <a:rPr sz="2800" spc="-2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73139"/>
                </a:solidFill>
                <a:latin typeface="Times New Roman"/>
                <a:cs typeface="Times New Roman"/>
              </a:rPr>
              <a:t>if</a:t>
            </a:r>
            <a:r>
              <a:rPr sz="2800" spc="-25" dirty="0">
                <a:solidFill>
                  <a:srgbClr val="273139"/>
                </a:solidFill>
                <a:latin typeface="Times New Roman"/>
                <a:cs typeface="Times New Roman"/>
              </a:rPr>
              <a:t> the 	</a:t>
            </a:r>
            <a:r>
              <a:rPr sz="2800" dirty="0">
                <a:solidFill>
                  <a:srgbClr val="273139"/>
                </a:solidFill>
                <a:latin typeface="Times New Roman"/>
                <a:cs typeface="Times New Roman"/>
              </a:rPr>
              <a:t>tree</a:t>
            </a:r>
            <a:r>
              <a:rPr sz="2800" spc="-2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73139"/>
                </a:solidFill>
                <a:latin typeface="Times New Roman"/>
                <a:cs typeface="Times New Roman"/>
              </a:rPr>
              <a:t>gets</a:t>
            </a:r>
            <a:r>
              <a:rPr sz="2800" spc="-1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73139"/>
                </a:solidFill>
                <a:latin typeface="Times New Roman"/>
                <a:cs typeface="Times New Roman"/>
              </a:rPr>
              <a:t>out</a:t>
            </a:r>
            <a:r>
              <a:rPr sz="2800" spc="-1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73139"/>
                </a:solidFill>
                <a:latin typeface="Times New Roman"/>
                <a:cs typeface="Times New Roman"/>
              </a:rPr>
              <a:t>of</a:t>
            </a:r>
            <a:r>
              <a:rPr sz="2800" spc="-2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73139"/>
                </a:solidFill>
                <a:latin typeface="Times New Roman"/>
                <a:cs typeface="Times New Roman"/>
              </a:rPr>
              <a:t>balance,</a:t>
            </a:r>
            <a:r>
              <a:rPr sz="2800" spc="-2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73139"/>
                </a:solidFill>
                <a:latin typeface="Times New Roman"/>
                <a:cs typeface="Times New Roman"/>
              </a:rPr>
              <a:t>we</a:t>
            </a:r>
            <a:r>
              <a:rPr sz="2800" spc="-1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73139"/>
                </a:solidFill>
                <a:latin typeface="Times New Roman"/>
                <a:cs typeface="Times New Roman"/>
              </a:rPr>
              <a:t>do</a:t>
            </a:r>
            <a:r>
              <a:rPr sz="2800" spc="-1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sz="2800" spc="-2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73139"/>
                </a:solidFill>
                <a:latin typeface="Times New Roman"/>
                <a:cs typeface="Times New Roman"/>
              </a:rPr>
              <a:t>single</a:t>
            </a:r>
            <a:r>
              <a:rPr sz="2800" spc="-2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73139"/>
                </a:solidFill>
                <a:latin typeface="Times New Roman"/>
                <a:cs typeface="Times New Roman"/>
              </a:rPr>
              <a:t>left</a:t>
            </a:r>
            <a:r>
              <a:rPr sz="2800" spc="-2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273139"/>
                </a:solidFill>
                <a:latin typeface="Times New Roman"/>
                <a:cs typeface="Times New Roman"/>
              </a:rPr>
              <a:t>rotation.</a:t>
            </a:r>
            <a:endParaRPr sz="28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61744" y="2921507"/>
            <a:ext cx="7315200" cy="3570732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8391" y="115315"/>
            <a:ext cx="3430904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Right</a:t>
            </a:r>
            <a:r>
              <a:rPr spc="-105" dirty="0"/>
              <a:t> </a:t>
            </a:r>
            <a:r>
              <a:rPr spc="-10" dirty="0"/>
              <a:t>Rotation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55142" y="1169923"/>
            <a:ext cx="9897745" cy="83566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0029" marR="5080" indent="-227329">
              <a:lnSpc>
                <a:spcPts val="3020"/>
              </a:lnSpc>
              <a:spcBef>
                <a:spcPts val="48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solidFill>
                  <a:srgbClr val="273139"/>
                </a:solidFill>
                <a:latin typeface="Times New Roman"/>
                <a:cs typeface="Times New Roman"/>
              </a:rPr>
              <a:t>If</a:t>
            </a:r>
            <a:r>
              <a:rPr sz="2800" spc="-2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sz="2800" spc="-2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73139"/>
                </a:solidFill>
                <a:latin typeface="Times New Roman"/>
                <a:cs typeface="Times New Roman"/>
              </a:rPr>
              <a:t>node</a:t>
            </a:r>
            <a:r>
              <a:rPr sz="2800" spc="-2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73139"/>
                </a:solidFill>
                <a:latin typeface="Times New Roman"/>
                <a:cs typeface="Times New Roman"/>
              </a:rPr>
              <a:t>is</a:t>
            </a:r>
            <a:r>
              <a:rPr sz="2800" spc="-1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73139"/>
                </a:solidFill>
                <a:latin typeface="Times New Roman"/>
                <a:cs typeface="Times New Roman"/>
              </a:rPr>
              <a:t>added</a:t>
            </a:r>
            <a:r>
              <a:rPr sz="2800" spc="-2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73139"/>
                </a:solidFill>
                <a:latin typeface="Times New Roman"/>
                <a:cs typeface="Times New Roman"/>
              </a:rPr>
              <a:t>to</a:t>
            </a:r>
            <a:r>
              <a:rPr sz="2800" spc="-2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73139"/>
                </a:solidFill>
                <a:latin typeface="Times New Roman"/>
                <a:cs typeface="Times New Roman"/>
              </a:rPr>
              <a:t>the</a:t>
            </a:r>
            <a:r>
              <a:rPr sz="2800" spc="-2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73139"/>
                </a:solidFill>
                <a:latin typeface="Times New Roman"/>
                <a:cs typeface="Times New Roman"/>
              </a:rPr>
              <a:t>left</a:t>
            </a:r>
            <a:r>
              <a:rPr sz="2800" spc="-1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73139"/>
                </a:solidFill>
                <a:latin typeface="Times New Roman"/>
                <a:cs typeface="Times New Roman"/>
              </a:rPr>
              <a:t>subtree</a:t>
            </a:r>
            <a:r>
              <a:rPr sz="2800" spc="-4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73139"/>
                </a:solidFill>
                <a:latin typeface="Times New Roman"/>
                <a:cs typeface="Times New Roman"/>
              </a:rPr>
              <a:t>of</a:t>
            </a:r>
            <a:r>
              <a:rPr sz="2800" spc="-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73139"/>
                </a:solidFill>
                <a:latin typeface="Times New Roman"/>
                <a:cs typeface="Times New Roman"/>
              </a:rPr>
              <a:t>the</a:t>
            </a:r>
            <a:r>
              <a:rPr sz="2800" spc="-1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73139"/>
                </a:solidFill>
                <a:latin typeface="Times New Roman"/>
                <a:cs typeface="Times New Roman"/>
              </a:rPr>
              <a:t>left</a:t>
            </a:r>
            <a:r>
              <a:rPr sz="2800" spc="-2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73139"/>
                </a:solidFill>
                <a:latin typeface="Times New Roman"/>
                <a:cs typeface="Times New Roman"/>
              </a:rPr>
              <a:t>subtree,</a:t>
            </a:r>
            <a:r>
              <a:rPr sz="2800" spc="-4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273139"/>
                </a:solidFill>
                <a:latin typeface="Times New Roman"/>
                <a:cs typeface="Times New Roman"/>
              </a:rPr>
              <a:t>the</a:t>
            </a:r>
            <a:r>
              <a:rPr sz="2800" spc="-17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spc="-150" dirty="0">
                <a:solidFill>
                  <a:srgbClr val="273139"/>
                </a:solidFill>
                <a:latin typeface="Times New Roman"/>
                <a:cs typeface="Times New Roman"/>
              </a:rPr>
              <a:t>AVL</a:t>
            </a:r>
            <a:r>
              <a:rPr sz="2800" spc="-8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spc="-20" dirty="0">
                <a:solidFill>
                  <a:srgbClr val="273139"/>
                </a:solidFill>
                <a:latin typeface="Times New Roman"/>
                <a:cs typeface="Times New Roman"/>
              </a:rPr>
              <a:t>tree 	</a:t>
            </a:r>
            <a:r>
              <a:rPr sz="2800" dirty="0">
                <a:solidFill>
                  <a:srgbClr val="273139"/>
                </a:solidFill>
                <a:latin typeface="Times New Roman"/>
                <a:cs typeface="Times New Roman"/>
              </a:rPr>
              <a:t>may</a:t>
            </a:r>
            <a:r>
              <a:rPr sz="2800" spc="-2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73139"/>
                </a:solidFill>
                <a:latin typeface="Times New Roman"/>
                <a:cs typeface="Times New Roman"/>
              </a:rPr>
              <a:t>get</a:t>
            </a:r>
            <a:r>
              <a:rPr sz="2800" spc="-1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73139"/>
                </a:solidFill>
                <a:latin typeface="Times New Roman"/>
                <a:cs typeface="Times New Roman"/>
              </a:rPr>
              <a:t>out</a:t>
            </a:r>
            <a:r>
              <a:rPr sz="2800" spc="-2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73139"/>
                </a:solidFill>
                <a:latin typeface="Times New Roman"/>
                <a:cs typeface="Times New Roman"/>
              </a:rPr>
              <a:t>of</a:t>
            </a:r>
            <a:r>
              <a:rPr sz="2800" spc="-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73139"/>
                </a:solidFill>
                <a:latin typeface="Times New Roman"/>
                <a:cs typeface="Times New Roman"/>
              </a:rPr>
              <a:t>balance,</a:t>
            </a:r>
            <a:r>
              <a:rPr sz="2800" spc="-2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73139"/>
                </a:solidFill>
                <a:latin typeface="Times New Roman"/>
                <a:cs typeface="Times New Roman"/>
              </a:rPr>
              <a:t>we</a:t>
            </a:r>
            <a:r>
              <a:rPr sz="2800" spc="-2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73139"/>
                </a:solidFill>
                <a:latin typeface="Times New Roman"/>
                <a:cs typeface="Times New Roman"/>
              </a:rPr>
              <a:t>do</a:t>
            </a:r>
            <a:r>
              <a:rPr sz="2800" spc="-2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sz="2800" spc="-1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73139"/>
                </a:solidFill>
                <a:latin typeface="Times New Roman"/>
                <a:cs typeface="Times New Roman"/>
              </a:rPr>
              <a:t>single</a:t>
            </a:r>
            <a:r>
              <a:rPr sz="2800" spc="-4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73139"/>
                </a:solidFill>
                <a:latin typeface="Times New Roman"/>
                <a:cs typeface="Times New Roman"/>
              </a:rPr>
              <a:t>right</a:t>
            </a:r>
            <a:r>
              <a:rPr sz="2800" spc="-2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273139"/>
                </a:solidFill>
                <a:latin typeface="Times New Roman"/>
                <a:cs typeface="Times New Roman"/>
              </a:rPr>
              <a:t>rotation.</a:t>
            </a:r>
            <a:endParaRPr sz="28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3712" y="2762629"/>
            <a:ext cx="9525000" cy="4010023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4248"/>
            <a:ext cx="454660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Left-</a:t>
            </a:r>
            <a:r>
              <a:rPr dirty="0"/>
              <a:t>Right</a:t>
            </a:r>
            <a:r>
              <a:rPr spc="20" dirty="0"/>
              <a:t> </a:t>
            </a:r>
            <a:r>
              <a:rPr spc="-10" dirty="0"/>
              <a:t>Rotation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02640" y="1528063"/>
            <a:ext cx="10026650" cy="83566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0029" marR="5080" indent="-227329">
              <a:lnSpc>
                <a:spcPts val="3020"/>
              </a:lnSpc>
              <a:spcBef>
                <a:spcPts val="48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sz="2800" spc="-17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273139"/>
                </a:solidFill>
                <a:latin typeface="Times New Roman"/>
                <a:cs typeface="Times New Roman"/>
              </a:rPr>
              <a:t>left-</a:t>
            </a:r>
            <a:r>
              <a:rPr sz="2800" dirty="0">
                <a:solidFill>
                  <a:srgbClr val="273139"/>
                </a:solidFill>
                <a:latin typeface="Times New Roman"/>
                <a:cs typeface="Times New Roman"/>
              </a:rPr>
              <a:t>right</a:t>
            </a:r>
            <a:r>
              <a:rPr sz="2800" spc="-4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73139"/>
                </a:solidFill>
                <a:latin typeface="Times New Roman"/>
                <a:cs typeface="Times New Roman"/>
              </a:rPr>
              <a:t>rotation</a:t>
            </a:r>
            <a:r>
              <a:rPr sz="2800" spc="-5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73139"/>
                </a:solidFill>
                <a:latin typeface="Times New Roman"/>
                <a:cs typeface="Times New Roman"/>
              </a:rPr>
              <a:t>is</a:t>
            </a:r>
            <a:r>
              <a:rPr sz="2800" spc="-3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sz="2800" spc="-3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73139"/>
                </a:solidFill>
                <a:latin typeface="Times New Roman"/>
                <a:cs typeface="Times New Roman"/>
              </a:rPr>
              <a:t>combination</a:t>
            </a:r>
            <a:r>
              <a:rPr sz="2800" spc="-4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73139"/>
                </a:solidFill>
                <a:latin typeface="Times New Roman"/>
                <a:cs typeface="Times New Roman"/>
              </a:rPr>
              <a:t>in</a:t>
            </a:r>
            <a:r>
              <a:rPr sz="2800" spc="-2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73139"/>
                </a:solidFill>
                <a:latin typeface="Times New Roman"/>
                <a:cs typeface="Times New Roman"/>
              </a:rPr>
              <a:t>which</a:t>
            </a:r>
            <a:r>
              <a:rPr sz="2800" spc="-3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73139"/>
                </a:solidFill>
                <a:latin typeface="Times New Roman"/>
                <a:cs typeface="Times New Roman"/>
              </a:rPr>
              <a:t>first</a:t>
            </a:r>
            <a:r>
              <a:rPr sz="2800" spc="-3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73139"/>
                </a:solidFill>
                <a:latin typeface="Times New Roman"/>
                <a:cs typeface="Times New Roman"/>
              </a:rPr>
              <a:t>left</a:t>
            </a:r>
            <a:r>
              <a:rPr sz="2800" spc="-3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73139"/>
                </a:solidFill>
                <a:latin typeface="Times New Roman"/>
                <a:cs typeface="Times New Roman"/>
              </a:rPr>
              <a:t>rotation</a:t>
            </a:r>
            <a:r>
              <a:rPr sz="2800" spc="-5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273139"/>
                </a:solidFill>
                <a:latin typeface="Times New Roman"/>
                <a:cs typeface="Times New Roman"/>
              </a:rPr>
              <a:t>takes 	</a:t>
            </a:r>
            <a:r>
              <a:rPr sz="2800" dirty="0">
                <a:solidFill>
                  <a:srgbClr val="273139"/>
                </a:solidFill>
                <a:latin typeface="Times New Roman"/>
                <a:cs typeface="Times New Roman"/>
              </a:rPr>
              <a:t>place</a:t>
            </a:r>
            <a:r>
              <a:rPr sz="2800" spc="-3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73139"/>
                </a:solidFill>
                <a:latin typeface="Times New Roman"/>
                <a:cs typeface="Times New Roman"/>
              </a:rPr>
              <a:t>after</a:t>
            </a:r>
            <a:r>
              <a:rPr sz="2800" spc="-2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73139"/>
                </a:solidFill>
                <a:latin typeface="Times New Roman"/>
                <a:cs typeface="Times New Roman"/>
              </a:rPr>
              <a:t>that</a:t>
            </a:r>
            <a:r>
              <a:rPr sz="2800" spc="-2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73139"/>
                </a:solidFill>
                <a:latin typeface="Times New Roman"/>
                <a:cs typeface="Times New Roman"/>
              </a:rPr>
              <a:t>right</a:t>
            </a:r>
            <a:r>
              <a:rPr sz="2800" spc="-2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73139"/>
                </a:solidFill>
                <a:latin typeface="Times New Roman"/>
                <a:cs typeface="Times New Roman"/>
              </a:rPr>
              <a:t>rotation</a:t>
            </a:r>
            <a:r>
              <a:rPr sz="2800" spc="-4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273139"/>
                </a:solidFill>
                <a:latin typeface="Times New Roman"/>
                <a:cs typeface="Times New Roman"/>
              </a:rPr>
              <a:t>executes.</a:t>
            </a:r>
            <a:endParaRPr sz="28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99488" y="2871216"/>
            <a:ext cx="8906256" cy="3621024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0289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Left-</a:t>
            </a:r>
            <a:r>
              <a:rPr dirty="0"/>
              <a:t>Right</a:t>
            </a:r>
            <a:r>
              <a:rPr spc="-15" dirty="0"/>
              <a:t> </a:t>
            </a:r>
            <a:r>
              <a:rPr dirty="0"/>
              <a:t>Rotation –</a:t>
            </a:r>
            <a:r>
              <a:rPr spc="5" dirty="0"/>
              <a:t> </a:t>
            </a:r>
            <a:r>
              <a:rPr dirty="0"/>
              <a:t>More</a:t>
            </a:r>
            <a:r>
              <a:rPr spc="15" dirty="0"/>
              <a:t> </a:t>
            </a:r>
            <a:r>
              <a:rPr spc="-10" dirty="0"/>
              <a:t>Nodes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75917" y="1759966"/>
            <a:ext cx="2786887" cy="394766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017011" y="1941321"/>
            <a:ext cx="1581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010917" y="3251961"/>
            <a:ext cx="1498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B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021583" y="4544695"/>
            <a:ext cx="1473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838447" y="3027426"/>
            <a:ext cx="2825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AR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88541" y="4320667"/>
            <a:ext cx="2470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BL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013072" y="5551119"/>
            <a:ext cx="2717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CR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355595" y="5595315"/>
            <a:ext cx="2438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CL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62573" y="1726438"/>
            <a:ext cx="3873500" cy="2646172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8615553" y="3157854"/>
            <a:ext cx="1581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497828" y="3191383"/>
            <a:ext cx="1498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B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349490" y="1908124"/>
            <a:ext cx="14795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871709" y="4201159"/>
            <a:ext cx="2825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AR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775452" y="4259960"/>
            <a:ext cx="2470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BL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822183" y="4286757"/>
            <a:ext cx="2717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CR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299197" y="4295394"/>
            <a:ext cx="2438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CL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Right-</a:t>
            </a:r>
            <a:r>
              <a:rPr dirty="0"/>
              <a:t>Left</a:t>
            </a:r>
            <a:r>
              <a:rPr spc="15" dirty="0"/>
              <a:t> </a:t>
            </a:r>
            <a:r>
              <a:rPr spc="-10" dirty="0"/>
              <a:t>Rotation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804161"/>
            <a:ext cx="9996805" cy="836294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12700" marR="5080">
              <a:lnSpc>
                <a:spcPts val="3030"/>
              </a:lnSpc>
              <a:spcBef>
                <a:spcPts val="470"/>
              </a:spcBef>
            </a:pPr>
            <a:r>
              <a:rPr sz="2800" spc="-30" dirty="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sz="2800" spc="-15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273139"/>
                </a:solidFill>
                <a:latin typeface="Times New Roman"/>
                <a:cs typeface="Times New Roman"/>
              </a:rPr>
              <a:t>right-</a:t>
            </a:r>
            <a:r>
              <a:rPr sz="2800" dirty="0">
                <a:solidFill>
                  <a:srgbClr val="273139"/>
                </a:solidFill>
                <a:latin typeface="Times New Roman"/>
                <a:cs typeface="Times New Roman"/>
              </a:rPr>
              <a:t>left</a:t>
            </a:r>
            <a:r>
              <a:rPr sz="2800" spc="-5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73139"/>
                </a:solidFill>
                <a:latin typeface="Times New Roman"/>
                <a:cs typeface="Times New Roman"/>
              </a:rPr>
              <a:t>rotation</a:t>
            </a:r>
            <a:r>
              <a:rPr sz="2800" spc="-4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73139"/>
                </a:solidFill>
                <a:latin typeface="Times New Roman"/>
                <a:cs typeface="Times New Roman"/>
              </a:rPr>
              <a:t>is</a:t>
            </a:r>
            <a:r>
              <a:rPr sz="2800" spc="-3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sz="2800" spc="-2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73139"/>
                </a:solidFill>
                <a:latin typeface="Times New Roman"/>
                <a:cs typeface="Times New Roman"/>
              </a:rPr>
              <a:t>combination</a:t>
            </a:r>
            <a:r>
              <a:rPr sz="2800" spc="-3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73139"/>
                </a:solidFill>
                <a:latin typeface="Times New Roman"/>
                <a:cs typeface="Times New Roman"/>
              </a:rPr>
              <a:t>in</a:t>
            </a:r>
            <a:r>
              <a:rPr sz="2800" spc="-2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73139"/>
                </a:solidFill>
                <a:latin typeface="Times New Roman"/>
                <a:cs typeface="Times New Roman"/>
              </a:rPr>
              <a:t>which</a:t>
            </a:r>
            <a:r>
              <a:rPr sz="2800" spc="-2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73139"/>
                </a:solidFill>
                <a:latin typeface="Times New Roman"/>
                <a:cs typeface="Times New Roman"/>
              </a:rPr>
              <a:t>first</a:t>
            </a:r>
            <a:r>
              <a:rPr sz="2800" spc="-3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73139"/>
                </a:solidFill>
                <a:latin typeface="Times New Roman"/>
                <a:cs typeface="Times New Roman"/>
              </a:rPr>
              <a:t>right</a:t>
            </a:r>
            <a:r>
              <a:rPr sz="2800" spc="-3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73139"/>
                </a:solidFill>
                <a:latin typeface="Times New Roman"/>
                <a:cs typeface="Times New Roman"/>
              </a:rPr>
              <a:t>rotation</a:t>
            </a:r>
            <a:r>
              <a:rPr sz="2800" spc="-4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273139"/>
                </a:solidFill>
                <a:latin typeface="Times New Roman"/>
                <a:cs typeface="Times New Roman"/>
              </a:rPr>
              <a:t>takes </a:t>
            </a:r>
            <a:r>
              <a:rPr sz="2800" dirty="0">
                <a:solidFill>
                  <a:srgbClr val="273139"/>
                </a:solidFill>
                <a:latin typeface="Times New Roman"/>
                <a:cs typeface="Times New Roman"/>
              </a:rPr>
              <a:t>place</a:t>
            </a:r>
            <a:r>
              <a:rPr sz="2800" spc="-5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73139"/>
                </a:solidFill>
                <a:latin typeface="Times New Roman"/>
                <a:cs typeface="Times New Roman"/>
              </a:rPr>
              <a:t>after</a:t>
            </a:r>
            <a:r>
              <a:rPr sz="2800" spc="-4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73139"/>
                </a:solidFill>
                <a:latin typeface="Times New Roman"/>
                <a:cs typeface="Times New Roman"/>
              </a:rPr>
              <a:t>that</a:t>
            </a:r>
            <a:r>
              <a:rPr sz="2800" spc="-3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73139"/>
                </a:solidFill>
                <a:latin typeface="Times New Roman"/>
                <a:cs typeface="Times New Roman"/>
              </a:rPr>
              <a:t>left</a:t>
            </a:r>
            <a:r>
              <a:rPr sz="2800" spc="-4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73139"/>
                </a:solidFill>
                <a:latin typeface="Times New Roman"/>
                <a:cs typeface="Times New Roman"/>
              </a:rPr>
              <a:t>rotation</a:t>
            </a:r>
            <a:r>
              <a:rPr sz="2800" spc="-4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273139"/>
                </a:solidFill>
                <a:latin typeface="Times New Roman"/>
                <a:cs typeface="Times New Roman"/>
              </a:rPr>
              <a:t>executes.</a:t>
            </a:r>
            <a:endParaRPr sz="28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34311" y="2734054"/>
            <a:ext cx="8724900" cy="4000498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0289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Left-</a:t>
            </a:r>
            <a:r>
              <a:rPr dirty="0"/>
              <a:t>Right</a:t>
            </a:r>
            <a:r>
              <a:rPr spc="-15" dirty="0"/>
              <a:t> </a:t>
            </a:r>
            <a:r>
              <a:rPr dirty="0"/>
              <a:t>Rotation –</a:t>
            </a:r>
            <a:r>
              <a:rPr spc="5" dirty="0"/>
              <a:t> </a:t>
            </a:r>
            <a:r>
              <a:rPr dirty="0"/>
              <a:t>More</a:t>
            </a:r>
            <a:r>
              <a:rPr spc="15" dirty="0"/>
              <a:t> </a:t>
            </a:r>
            <a:r>
              <a:rPr spc="-10" dirty="0"/>
              <a:t>Nodes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70505" y="1759966"/>
            <a:ext cx="2640457" cy="316433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017011" y="1941321"/>
            <a:ext cx="1581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970146" y="3157854"/>
            <a:ext cx="1498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B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173983" y="4413630"/>
            <a:ext cx="1473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400300" y="4965191"/>
            <a:ext cx="1756410" cy="736600"/>
          </a:xfrm>
          <a:custGeom>
            <a:avLst/>
            <a:gdLst/>
            <a:ahLst/>
            <a:cxnLst/>
            <a:rect l="l" t="t" r="r" b="b"/>
            <a:pathLst>
              <a:path w="1756410" h="736600">
                <a:moveTo>
                  <a:pt x="1024127" y="6095"/>
                </a:moveTo>
                <a:lnTo>
                  <a:pt x="1756155" y="664654"/>
                </a:lnTo>
              </a:path>
              <a:path w="1756410" h="736600">
                <a:moveTo>
                  <a:pt x="536320" y="0"/>
                </a:moveTo>
                <a:lnTo>
                  <a:pt x="0" y="736091"/>
                </a:lnTo>
              </a:path>
            </a:pathLst>
          </a:custGeom>
          <a:ln w="12700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113279" y="3104769"/>
            <a:ext cx="2546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AL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704969" y="4331284"/>
            <a:ext cx="27559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BR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013072" y="5551119"/>
            <a:ext cx="2717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CR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355595" y="5595315"/>
            <a:ext cx="2438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CL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8287257" y="2976117"/>
            <a:ext cx="812800" cy="692785"/>
            <a:chOff x="8287257" y="2976117"/>
            <a:chExt cx="812800" cy="692785"/>
          </a:xfrm>
        </p:grpSpPr>
        <p:sp>
          <p:nvSpPr>
            <p:cNvPr id="13" name="object 13"/>
            <p:cNvSpPr/>
            <p:nvPr/>
          </p:nvSpPr>
          <p:spPr>
            <a:xfrm>
              <a:off x="8293607" y="2982467"/>
              <a:ext cx="800100" cy="680085"/>
            </a:xfrm>
            <a:custGeom>
              <a:avLst/>
              <a:gdLst/>
              <a:ahLst/>
              <a:cxnLst/>
              <a:rect l="l" t="t" r="r" b="b"/>
              <a:pathLst>
                <a:path w="800100" h="680085">
                  <a:moveTo>
                    <a:pt x="400050" y="0"/>
                  </a:moveTo>
                  <a:lnTo>
                    <a:pt x="349861" y="2647"/>
                  </a:lnTo>
                  <a:lnTo>
                    <a:pt x="301534" y="10378"/>
                  </a:lnTo>
                  <a:lnTo>
                    <a:pt x="255445" y="22874"/>
                  </a:lnTo>
                  <a:lnTo>
                    <a:pt x="211967" y="39816"/>
                  </a:lnTo>
                  <a:lnTo>
                    <a:pt x="171476" y="60887"/>
                  </a:lnTo>
                  <a:lnTo>
                    <a:pt x="134345" y="85767"/>
                  </a:lnTo>
                  <a:lnTo>
                    <a:pt x="100950" y="114138"/>
                  </a:lnTo>
                  <a:lnTo>
                    <a:pt x="71665" y="145682"/>
                  </a:lnTo>
                  <a:lnTo>
                    <a:pt x="46864" y="180081"/>
                  </a:lnTo>
                  <a:lnTo>
                    <a:pt x="26923" y="217015"/>
                  </a:lnTo>
                  <a:lnTo>
                    <a:pt x="12215" y="256167"/>
                  </a:lnTo>
                  <a:lnTo>
                    <a:pt x="3116" y="297219"/>
                  </a:lnTo>
                  <a:lnTo>
                    <a:pt x="0" y="339852"/>
                  </a:lnTo>
                  <a:lnTo>
                    <a:pt x="3116" y="382484"/>
                  </a:lnTo>
                  <a:lnTo>
                    <a:pt x="12215" y="423536"/>
                  </a:lnTo>
                  <a:lnTo>
                    <a:pt x="26923" y="462688"/>
                  </a:lnTo>
                  <a:lnTo>
                    <a:pt x="46864" y="499622"/>
                  </a:lnTo>
                  <a:lnTo>
                    <a:pt x="71665" y="534021"/>
                  </a:lnTo>
                  <a:lnTo>
                    <a:pt x="100950" y="565565"/>
                  </a:lnTo>
                  <a:lnTo>
                    <a:pt x="134345" y="593936"/>
                  </a:lnTo>
                  <a:lnTo>
                    <a:pt x="171476" y="618816"/>
                  </a:lnTo>
                  <a:lnTo>
                    <a:pt x="211967" y="639887"/>
                  </a:lnTo>
                  <a:lnTo>
                    <a:pt x="255445" y="656829"/>
                  </a:lnTo>
                  <a:lnTo>
                    <a:pt x="301534" y="669325"/>
                  </a:lnTo>
                  <a:lnTo>
                    <a:pt x="349861" y="677056"/>
                  </a:lnTo>
                  <a:lnTo>
                    <a:pt x="400050" y="679704"/>
                  </a:lnTo>
                  <a:lnTo>
                    <a:pt x="450238" y="677056"/>
                  </a:lnTo>
                  <a:lnTo>
                    <a:pt x="498565" y="669325"/>
                  </a:lnTo>
                  <a:lnTo>
                    <a:pt x="544654" y="656829"/>
                  </a:lnTo>
                  <a:lnTo>
                    <a:pt x="588132" y="639887"/>
                  </a:lnTo>
                  <a:lnTo>
                    <a:pt x="628623" y="618816"/>
                  </a:lnTo>
                  <a:lnTo>
                    <a:pt x="665754" y="593936"/>
                  </a:lnTo>
                  <a:lnTo>
                    <a:pt x="699149" y="565565"/>
                  </a:lnTo>
                  <a:lnTo>
                    <a:pt x="728434" y="534021"/>
                  </a:lnTo>
                  <a:lnTo>
                    <a:pt x="753235" y="499622"/>
                  </a:lnTo>
                  <a:lnTo>
                    <a:pt x="773176" y="462688"/>
                  </a:lnTo>
                  <a:lnTo>
                    <a:pt x="787884" y="423536"/>
                  </a:lnTo>
                  <a:lnTo>
                    <a:pt x="796983" y="382484"/>
                  </a:lnTo>
                  <a:lnTo>
                    <a:pt x="800100" y="339852"/>
                  </a:lnTo>
                  <a:lnTo>
                    <a:pt x="796983" y="297219"/>
                  </a:lnTo>
                  <a:lnTo>
                    <a:pt x="787884" y="256167"/>
                  </a:lnTo>
                  <a:lnTo>
                    <a:pt x="773176" y="217015"/>
                  </a:lnTo>
                  <a:lnTo>
                    <a:pt x="753235" y="180081"/>
                  </a:lnTo>
                  <a:lnTo>
                    <a:pt x="728434" y="145682"/>
                  </a:lnTo>
                  <a:lnTo>
                    <a:pt x="699149" y="114138"/>
                  </a:lnTo>
                  <a:lnTo>
                    <a:pt x="665754" y="85767"/>
                  </a:lnTo>
                  <a:lnTo>
                    <a:pt x="628623" y="60887"/>
                  </a:lnTo>
                  <a:lnTo>
                    <a:pt x="588132" y="39816"/>
                  </a:lnTo>
                  <a:lnTo>
                    <a:pt x="544654" y="22874"/>
                  </a:lnTo>
                  <a:lnTo>
                    <a:pt x="498565" y="10378"/>
                  </a:lnTo>
                  <a:lnTo>
                    <a:pt x="450238" y="2647"/>
                  </a:lnTo>
                  <a:lnTo>
                    <a:pt x="400050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293607" y="2982467"/>
              <a:ext cx="800100" cy="680085"/>
            </a:xfrm>
            <a:custGeom>
              <a:avLst/>
              <a:gdLst/>
              <a:ahLst/>
              <a:cxnLst/>
              <a:rect l="l" t="t" r="r" b="b"/>
              <a:pathLst>
                <a:path w="800100" h="680085">
                  <a:moveTo>
                    <a:pt x="0" y="339852"/>
                  </a:moveTo>
                  <a:lnTo>
                    <a:pt x="3116" y="297219"/>
                  </a:lnTo>
                  <a:lnTo>
                    <a:pt x="12215" y="256167"/>
                  </a:lnTo>
                  <a:lnTo>
                    <a:pt x="26923" y="217015"/>
                  </a:lnTo>
                  <a:lnTo>
                    <a:pt x="46864" y="180081"/>
                  </a:lnTo>
                  <a:lnTo>
                    <a:pt x="71665" y="145682"/>
                  </a:lnTo>
                  <a:lnTo>
                    <a:pt x="100950" y="114138"/>
                  </a:lnTo>
                  <a:lnTo>
                    <a:pt x="134345" y="85767"/>
                  </a:lnTo>
                  <a:lnTo>
                    <a:pt x="171476" y="60887"/>
                  </a:lnTo>
                  <a:lnTo>
                    <a:pt x="211967" y="39816"/>
                  </a:lnTo>
                  <a:lnTo>
                    <a:pt x="255445" y="22874"/>
                  </a:lnTo>
                  <a:lnTo>
                    <a:pt x="301534" y="10378"/>
                  </a:lnTo>
                  <a:lnTo>
                    <a:pt x="349861" y="2647"/>
                  </a:lnTo>
                  <a:lnTo>
                    <a:pt x="400050" y="0"/>
                  </a:lnTo>
                  <a:lnTo>
                    <a:pt x="450238" y="2647"/>
                  </a:lnTo>
                  <a:lnTo>
                    <a:pt x="498565" y="10378"/>
                  </a:lnTo>
                  <a:lnTo>
                    <a:pt x="544654" y="22874"/>
                  </a:lnTo>
                  <a:lnTo>
                    <a:pt x="588132" y="39816"/>
                  </a:lnTo>
                  <a:lnTo>
                    <a:pt x="628623" y="60887"/>
                  </a:lnTo>
                  <a:lnTo>
                    <a:pt x="665754" y="85767"/>
                  </a:lnTo>
                  <a:lnTo>
                    <a:pt x="699149" y="114138"/>
                  </a:lnTo>
                  <a:lnTo>
                    <a:pt x="728434" y="145682"/>
                  </a:lnTo>
                  <a:lnTo>
                    <a:pt x="753235" y="180081"/>
                  </a:lnTo>
                  <a:lnTo>
                    <a:pt x="773176" y="217015"/>
                  </a:lnTo>
                  <a:lnTo>
                    <a:pt x="787884" y="256167"/>
                  </a:lnTo>
                  <a:lnTo>
                    <a:pt x="796983" y="297219"/>
                  </a:lnTo>
                  <a:lnTo>
                    <a:pt x="800100" y="339852"/>
                  </a:lnTo>
                  <a:lnTo>
                    <a:pt x="796983" y="382484"/>
                  </a:lnTo>
                  <a:lnTo>
                    <a:pt x="787884" y="423536"/>
                  </a:lnTo>
                  <a:lnTo>
                    <a:pt x="773176" y="462688"/>
                  </a:lnTo>
                  <a:lnTo>
                    <a:pt x="753235" y="499622"/>
                  </a:lnTo>
                  <a:lnTo>
                    <a:pt x="728434" y="534021"/>
                  </a:lnTo>
                  <a:lnTo>
                    <a:pt x="699149" y="565565"/>
                  </a:lnTo>
                  <a:lnTo>
                    <a:pt x="665754" y="593936"/>
                  </a:lnTo>
                  <a:lnTo>
                    <a:pt x="628623" y="618816"/>
                  </a:lnTo>
                  <a:lnTo>
                    <a:pt x="588132" y="639887"/>
                  </a:lnTo>
                  <a:lnTo>
                    <a:pt x="544654" y="656829"/>
                  </a:lnTo>
                  <a:lnTo>
                    <a:pt x="498565" y="669325"/>
                  </a:lnTo>
                  <a:lnTo>
                    <a:pt x="450238" y="677056"/>
                  </a:lnTo>
                  <a:lnTo>
                    <a:pt x="400050" y="679704"/>
                  </a:lnTo>
                  <a:lnTo>
                    <a:pt x="349861" y="677056"/>
                  </a:lnTo>
                  <a:lnTo>
                    <a:pt x="301534" y="669325"/>
                  </a:lnTo>
                  <a:lnTo>
                    <a:pt x="255445" y="656829"/>
                  </a:lnTo>
                  <a:lnTo>
                    <a:pt x="211967" y="639887"/>
                  </a:lnTo>
                  <a:lnTo>
                    <a:pt x="171476" y="618816"/>
                  </a:lnTo>
                  <a:lnTo>
                    <a:pt x="134345" y="593936"/>
                  </a:lnTo>
                  <a:lnTo>
                    <a:pt x="100950" y="565565"/>
                  </a:lnTo>
                  <a:lnTo>
                    <a:pt x="71665" y="534021"/>
                  </a:lnTo>
                  <a:lnTo>
                    <a:pt x="46864" y="499622"/>
                  </a:lnTo>
                  <a:lnTo>
                    <a:pt x="26923" y="462688"/>
                  </a:lnTo>
                  <a:lnTo>
                    <a:pt x="12215" y="423536"/>
                  </a:lnTo>
                  <a:lnTo>
                    <a:pt x="3116" y="382484"/>
                  </a:lnTo>
                  <a:lnTo>
                    <a:pt x="0" y="339852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8618601" y="3157854"/>
            <a:ext cx="1498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B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6127750" y="3015742"/>
            <a:ext cx="889000" cy="680720"/>
            <a:chOff x="6127750" y="3015742"/>
            <a:chExt cx="889000" cy="680720"/>
          </a:xfrm>
        </p:grpSpPr>
        <p:sp>
          <p:nvSpPr>
            <p:cNvPr id="17" name="object 17"/>
            <p:cNvSpPr/>
            <p:nvPr/>
          </p:nvSpPr>
          <p:spPr>
            <a:xfrm>
              <a:off x="6134100" y="3022092"/>
              <a:ext cx="876300" cy="668020"/>
            </a:xfrm>
            <a:custGeom>
              <a:avLst/>
              <a:gdLst/>
              <a:ahLst/>
              <a:cxnLst/>
              <a:rect l="l" t="t" r="r" b="b"/>
              <a:pathLst>
                <a:path w="876300" h="668020">
                  <a:moveTo>
                    <a:pt x="438150" y="0"/>
                  </a:moveTo>
                  <a:lnTo>
                    <a:pt x="383198" y="2601"/>
                  </a:lnTo>
                  <a:lnTo>
                    <a:pt x="330282" y="10196"/>
                  </a:lnTo>
                  <a:lnTo>
                    <a:pt x="279810" y="22471"/>
                  </a:lnTo>
                  <a:lnTo>
                    <a:pt x="232194" y="39114"/>
                  </a:lnTo>
                  <a:lnTo>
                    <a:pt x="187846" y="59811"/>
                  </a:lnTo>
                  <a:lnTo>
                    <a:pt x="147176" y="84250"/>
                  </a:lnTo>
                  <a:lnTo>
                    <a:pt x="110595" y="112115"/>
                  </a:lnTo>
                  <a:lnTo>
                    <a:pt x="78515" y="143096"/>
                  </a:lnTo>
                  <a:lnTo>
                    <a:pt x="51345" y="176878"/>
                  </a:lnTo>
                  <a:lnTo>
                    <a:pt x="29498" y="213148"/>
                  </a:lnTo>
                  <a:lnTo>
                    <a:pt x="13384" y="251593"/>
                  </a:lnTo>
                  <a:lnTo>
                    <a:pt x="3414" y="291900"/>
                  </a:lnTo>
                  <a:lnTo>
                    <a:pt x="0" y="333756"/>
                  </a:lnTo>
                  <a:lnTo>
                    <a:pt x="3414" y="375611"/>
                  </a:lnTo>
                  <a:lnTo>
                    <a:pt x="13384" y="415918"/>
                  </a:lnTo>
                  <a:lnTo>
                    <a:pt x="29498" y="454363"/>
                  </a:lnTo>
                  <a:lnTo>
                    <a:pt x="51345" y="490633"/>
                  </a:lnTo>
                  <a:lnTo>
                    <a:pt x="78515" y="524415"/>
                  </a:lnTo>
                  <a:lnTo>
                    <a:pt x="110595" y="555396"/>
                  </a:lnTo>
                  <a:lnTo>
                    <a:pt x="147176" y="583261"/>
                  </a:lnTo>
                  <a:lnTo>
                    <a:pt x="187846" y="607700"/>
                  </a:lnTo>
                  <a:lnTo>
                    <a:pt x="232194" y="628397"/>
                  </a:lnTo>
                  <a:lnTo>
                    <a:pt x="279810" y="645040"/>
                  </a:lnTo>
                  <a:lnTo>
                    <a:pt x="330282" y="657315"/>
                  </a:lnTo>
                  <a:lnTo>
                    <a:pt x="383198" y="664910"/>
                  </a:lnTo>
                  <a:lnTo>
                    <a:pt x="438150" y="667512"/>
                  </a:lnTo>
                  <a:lnTo>
                    <a:pt x="493101" y="664910"/>
                  </a:lnTo>
                  <a:lnTo>
                    <a:pt x="546017" y="657315"/>
                  </a:lnTo>
                  <a:lnTo>
                    <a:pt x="596489" y="645040"/>
                  </a:lnTo>
                  <a:lnTo>
                    <a:pt x="644105" y="628397"/>
                  </a:lnTo>
                  <a:lnTo>
                    <a:pt x="688453" y="607700"/>
                  </a:lnTo>
                  <a:lnTo>
                    <a:pt x="729123" y="583261"/>
                  </a:lnTo>
                  <a:lnTo>
                    <a:pt x="765704" y="555396"/>
                  </a:lnTo>
                  <a:lnTo>
                    <a:pt x="797784" y="524415"/>
                  </a:lnTo>
                  <a:lnTo>
                    <a:pt x="824954" y="490633"/>
                  </a:lnTo>
                  <a:lnTo>
                    <a:pt x="846801" y="454363"/>
                  </a:lnTo>
                  <a:lnTo>
                    <a:pt x="862915" y="415918"/>
                  </a:lnTo>
                  <a:lnTo>
                    <a:pt x="872885" y="375611"/>
                  </a:lnTo>
                  <a:lnTo>
                    <a:pt x="876300" y="333756"/>
                  </a:lnTo>
                  <a:lnTo>
                    <a:pt x="872885" y="291900"/>
                  </a:lnTo>
                  <a:lnTo>
                    <a:pt x="862915" y="251593"/>
                  </a:lnTo>
                  <a:lnTo>
                    <a:pt x="846801" y="213148"/>
                  </a:lnTo>
                  <a:lnTo>
                    <a:pt x="824954" y="176878"/>
                  </a:lnTo>
                  <a:lnTo>
                    <a:pt x="797784" y="143096"/>
                  </a:lnTo>
                  <a:lnTo>
                    <a:pt x="765704" y="112115"/>
                  </a:lnTo>
                  <a:lnTo>
                    <a:pt x="729123" y="84250"/>
                  </a:lnTo>
                  <a:lnTo>
                    <a:pt x="688453" y="59811"/>
                  </a:lnTo>
                  <a:lnTo>
                    <a:pt x="644105" y="39114"/>
                  </a:lnTo>
                  <a:lnTo>
                    <a:pt x="596489" y="22471"/>
                  </a:lnTo>
                  <a:lnTo>
                    <a:pt x="546017" y="10196"/>
                  </a:lnTo>
                  <a:lnTo>
                    <a:pt x="493101" y="2601"/>
                  </a:lnTo>
                  <a:lnTo>
                    <a:pt x="438150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134100" y="3022092"/>
              <a:ext cx="876300" cy="668020"/>
            </a:xfrm>
            <a:custGeom>
              <a:avLst/>
              <a:gdLst/>
              <a:ahLst/>
              <a:cxnLst/>
              <a:rect l="l" t="t" r="r" b="b"/>
              <a:pathLst>
                <a:path w="876300" h="668020">
                  <a:moveTo>
                    <a:pt x="0" y="333756"/>
                  </a:moveTo>
                  <a:lnTo>
                    <a:pt x="3414" y="291900"/>
                  </a:lnTo>
                  <a:lnTo>
                    <a:pt x="13384" y="251593"/>
                  </a:lnTo>
                  <a:lnTo>
                    <a:pt x="29498" y="213148"/>
                  </a:lnTo>
                  <a:lnTo>
                    <a:pt x="51345" y="176878"/>
                  </a:lnTo>
                  <a:lnTo>
                    <a:pt x="78515" y="143096"/>
                  </a:lnTo>
                  <a:lnTo>
                    <a:pt x="110595" y="112115"/>
                  </a:lnTo>
                  <a:lnTo>
                    <a:pt x="147176" y="84250"/>
                  </a:lnTo>
                  <a:lnTo>
                    <a:pt x="187846" y="59811"/>
                  </a:lnTo>
                  <a:lnTo>
                    <a:pt x="232194" y="39114"/>
                  </a:lnTo>
                  <a:lnTo>
                    <a:pt x="279810" y="22471"/>
                  </a:lnTo>
                  <a:lnTo>
                    <a:pt x="330282" y="10196"/>
                  </a:lnTo>
                  <a:lnTo>
                    <a:pt x="383198" y="2601"/>
                  </a:lnTo>
                  <a:lnTo>
                    <a:pt x="438150" y="0"/>
                  </a:lnTo>
                  <a:lnTo>
                    <a:pt x="493101" y="2601"/>
                  </a:lnTo>
                  <a:lnTo>
                    <a:pt x="546017" y="10196"/>
                  </a:lnTo>
                  <a:lnTo>
                    <a:pt x="596489" y="22471"/>
                  </a:lnTo>
                  <a:lnTo>
                    <a:pt x="644105" y="39114"/>
                  </a:lnTo>
                  <a:lnTo>
                    <a:pt x="688453" y="59811"/>
                  </a:lnTo>
                  <a:lnTo>
                    <a:pt x="729123" y="84250"/>
                  </a:lnTo>
                  <a:lnTo>
                    <a:pt x="765704" y="112115"/>
                  </a:lnTo>
                  <a:lnTo>
                    <a:pt x="797784" y="143096"/>
                  </a:lnTo>
                  <a:lnTo>
                    <a:pt x="824954" y="176878"/>
                  </a:lnTo>
                  <a:lnTo>
                    <a:pt x="846801" y="213148"/>
                  </a:lnTo>
                  <a:lnTo>
                    <a:pt x="862915" y="251593"/>
                  </a:lnTo>
                  <a:lnTo>
                    <a:pt x="872885" y="291900"/>
                  </a:lnTo>
                  <a:lnTo>
                    <a:pt x="876300" y="333756"/>
                  </a:lnTo>
                  <a:lnTo>
                    <a:pt x="872885" y="375611"/>
                  </a:lnTo>
                  <a:lnTo>
                    <a:pt x="862915" y="415918"/>
                  </a:lnTo>
                  <a:lnTo>
                    <a:pt x="846801" y="454363"/>
                  </a:lnTo>
                  <a:lnTo>
                    <a:pt x="824954" y="490633"/>
                  </a:lnTo>
                  <a:lnTo>
                    <a:pt x="797784" y="524415"/>
                  </a:lnTo>
                  <a:lnTo>
                    <a:pt x="765704" y="555396"/>
                  </a:lnTo>
                  <a:lnTo>
                    <a:pt x="729123" y="583261"/>
                  </a:lnTo>
                  <a:lnTo>
                    <a:pt x="688453" y="607700"/>
                  </a:lnTo>
                  <a:lnTo>
                    <a:pt x="644105" y="628397"/>
                  </a:lnTo>
                  <a:lnTo>
                    <a:pt x="596489" y="645040"/>
                  </a:lnTo>
                  <a:lnTo>
                    <a:pt x="546017" y="657315"/>
                  </a:lnTo>
                  <a:lnTo>
                    <a:pt x="493101" y="664910"/>
                  </a:lnTo>
                  <a:lnTo>
                    <a:pt x="438150" y="667512"/>
                  </a:lnTo>
                  <a:lnTo>
                    <a:pt x="383198" y="664910"/>
                  </a:lnTo>
                  <a:lnTo>
                    <a:pt x="330282" y="657315"/>
                  </a:lnTo>
                  <a:lnTo>
                    <a:pt x="279810" y="645040"/>
                  </a:lnTo>
                  <a:lnTo>
                    <a:pt x="232194" y="628397"/>
                  </a:lnTo>
                  <a:lnTo>
                    <a:pt x="187846" y="607700"/>
                  </a:lnTo>
                  <a:lnTo>
                    <a:pt x="147176" y="583261"/>
                  </a:lnTo>
                  <a:lnTo>
                    <a:pt x="110595" y="555396"/>
                  </a:lnTo>
                  <a:lnTo>
                    <a:pt x="78515" y="524415"/>
                  </a:lnTo>
                  <a:lnTo>
                    <a:pt x="51345" y="490633"/>
                  </a:lnTo>
                  <a:lnTo>
                    <a:pt x="29498" y="454363"/>
                  </a:lnTo>
                  <a:lnTo>
                    <a:pt x="13384" y="415918"/>
                  </a:lnTo>
                  <a:lnTo>
                    <a:pt x="3414" y="375611"/>
                  </a:lnTo>
                  <a:lnTo>
                    <a:pt x="0" y="333756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6493002" y="3191383"/>
            <a:ext cx="1581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7016242" y="1726438"/>
            <a:ext cx="812800" cy="692785"/>
            <a:chOff x="7016242" y="1726438"/>
            <a:chExt cx="812800" cy="692785"/>
          </a:xfrm>
        </p:grpSpPr>
        <p:sp>
          <p:nvSpPr>
            <p:cNvPr id="21" name="object 21"/>
            <p:cNvSpPr/>
            <p:nvPr/>
          </p:nvSpPr>
          <p:spPr>
            <a:xfrm>
              <a:off x="7022592" y="1732788"/>
              <a:ext cx="800100" cy="680085"/>
            </a:xfrm>
            <a:custGeom>
              <a:avLst/>
              <a:gdLst/>
              <a:ahLst/>
              <a:cxnLst/>
              <a:rect l="l" t="t" r="r" b="b"/>
              <a:pathLst>
                <a:path w="800100" h="680085">
                  <a:moveTo>
                    <a:pt x="400050" y="0"/>
                  </a:moveTo>
                  <a:lnTo>
                    <a:pt x="349861" y="2647"/>
                  </a:lnTo>
                  <a:lnTo>
                    <a:pt x="301534" y="10378"/>
                  </a:lnTo>
                  <a:lnTo>
                    <a:pt x="255445" y="22874"/>
                  </a:lnTo>
                  <a:lnTo>
                    <a:pt x="211967" y="39816"/>
                  </a:lnTo>
                  <a:lnTo>
                    <a:pt x="171476" y="60887"/>
                  </a:lnTo>
                  <a:lnTo>
                    <a:pt x="134345" y="85767"/>
                  </a:lnTo>
                  <a:lnTo>
                    <a:pt x="100950" y="114138"/>
                  </a:lnTo>
                  <a:lnTo>
                    <a:pt x="71665" y="145682"/>
                  </a:lnTo>
                  <a:lnTo>
                    <a:pt x="46864" y="180081"/>
                  </a:lnTo>
                  <a:lnTo>
                    <a:pt x="26923" y="217015"/>
                  </a:lnTo>
                  <a:lnTo>
                    <a:pt x="12215" y="256167"/>
                  </a:lnTo>
                  <a:lnTo>
                    <a:pt x="3116" y="297219"/>
                  </a:lnTo>
                  <a:lnTo>
                    <a:pt x="0" y="339851"/>
                  </a:lnTo>
                  <a:lnTo>
                    <a:pt x="3116" y="382484"/>
                  </a:lnTo>
                  <a:lnTo>
                    <a:pt x="12215" y="423536"/>
                  </a:lnTo>
                  <a:lnTo>
                    <a:pt x="26923" y="462688"/>
                  </a:lnTo>
                  <a:lnTo>
                    <a:pt x="46864" y="499622"/>
                  </a:lnTo>
                  <a:lnTo>
                    <a:pt x="71665" y="534021"/>
                  </a:lnTo>
                  <a:lnTo>
                    <a:pt x="100950" y="565565"/>
                  </a:lnTo>
                  <a:lnTo>
                    <a:pt x="134345" y="593936"/>
                  </a:lnTo>
                  <a:lnTo>
                    <a:pt x="171476" y="618816"/>
                  </a:lnTo>
                  <a:lnTo>
                    <a:pt x="211967" y="639887"/>
                  </a:lnTo>
                  <a:lnTo>
                    <a:pt x="255445" y="656829"/>
                  </a:lnTo>
                  <a:lnTo>
                    <a:pt x="301534" y="669325"/>
                  </a:lnTo>
                  <a:lnTo>
                    <a:pt x="349861" y="677056"/>
                  </a:lnTo>
                  <a:lnTo>
                    <a:pt x="400050" y="679703"/>
                  </a:lnTo>
                  <a:lnTo>
                    <a:pt x="450238" y="677056"/>
                  </a:lnTo>
                  <a:lnTo>
                    <a:pt x="498565" y="669325"/>
                  </a:lnTo>
                  <a:lnTo>
                    <a:pt x="544654" y="656829"/>
                  </a:lnTo>
                  <a:lnTo>
                    <a:pt x="588132" y="639887"/>
                  </a:lnTo>
                  <a:lnTo>
                    <a:pt x="628623" y="618816"/>
                  </a:lnTo>
                  <a:lnTo>
                    <a:pt x="665754" y="593936"/>
                  </a:lnTo>
                  <a:lnTo>
                    <a:pt x="699149" y="565565"/>
                  </a:lnTo>
                  <a:lnTo>
                    <a:pt x="728434" y="534021"/>
                  </a:lnTo>
                  <a:lnTo>
                    <a:pt x="753235" y="499622"/>
                  </a:lnTo>
                  <a:lnTo>
                    <a:pt x="773176" y="462688"/>
                  </a:lnTo>
                  <a:lnTo>
                    <a:pt x="787884" y="423536"/>
                  </a:lnTo>
                  <a:lnTo>
                    <a:pt x="796983" y="382484"/>
                  </a:lnTo>
                  <a:lnTo>
                    <a:pt x="800100" y="339851"/>
                  </a:lnTo>
                  <a:lnTo>
                    <a:pt x="796983" y="297219"/>
                  </a:lnTo>
                  <a:lnTo>
                    <a:pt x="787884" y="256167"/>
                  </a:lnTo>
                  <a:lnTo>
                    <a:pt x="773176" y="217015"/>
                  </a:lnTo>
                  <a:lnTo>
                    <a:pt x="753235" y="180081"/>
                  </a:lnTo>
                  <a:lnTo>
                    <a:pt x="728434" y="145682"/>
                  </a:lnTo>
                  <a:lnTo>
                    <a:pt x="699149" y="114138"/>
                  </a:lnTo>
                  <a:lnTo>
                    <a:pt x="665754" y="85767"/>
                  </a:lnTo>
                  <a:lnTo>
                    <a:pt x="628623" y="60887"/>
                  </a:lnTo>
                  <a:lnTo>
                    <a:pt x="588132" y="39816"/>
                  </a:lnTo>
                  <a:lnTo>
                    <a:pt x="544654" y="22874"/>
                  </a:lnTo>
                  <a:lnTo>
                    <a:pt x="498565" y="10378"/>
                  </a:lnTo>
                  <a:lnTo>
                    <a:pt x="450238" y="2647"/>
                  </a:lnTo>
                  <a:lnTo>
                    <a:pt x="400050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022592" y="1732788"/>
              <a:ext cx="800100" cy="680085"/>
            </a:xfrm>
            <a:custGeom>
              <a:avLst/>
              <a:gdLst/>
              <a:ahLst/>
              <a:cxnLst/>
              <a:rect l="l" t="t" r="r" b="b"/>
              <a:pathLst>
                <a:path w="800100" h="680085">
                  <a:moveTo>
                    <a:pt x="0" y="339851"/>
                  </a:moveTo>
                  <a:lnTo>
                    <a:pt x="3116" y="297219"/>
                  </a:lnTo>
                  <a:lnTo>
                    <a:pt x="12215" y="256167"/>
                  </a:lnTo>
                  <a:lnTo>
                    <a:pt x="26923" y="217015"/>
                  </a:lnTo>
                  <a:lnTo>
                    <a:pt x="46864" y="180081"/>
                  </a:lnTo>
                  <a:lnTo>
                    <a:pt x="71665" y="145682"/>
                  </a:lnTo>
                  <a:lnTo>
                    <a:pt x="100950" y="114138"/>
                  </a:lnTo>
                  <a:lnTo>
                    <a:pt x="134345" y="85767"/>
                  </a:lnTo>
                  <a:lnTo>
                    <a:pt x="171476" y="60887"/>
                  </a:lnTo>
                  <a:lnTo>
                    <a:pt x="211967" y="39816"/>
                  </a:lnTo>
                  <a:lnTo>
                    <a:pt x="255445" y="22874"/>
                  </a:lnTo>
                  <a:lnTo>
                    <a:pt x="301534" y="10378"/>
                  </a:lnTo>
                  <a:lnTo>
                    <a:pt x="349861" y="2647"/>
                  </a:lnTo>
                  <a:lnTo>
                    <a:pt x="400050" y="0"/>
                  </a:lnTo>
                  <a:lnTo>
                    <a:pt x="450238" y="2647"/>
                  </a:lnTo>
                  <a:lnTo>
                    <a:pt x="498565" y="10378"/>
                  </a:lnTo>
                  <a:lnTo>
                    <a:pt x="544654" y="22874"/>
                  </a:lnTo>
                  <a:lnTo>
                    <a:pt x="588132" y="39816"/>
                  </a:lnTo>
                  <a:lnTo>
                    <a:pt x="628623" y="60887"/>
                  </a:lnTo>
                  <a:lnTo>
                    <a:pt x="665754" y="85767"/>
                  </a:lnTo>
                  <a:lnTo>
                    <a:pt x="699149" y="114138"/>
                  </a:lnTo>
                  <a:lnTo>
                    <a:pt x="728434" y="145682"/>
                  </a:lnTo>
                  <a:lnTo>
                    <a:pt x="753235" y="180081"/>
                  </a:lnTo>
                  <a:lnTo>
                    <a:pt x="773176" y="217015"/>
                  </a:lnTo>
                  <a:lnTo>
                    <a:pt x="787884" y="256167"/>
                  </a:lnTo>
                  <a:lnTo>
                    <a:pt x="796983" y="297219"/>
                  </a:lnTo>
                  <a:lnTo>
                    <a:pt x="800100" y="339851"/>
                  </a:lnTo>
                  <a:lnTo>
                    <a:pt x="796983" y="382484"/>
                  </a:lnTo>
                  <a:lnTo>
                    <a:pt x="787884" y="423536"/>
                  </a:lnTo>
                  <a:lnTo>
                    <a:pt x="773176" y="462688"/>
                  </a:lnTo>
                  <a:lnTo>
                    <a:pt x="753235" y="499622"/>
                  </a:lnTo>
                  <a:lnTo>
                    <a:pt x="728434" y="534021"/>
                  </a:lnTo>
                  <a:lnTo>
                    <a:pt x="699149" y="565565"/>
                  </a:lnTo>
                  <a:lnTo>
                    <a:pt x="665754" y="593936"/>
                  </a:lnTo>
                  <a:lnTo>
                    <a:pt x="628623" y="618816"/>
                  </a:lnTo>
                  <a:lnTo>
                    <a:pt x="588132" y="639887"/>
                  </a:lnTo>
                  <a:lnTo>
                    <a:pt x="544654" y="656829"/>
                  </a:lnTo>
                  <a:lnTo>
                    <a:pt x="498565" y="669325"/>
                  </a:lnTo>
                  <a:lnTo>
                    <a:pt x="450238" y="677056"/>
                  </a:lnTo>
                  <a:lnTo>
                    <a:pt x="400050" y="679703"/>
                  </a:lnTo>
                  <a:lnTo>
                    <a:pt x="349861" y="677056"/>
                  </a:lnTo>
                  <a:lnTo>
                    <a:pt x="301534" y="669325"/>
                  </a:lnTo>
                  <a:lnTo>
                    <a:pt x="255445" y="656829"/>
                  </a:lnTo>
                  <a:lnTo>
                    <a:pt x="211967" y="639887"/>
                  </a:lnTo>
                  <a:lnTo>
                    <a:pt x="171476" y="618816"/>
                  </a:lnTo>
                  <a:lnTo>
                    <a:pt x="134345" y="593936"/>
                  </a:lnTo>
                  <a:lnTo>
                    <a:pt x="100950" y="565565"/>
                  </a:lnTo>
                  <a:lnTo>
                    <a:pt x="71665" y="534021"/>
                  </a:lnTo>
                  <a:lnTo>
                    <a:pt x="46864" y="499622"/>
                  </a:lnTo>
                  <a:lnTo>
                    <a:pt x="26923" y="462688"/>
                  </a:lnTo>
                  <a:lnTo>
                    <a:pt x="12215" y="423536"/>
                  </a:lnTo>
                  <a:lnTo>
                    <a:pt x="3116" y="382484"/>
                  </a:lnTo>
                  <a:lnTo>
                    <a:pt x="0" y="339851"/>
                  </a:lnTo>
                  <a:close/>
                </a:path>
              </a:pathLst>
            </a:custGeom>
            <a:ln w="12699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7349490" y="1908124"/>
            <a:ext cx="14795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5868923" y="2290572"/>
            <a:ext cx="3860800" cy="2075814"/>
          </a:xfrm>
          <a:custGeom>
            <a:avLst/>
            <a:gdLst/>
            <a:ahLst/>
            <a:cxnLst/>
            <a:rect l="l" t="t" r="r" b="b"/>
            <a:pathLst>
              <a:path w="3860800" h="2075814">
                <a:moveTo>
                  <a:pt x="2541904" y="1271015"/>
                </a:moveTo>
                <a:lnTo>
                  <a:pt x="2005583" y="2007108"/>
                </a:lnTo>
              </a:path>
              <a:path w="3860800" h="2075814">
                <a:moveTo>
                  <a:pt x="1599056" y="2017902"/>
                </a:moveTo>
                <a:lnTo>
                  <a:pt x="1018031" y="1316735"/>
                </a:lnTo>
              </a:path>
              <a:path w="3860800" h="2075814">
                <a:moveTo>
                  <a:pt x="536321" y="1339595"/>
                </a:moveTo>
                <a:lnTo>
                  <a:pt x="0" y="2075688"/>
                </a:lnTo>
              </a:path>
              <a:path w="3860800" h="2075814">
                <a:moveTo>
                  <a:pt x="1828800" y="38100"/>
                </a:moveTo>
                <a:lnTo>
                  <a:pt x="2560828" y="696594"/>
                </a:lnTo>
              </a:path>
              <a:path w="3860800" h="2075814">
                <a:moveTo>
                  <a:pt x="3128772" y="1164336"/>
                </a:moveTo>
                <a:lnTo>
                  <a:pt x="3860800" y="1822830"/>
                </a:lnTo>
              </a:path>
              <a:path w="3860800" h="2075814">
                <a:moveTo>
                  <a:pt x="1394332" y="0"/>
                </a:moveTo>
                <a:lnTo>
                  <a:pt x="858011" y="736091"/>
                </a:lnTo>
              </a:path>
            </a:pathLst>
          </a:custGeom>
          <a:ln w="12700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9871709" y="4201159"/>
            <a:ext cx="2755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BR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775452" y="4259960"/>
            <a:ext cx="2546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AL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822183" y="4286757"/>
            <a:ext cx="2717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CR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299197" y="4295394"/>
            <a:ext cx="2438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CL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26440"/>
            <a:ext cx="618363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000000"/>
                </a:solidFill>
              </a:rPr>
              <a:t>Construction</a:t>
            </a:r>
            <a:r>
              <a:rPr spc="-1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of</a:t>
            </a:r>
            <a:r>
              <a:rPr spc="-165" dirty="0">
                <a:solidFill>
                  <a:srgbClr val="000000"/>
                </a:solidFill>
              </a:rPr>
              <a:t> </a:t>
            </a:r>
            <a:r>
              <a:rPr spc="-114" dirty="0">
                <a:solidFill>
                  <a:srgbClr val="000000"/>
                </a:solidFill>
              </a:rPr>
              <a:t>AVL</a:t>
            </a:r>
            <a:r>
              <a:rPr spc="-160" dirty="0">
                <a:solidFill>
                  <a:srgbClr val="000000"/>
                </a:solidFill>
              </a:rPr>
              <a:t> </a:t>
            </a:r>
            <a:r>
              <a:rPr spc="-20" dirty="0">
                <a:solidFill>
                  <a:srgbClr val="000000"/>
                </a:solidFill>
              </a:rPr>
              <a:t>Trees</a:t>
            </a:r>
          </a:p>
        </p:txBody>
      </p:sp>
      <p:sp>
        <p:nvSpPr>
          <p:cNvPr id="3" name="object 3"/>
          <p:cNvSpPr/>
          <p:nvPr/>
        </p:nvSpPr>
        <p:spPr>
          <a:xfrm>
            <a:off x="929639" y="1821052"/>
            <a:ext cx="360045" cy="434340"/>
          </a:xfrm>
          <a:custGeom>
            <a:avLst/>
            <a:gdLst/>
            <a:ahLst/>
            <a:cxnLst/>
            <a:rect l="l" t="t" r="r" b="b"/>
            <a:pathLst>
              <a:path w="360044" h="434339">
                <a:moveTo>
                  <a:pt x="359664" y="0"/>
                </a:moveTo>
                <a:lnTo>
                  <a:pt x="0" y="0"/>
                </a:lnTo>
                <a:lnTo>
                  <a:pt x="0" y="434339"/>
                </a:lnTo>
                <a:lnTo>
                  <a:pt x="359664" y="434339"/>
                </a:lnTo>
                <a:lnTo>
                  <a:pt x="359664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16939" y="1793493"/>
            <a:ext cx="308419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latin typeface="Calibri"/>
                <a:cs typeface="Calibri"/>
              </a:rPr>
              <a:t>40,20,10,25,30,22,50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85161" y="2852927"/>
            <a:ext cx="742811" cy="70586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414777" y="3098038"/>
            <a:ext cx="257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40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26440"/>
            <a:ext cx="618363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000000"/>
                </a:solidFill>
              </a:rPr>
              <a:t>Construction</a:t>
            </a:r>
            <a:r>
              <a:rPr spc="-1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of</a:t>
            </a:r>
            <a:r>
              <a:rPr spc="-165" dirty="0">
                <a:solidFill>
                  <a:srgbClr val="000000"/>
                </a:solidFill>
              </a:rPr>
              <a:t> </a:t>
            </a:r>
            <a:r>
              <a:rPr spc="-114" dirty="0">
                <a:solidFill>
                  <a:srgbClr val="000000"/>
                </a:solidFill>
              </a:rPr>
              <a:t>AVL</a:t>
            </a:r>
            <a:r>
              <a:rPr spc="-160" dirty="0">
                <a:solidFill>
                  <a:srgbClr val="000000"/>
                </a:solidFill>
              </a:rPr>
              <a:t> </a:t>
            </a:r>
            <a:r>
              <a:rPr spc="-20" dirty="0">
                <a:solidFill>
                  <a:srgbClr val="000000"/>
                </a:solidFill>
              </a:rPr>
              <a:t>Trees</a:t>
            </a:r>
          </a:p>
        </p:txBody>
      </p:sp>
      <p:sp>
        <p:nvSpPr>
          <p:cNvPr id="3" name="object 3"/>
          <p:cNvSpPr/>
          <p:nvPr/>
        </p:nvSpPr>
        <p:spPr>
          <a:xfrm>
            <a:off x="1377696" y="1821052"/>
            <a:ext cx="360045" cy="434340"/>
          </a:xfrm>
          <a:custGeom>
            <a:avLst/>
            <a:gdLst/>
            <a:ahLst/>
            <a:cxnLst/>
            <a:rect l="l" t="t" r="r" b="b"/>
            <a:pathLst>
              <a:path w="360044" h="434339">
                <a:moveTo>
                  <a:pt x="359664" y="0"/>
                </a:moveTo>
                <a:lnTo>
                  <a:pt x="0" y="0"/>
                </a:lnTo>
                <a:lnTo>
                  <a:pt x="0" y="434339"/>
                </a:lnTo>
                <a:lnTo>
                  <a:pt x="359664" y="434339"/>
                </a:lnTo>
                <a:lnTo>
                  <a:pt x="359664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16939" y="1793493"/>
            <a:ext cx="308419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latin typeface="Calibri"/>
                <a:cs typeface="Calibri"/>
              </a:rPr>
              <a:t>40,20,10,25,30,22,50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55750" y="2843657"/>
            <a:ext cx="1346200" cy="1611248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785873" y="3098038"/>
            <a:ext cx="886460" cy="11957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40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95"/>
              </a:spcBef>
            </a:pP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20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26440"/>
            <a:ext cx="618363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000000"/>
                </a:solidFill>
              </a:rPr>
              <a:t>Construction</a:t>
            </a:r>
            <a:r>
              <a:rPr spc="-1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of</a:t>
            </a:r>
            <a:r>
              <a:rPr spc="-165" dirty="0">
                <a:solidFill>
                  <a:srgbClr val="000000"/>
                </a:solidFill>
              </a:rPr>
              <a:t> </a:t>
            </a:r>
            <a:r>
              <a:rPr spc="-114" dirty="0">
                <a:solidFill>
                  <a:srgbClr val="000000"/>
                </a:solidFill>
              </a:rPr>
              <a:t>AVL</a:t>
            </a:r>
            <a:r>
              <a:rPr spc="-160" dirty="0">
                <a:solidFill>
                  <a:srgbClr val="000000"/>
                </a:solidFill>
              </a:rPr>
              <a:t> </a:t>
            </a:r>
            <a:r>
              <a:rPr spc="-20" dirty="0">
                <a:solidFill>
                  <a:srgbClr val="000000"/>
                </a:solidFill>
              </a:rPr>
              <a:t>Trees</a:t>
            </a:r>
          </a:p>
        </p:txBody>
      </p:sp>
      <p:sp>
        <p:nvSpPr>
          <p:cNvPr id="3" name="object 3"/>
          <p:cNvSpPr/>
          <p:nvPr/>
        </p:nvSpPr>
        <p:spPr>
          <a:xfrm>
            <a:off x="1825751" y="1821052"/>
            <a:ext cx="360045" cy="434340"/>
          </a:xfrm>
          <a:custGeom>
            <a:avLst/>
            <a:gdLst/>
            <a:ahLst/>
            <a:cxnLst/>
            <a:rect l="l" t="t" r="r" b="b"/>
            <a:pathLst>
              <a:path w="360044" h="434339">
                <a:moveTo>
                  <a:pt x="359663" y="0"/>
                </a:moveTo>
                <a:lnTo>
                  <a:pt x="0" y="0"/>
                </a:lnTo>
                <a:lnTo>
                  <a:pt x="0" y="434339"/>
                </a:lnTo>
                <a:lnTo>
                  <a:pt x="359663" y="434339"/>
                </a:lnTo>
                <a:lnTo>
                  <a:pt x="359663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16939" y="1793493"/>
            <a:ext cx="30835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latin typeface="Calibri"/>
                <a:cs typeface="Calibri"/>
              </a:rPr>
              <a:t>40,20,10,25,30,22,50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7861" y="2709672"/>
            <a:ext cx="2241804" cy="2609342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414777" y="3098038"/>
            <a:ext cx="257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40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57427" y="3993642"/>
            <a:ext cx="885825" cy="11645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20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0"/>
              </a:spcBef>
            </a:pP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10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698872" y="3076194"/>
            <a:ext cx="58445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i="1" dirty="0">
                <a:latin typeface="Times New Roman"/>
                <a:cs typeface="Times New Roman"/>
              </a:rPr>
              <a:t>Imbalance</a:t>
            </a:r>
            <a:r>
              <a:rPr sz="3600" b="1" i="1" spc="-95" dirty="0">
                <a:latin typeface="Times New Roman"/>
                <a:cs typeface="Times New Roman"/>
              </a:rPr>
              <a:t> </a:t>
            </a:r>
            <a:r>
              <a:rPr sz="3600" b="1" i="1" dirty="0">
                <a:latin typeface="Times New Roman"/>
                <a:cs typeface="Times New Roman"/>
              </a:rPr>
              <a:t>,</a:t>
            </a:r>
            <a:r>
              <a:rPr sz="3600" b="1" i="1" spc="-210" dirty="0">
                <a:latin typeface="Times New Roman"/>
                <a:cs typeface="Times New Roman"/>
              </a:rPr>
              <a:t> </a:t>
            </a:r>
            <a:r>
              <a:rPr sz="3600" b="1" i="1" dirty="0">
                <a:latin typeface="Times New Roman"/>
                <a:cs typeface="Times New Roman"/>
              </a:rPr>
              <a:t>Apply</a:t>
            </a:r>
            <a:r>
              <a:rPr sz="3600" b="1" i="1" spc="-95" dirty="0">
                <a:latin typeface="Times New Roman"/>
                <a:cs typeface="Times New Roman"/>
              </a:rPr>
              <a:t> </a:t>
            </a:r>
            <a:r>
              <a:rPr sz="3600" b="1" i="1" dirty="0">
                <a:latin typeface="Times New Roman"/>
                <a:cs typeface="Times New Roman"/>
              </a:rPr>
              <a:t>LL</a:t>
            </a:r>
            <a:r>
              <a:rPr sz="3600" b="1" i="1" spc="-200" dirty="0">
                <a:latin typeface="Times New Roman"/>
                <a:cs typeface="Times New Roman"/>
              </a:rPr>
              <a:t> </a:t>
            </a:r>
            <a:r>
              <a:rPr sz="3600" b="1" i="1" spc="-10" dirty="0">
                <a:latin typeface="Times New Roman"/>
                <a:cs typeface="Times New Roman"/>
              </a:rPr>
              <a:t>Rotation</a:t>
            </a:r>
            <a:endParaRPr sz="3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26440"/>
            <a:ext cx="618363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000000"/>
                </a:solidFill>
              </a:rPr>
              <a:t>Construction</a:t>
            </a:r>
            <a:r>
              <a:rPr spc="-1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of</a:t>
            </a:r>
            <a:r>
              <a:rPr spc="-165" dirty="0">
                <a:solidFill>
                  <a:srgbClr val="000000"/>
                </a:solidFill>
              </a:rPr>
              <a:t> </a:t>
            </a:r>
            <a:r>
              <a:rPr spc="-114" dirty="0">
                <a:solidFill>
                  <a:srgbClr val="000000"/>
                </a:solidFill>
              </a:rPr>
              <a:t>AVL</a:t>
            </a:r>
            <a:r>
              <a:rPr spc="-160" dirty="0">
                <a:solidFill>
                  <a:srgbClr val="000000"/>
                </a:solidFill>
              </a:rPr>
              <a:t> </a:t>
            </a:r>
            <a:r>
              <a:rPr spc="-20" dirty="0">
                <a:solidFill>
                  <a:srgbClr val="000000"/>
                </a:solidFill>
              </a:rPr>
              <a:t>Trees</a:t>
            </a:r>
          </a:p>
        </p:txBody>
      </p:sp>
      <p:sp>
        <p:nvSpPr>
          <p:cNvPr id="3" name="object 3"/>
          <p:cNvSpPr/>
          <p:nvPr/>
        </p:nvSpPr>
        <p:spPr>
          <a:xfrm>
            <a:off x="1825751" y="1821052"/>
            <a:ext cx="360045" cy="434340"/>
          </a:xfrm>
          <a:custGeom>
            <a:avLst/>
            <a:gdLst/>
            <a:ahLst/>
            <a:cxnLst/>
            <a:rect l="l" t="t" r="r" b="b"/>
            <a:pathLst>
              <a:path w="360044" h="434339">
                <a:moveTo>
                  <a:pt x="359663" y="0"/>
                </a:moveTo>
                <a:lnTo>
                  <a:pt x="0" y="0"/>
                </a:lnTo>
                <a:lnTo>
                  <a:pt x="0" y="434339"/>
                </a:lnTo>
                <a:lnTo>
                  <a:pt x="359663" y="434339"/>
                </a:lnTo>
                <a:lnTo>
                  <a:pt x="359663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16939" y="1793493"/>
            <a:ext cx="30835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latin typeface="Calibri"/>
                <a:cs typeface="Calibri"/>
              </a:rPr>
              <a:t>40,20,10,25,30,22,50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375661" y="4725670"/>
            <a:ext cx="716915" cy="593725"/>
            <a:chOff x="2375661" y="4725670"/>
            <a:chExt cx="716915" cy="593725"/>
          </a:xfrm>
        </p:grpSpPr>
        <p:sp>
          <p:nvSpPr>
            <p:cNvPr id="6" name="object 6"/>
            <p:cNvSpPr/>
            <p:nvPr/>
          </p:nvSpPr>
          <p:spPr>
            <a:xfrm>
              <a:off x="2382011" y="4732020"/>
              <a:ext cx="704215" cy="581025"/>
            </a:xfrm>
            <a:custGeom>
              <a:avLst/>
              <a:gdLst/>
              <a:ahLst/>
              <a:cxnLst/>
              <a:rect l="l" t="t" r="r" b="b"/>
              <a:pathLst>
                <a:path w="704214" h="581025">
                  <a:moveTo>
                    <a:pt x="352044" y="0"/>
                  </a:moveTo>
                  <a:lnTo>
                    <a:pt x="300019" y="3146"/>
                  </a:lnTo>
                  <a:lnTo>
                    <a:pt x="250365" y="12287"/>
                  </a:lnTo>
                  <a:lnTo>
                    <a:pt x="203627" y="26973"/>
                  </a:lnTo>
                  <a:lnTo>
                    <a:pt x="160348" y="46757"/>
                  </a:lnTo>
                  <a:lnTo>
                    <a:pt x="121073" y="71190"/>
                  </a:lnTo>
                  <a:lnTo>
                    <a:pt x="86347" y="99824"/>
                  </a:lnTo>
                  <a:lnTo>
                    <a:pt x="56714" y="132211"/>
                  </a:lnTo>
                  <a:lnTo>
                    <a:pt x="32718" y="167903"/>
                  </a:lnTo>
                  <a:lnTo>
                    <a:pt x="14904" y="206451"/>
                  </a:lnTo>
                  <a:lnTo>
                    <a:pt x="3816" y="247406"/>
                  </a:lnTo>
                  <a:lnTo>
                    <a:pt x="0" y="290321"/>
                  </a:lnTo>
                  <a:lnTo>
                    <a:pt x="3816" y="333237"/>
                  </a:lnTo>
                  <a:lnTo>
                    <a:pt x="14904" y="374192"/>
                  </a:lnTo>
                  <a:lnTo>
                    <a:pt x="32718" y="412740"/>
                  </a:lnTo>
                  <a:lnTo>
                    <a:pt x="56714" y="448432"/>
                  </a:lnTo>
                  <a:lnTo>
                    <a:pt x="86347" y="480819"/>
                  </a:lnTo>
                  <a:lnTo>
                    <a:pt x="121073" y="509453"/>
                  </a:lnTo>
                  <a:lnTo>
                    <a:pt x="160348" y="533886"/>
                  </a:lnTo>
                  <a:lnTo>
                    <a:pt x="203627" y="553670"/>
                  </a:lnTo>
                  <a:lnTo>
                    <a:pt x="250365" y="568356"/>
                  </a:lnTo>
                  <a:lnTo>
                    <a:pt x="300019" y="577497"/>
                  </a:lnTo>
                  <a:lnTo>
                    <a:pt x="352044" y="580643"/>
                  </a:lnTo>
                  <a:lnTo>
                    <a:pt x="404068" y="577497"/>
                  </a:lnTo>
                  <a:lnTo>
                    <a:pt x="453722" y="568356"/>
                  </a:lnTo>
                  <a:lnTo>
                    <a:pt x="500460" y="553670"/>
                  </a:lnTo>
                  <a:lnTo>
                    <a:pt x="543739" y="533886"/>
                  </a:lnTo>
                  <a:lnTo>
                    <a:pt x="583014" y="509453"/>
                  </a:lnTo>
                  <a:lnTo>
                    <a:pt x="617740" y="480819"/>
                  </a:lnTo>
                  <a:lnTo>
                    <a:pt x="647373" y="448432"/>
                  </a:lnTo>
                  <a:lnTo>
                    <a:pt x="671369" y="412740"/>
                  </a:lnTo>
                  <a:lnTo>
                    <a:pt x="689183" y="374192"/>
                  </a:lnTo>
                  <a:lnTo>
                    <a:pt x="700271" y="333237"/>
                  </a:lnTo>
                  <a:lnTo>
                    <a:pt x="704088" y="290321"/>
                  </a:lnTo>
                  <a:lnTo>
                    <a:pt x="700271" y="247406"/>
                  </a:lnTo>
                  <a:lnTo>
                    <a:pt x="689183" y="206451"/>
                  </a:lnTo>
                  <a:lnTo>
                    <a:pt x="671369" y="167903"/>
                  </a:lnTo>
                  <a:lnTo>
                    <a:pt x="647373" y="132211"/>
                  </a:lnTo>
                  <a:lnTo>
                    <a:pt x="617740" y="99824"/>
                  </a:lnTo>
                  <a:lnTo>
                    <a:pt x="583014" y="71190"/>
                  </a:lnTo>
                  <a:lnTo>
                    <a:pt x="543739" y="46757"/>
                  </a:lnTo>
                  <a:lnTo>
                    <a:pt x="500460" y="26973"/>
                  </a:lnTo>
                  <a:lnTo>
                    <a:pt x="453722" y="12287"/>
                  </a:lnTo>
                  <a:lnTo>
                    <a:pt x="404068" y="3146"/>
                  </a:lnTo>
                  <a:lnTo>
                    <a:pt x="352044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82011" y="4732020"/>
              <a:ext cx="704215" cy="581025"/>
            </a:xfrm>
            <a:custGeom>
              <a:avLst/>
              <a:gdLst/>
              <a:ahLst/>
              <a:cxnLst/>
              <a:rect l="l" t="t" r="r" b="b"/>
              <a:pathLst>
                <a:path w="704214" h="581025">
                  <a:moveTo>
                    <a:pt x="0" y="290321"/>
                  </a:moveTo>
                  <a:lnTo>
                    <a:pt x="3816" y="247406"/>
                  </a:lnTo>
                  <a:lnTo>
                    <a:pt x="14904" y="206451"/>
                  </a:lnTo>
                  <a:lnTo>
                    <a:pt x="32718" y="167903"/>
                  </a:lnTo>
                  <a:lnTo>
                    <a:pt x="56714" y="132211"/>
                  </a:lnTo>
                  <a:lnTo>
                    <a:pt x="86347" y="99824"/>
                  </a:lnTo>
                  <a:lnTo>
                    <a:pt x="121073" y="71190"/>
                  </a:lnTo>
                  <a:lnTo>
                    <a:pt x="160348" y="46757"/>
                  </a:lnTo>
                  <a:lnTo>
                    <a:pt x="203627" y="26973"/>
                  </a:lnTo>
                  <a:lnTo>
                    <a:pt x="250365" y="12287"/>
                  </a:lnTo>
                  <a:lnTo>
                    <a:pt x="300019" y="3146"/>
                  </a:lnTo>
                  <a:lnTo>
                    <a:pt x="352044" y="0"/>
                  </a:lnTo>
                  <a:lnTo>
                    <a:pt x="404068" y="3146"/>
                  </a:lnTo>
                  <a:lnTo>
                    <a:pt x="453722" y="12287"/>
                  </a:lnTo>
                  <a:lnTo>
                    <a:pt x="500460" y="26973"/>
                  </a:lnTo>
                  <a:lnTo>
                    <a:pt x="543739" y="46757"/>
                  </a:lnTo>
                  <a:lnTo>
                    <a:pt x="583014" y="71190"/>
                  </a:lnTo>
                  <a:lnTo>
                    <a:pt x="617740" y="99824"/>
                  </a:lnTo>
                  <a:lnTo>
                    <a:pt x="647373" y="132211"/>
                  </a:lnTo>
                  <a:lnTo>
                    <a:pt x="671369" y="167903"/>
                  </a:lnTo>
                  <a:lnTo>
                    <a:pt x="689183" y="206451"/>
                  </a:lnTo>
                  <a:lnTo>
                    <a:pt x="700271" y="247406"/>
                  </a:lnTo>
                  <a:lnTo>
                    <a:pt x="704088" y="290321"/>
                  </a:lnTo>
                  <a:lnTo>
                    <a:pt x="700271" y="333237"/>
                  </a:lnTo>
                  <a:lnTo>
                    <a:pt x="689183" y="374192"/>
                  </a:lnTo>
                  <a:lnTo>
                    <a:pt x="671369" y="412740"/>
                  </a:lnTo>
                  <a:lnTo>
                    <a:pt x="647373" y="448432"/>
                  </a:lnTo>
                  <a:lnTo>
                    <a:pt x="617740" y="480819"/>
                  </a:lnTo>
                  <a:lnTo>
                    <a:pt x="583014" y="509453"/>
                  </a:lnTo>
                  <a:lnTo>
                    <a:pt x="543739" y="533886"/>
                  </a:lnTo>
                  <a:lnTo>
                    <a:pt x="500460" y="553670"/>
                  </a:lnTo>
                  <a:lnTo>
                    <a:pt x="453722" y="568356"/>
                  </a:lnTo>
                  <a:lnTo>
                    <a:pt x="404068" y="577497"/>
                  </a:lnTo>
                  <a:lnTo>
                    <a:pt x="352044" y="580643"/>
                  </a:lnTo>
                  <a:lnTo>
                    <a:pt x="300019" y="577497"/>
                  </a:lnTo>
                  <a:lnTo>
                    <a:pt x="250365" y="568356"/>
                  </a:lnTo>
                  <a:lnTo>
                    <a:pt x="203627" y="553670"/>
                  </a:lnTo>
                  <a:lnTo>
                    <a:pt x="160348" y="533886"/>
                  </a:lnTo>
                  <a:lnTo>
                    <a:pt x="121073" y="509453"/>
                  </a:lnTo>
                  <a:lnTo>
                    <a:pt x="86347" y="480819"/>
                  </a:lnTo>
                  <a:lnTo>
                    <a:pt x="56714" y="448432"/>
                  </a:lnTo>
                  <a:lnTo>
                    <a:pt x="32718" y="412740"/>
                  </a:lnTo>
                  <a:lnTo>
                    <a:pt x="14904" y="374192"/>
                  </a:lnTo>
                  <a:lnTo>
                    <a:pt x="3816" y="333237"/>
                  </a:lnTo>
                  <a:lnTo>
                    <a:pt x="0" y="290321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2605277" y="4857699"/>
            <a:ext cx="25717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40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555750" y="3861561"/>
            <a:ext cx="718820" cy="593725"/>
            <a:chOff x="1555750" y="3861561"/>
            <a:chExt cx="718820" cy="593725"/>
          </a:xfrm>
        </p:grpSpPr>
        <p:sp>
          <p:nvSpPr>
            <p:cNvPr id="10" name="object 10"/>
            <p:cNvSpPr/>
            <p:nvPr/>
          </p:nvSpPr>
          <p:spPr>
            <a:xfrm>
              <a:off x="1562100" y="3867911"/>
              <a:ext cx="706120" cy="581025"/>
            </a:xfrm>
            <a:custGeom>
              <a:avLst/>
              <a:gdLst/>
              <a:ahLst/>
              <a:cxnLst/>
              <a:rect l="l" t="t" r="r" b="b"/>
              <a:pathLst>
                <a:path w="706119" h="581025">
                  <a:moveTo>
                    <a:pt x="352806" y="0"/>
                  </a:moveTo>
                  <a:lnTo>
                    <a:pt x="300677" y="3146"/>
                  </a:lnTo>
                  <a:lnTo>
                    <a:pt x="250922" y="12287"/>
                  </a:lnTo>
                  <a:lnTo>
                    <a:pt x="204085" y="26973"/>
                  </a:lnTo>
                  <a:lnTo>
                    <a:pt x="160713" y="46757"/>
                  </a:lnTo>
                  <a:lnTo>
                    <a:pt x="121352" y="71190"/>
                  </a:lnTo>
                  <a:lnTo>
                    <a:pt x="86547" y="99824"/>
                  </a:lnTo>
                  <a:lnTo>
                    <a:pt x="56847" y="132211"/>
                  </a:lnTo>
                  <a:lnTo>
                    <a:pt x="32795" y="167903"/>
                  </a:lnTo>
                  <a:lnTo>
                    <a:pt x="14940" y="206451"/>
                  </a:lnTo>
                  <a:lnTo>
                    <a:pt x="3826" y="247406"/>
                  </a:lnTo>
                  <a:lnTo>
                    <a:pt x="0" y="290321"/>
                  </a:lnTo>
                  <a:lnTo>
                    <a:pt x="3826" y="333237"/>
                  </a:lnTo>
                  <a:lnTo>
                    <a:pt x="14940" y="374192"/>
                  </a:lnTo>
                  <a:lnTo>
                    <a:pt x="32795" y="412740"/>
                  </a:lnTo>
                  <a:lnTo>
                    <a:pt x="56847" y="448432"/>
                  </a:lnTo>
                  <a:lnTo>
                    <a:pt x="86547" y="480819"/>
                  </a:lnTo>
                  <a:lnTo>
                    <a:pt x="121352" y="509453"/>
                  </a:lnTo>
                  <a:lnTo>
                    <a:pt x="160713" y="533886"/>
                  </a:lnTo>
                  <a:lnTo>
                    <a:pt x="204085" y="553670"/>
                  </a:lnTo>
                  <a:lnTo>
                    <a:pt x="250922" y="568356"/>
                  </a:lnTo>
                  <a:lnTo>
                    <a:pt x="300677" y="577497"/>
                  </a:lnTo>
                  <a:lnTo>
                    <a:pt x="352806" y="580644"/>
                  </a:lnTo>
                  <a:lnTo>
                    <a:pt x="404934" y="577497"/>
                  </a:lnTo>
                  <a:lnTo>
                    <a:pt x="454689" y="568356"/>
                  </a:lnTo>
                  <a:lnTo>
                    <a:pt x="501526" y="553670"/>
                  </a:lnTo>
                  <a:lnTo>
                    <a:pt x="544898" y="533886"/>
                  </a:lnTo>
                  <a:lnTo>
                    <a:pt x="584259" y="509453"/>
                  </a:lnTo>
                  <a:lnTo>
                    <a:pt x="619064" y="480819"/>
                  </a:lnTo>
                  <a:lnTo>
                    <a:pt x="648764" y="448432"/>
                  </a:lnTo>
                  <a:lnTo>
                    <a:pt x="672816" y="412740"/>
                  </a:lnTo>
                  <a:lnTo>
                    <a:pt x="690671" y="374192"/>
                  </a:lnTo>
                  <a:lnTo>
                    <a:pt x="701785" y="333237"/>
                  </a:lnTo>
                  <a:lnTo>
                    <a:pt x="705612" y="290321"/>
                  </a:lnTo>
                  <a:lnTo>
                    <a:pt x="701785" y="247406"/>
                  </a:lnTo>
                  <a:lnTo>
                    <a:pt x="690671" y="206451"/>
                  </a:lnTo>
                  <a:lnTo>
                    <a:pt x="672816" y="167903"/>
                  </a:lnTo>
                  <a:lnTo>
                    <a:pt x="648764" y="132211"/>
                  </a:lnTo>
                  <a:lnTo>
                    <a:pt x="619064" y="99824"/>
                  </a:lnTo>
                  <a:lnTo>
                    <a:pt x="584259" y="71190"/>
                  </a:lnTo>
                  <a:lnTo>
                    <a:pt x="544898" y="46757"/>
                  </a:lnTo>
                  <a:lnTo>
                    <a:pt x="501526" y="26973"/>
                  </a:lnTo>
                  <a:lnTo>
                    <a:pt x="454689" y="12287"/>
                  </a:lnTo>
                  <a:lnTo>
                    <a:pt x="404934" y="3146"/>
                  </a:lnTo>
                  <a:lnTo>
                    <a:pt x="352806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562100" y="3867911"/>
              <a:ext cx="706120" cy="581025"/>
            </a:xfrm>
            <a:custGeom>
              <a:avLst/>
              <a:gdLst/>
              <a:ahLst/>
              <a:cxnLst/>
              <a:rect l="l" t="t" r="r" b="b"/>
              <a:pathLst>
                <a:path w="706119" h="581025">
                  <a:moveTo>
                    <a:pt x="0" y="290321"/>
                  </a:moveTo>
                  <a:lnTo>
                    <a:pt x="3826" y="247406"/>
                  </a:lnTo>
                  <a:lnTo>
                    <a:pt x="14940" y="206451"/>
                  </a:lnTo>
                  <a:lnTo>
                    <a:pt x="32795" y="167903"/>
                  </a:lnTo>
                  <a:lnTo>
                    <a:pt x="56847" y="132211"/>
                  </a:lnTo>
                  <a:lnTo>
                    <a:pt x="86547" y="99824"/>
                  </a:lnTo>
                  <a:lnTo>
                    <a:pt x="121352" y="71190"/>
                  </a:lnTo>
                  <a:lnTo>
                    <a:pt x="160713" y="46757"/>
                  </a:lnTo>
                  <a:lnTo>
                    <a:pt x="204085" y="26973"/>
                  </a:lnTo>
                  <a:lnTo>
                    <a:pt x="250922" y="12287"/>
                  </a:lnTo>
                  <a:lnTo>
                    <a:pt x="300677" y="3146"/>
                  </a:lnTo>
                  <a:lnTo>
                    <a:pt x="352806" y="0"/>
                  </a:lnTo>
                  <a:lnTo>
                    <a:pt x="404934" y="3146"/>
                  </a:lnTo>
                  <a:lnTo>
                    <a:pt x="454689" y="12287"/>
                  </a:lnTo>
                  <a:lnTo>
                    <a:pt x="501526" y="26973"/>
                  </a:lnTo>
                  <a:lnTo>
                    <a:pt x="544898" y="46757"/>
                  </a:lnTo>
                  <a:lnTo>
                    <a:pt x="584259" y="71190"/>
                  </a:lnTo>
                  <a:lnTo>
                    <a:pt x="619064" y="99824"/>
                  </a:lnTo>
                  <a:lnTo>
                    <a:pt x="648764" y="132211"/>
                  </a:lnTo>
                  <a:lnTo>
                    <a:pt x="672816" y="167903"/>
                  </a:lnTo>
                  <a:lnTo>
                    <a:pt x="690671" y="206451"/>
                  </a:lnTo>
                  <a:lnTo>
                    <a:pt x="701785" y="247406"/>
                  </a:lnTo>
                  <a:lnTo>
                    <a:pt x="705612" y="290321"/>
                  </a:lnTo>
                  <a:lnTo>
                    <a:pt x="701785" y="333237"/>
                  </a:lnTo>
                  <a:lnTo>
                    <a:pt x="690671" y="374192"/>
                  </a:lnTo>
                  <a:lnTo>
                    <a:pt x="672816" y="412740"/>
                  </a:lnTo>
                  <a:lnTo>
                    <a:pt x="648764" y="448432"/>
                  </a:lnTo>
                  <a:lnTo>
                    <a:pt x="619064" y="480819"/>
                  </a:lnTo>
                  <a:lnTo>
                    <a:pt x="584259" y="509453"/>
                  </a:lnTo>
                  <a:lnTo>
                    <a:pt x="544898" y="533886"/>
                  </a:lnTo>
                  <a:lnTo>
                    <a:pt x="501526" y="553670"/>
                  </a:lnTo>
                  <a:lnTo>
                    <a:pt x="454689" y="568356"/>
                  </a:lnTo>
                  <a:lnTo>
                    <a:pt x="404934" y="577497"/>
                  </a:lnTo>
                  <a:lnTo>
                    <a:pt x="352806" y="580644"/>
                  </a:lnTo>
                  <a:lnTo>
                    <a:pt x="300677" y="577497"/>
                  </a:lnTo>
                  <a:lnTo>
                    <a:pt x="250922" y="568356"/>
                  </a:lnTo>
                  <a:lnTo>
                    <a:pt x="204085" y="553670"/>
                  </a:lnTo>
                  <a:lnTo>
                    <a:pt x="160713" y="533886"/>
                  </a:lnTo>
                  <a:lnTo>
                    <a:pt x="121352" y="509453"/>
                  </a:lnTo>
                  <a:lnTo>
                    <a:pt x="86547" y="480819"/>
                  </a:lnTo>
                  <a:lnTo>
                    <a:pt x="56847" y="448432"/>
                  </a:lnTo>
                  <a:lnTo>
                    <a:pt x="32795" y="412740"/>
                  </a:lnTo>
                  <a:lnTo>
                    <a:pt x="14940" y="374192"/>
                  </a:lnTo>
                  <a:lnTo>
                    <a:pt x="3826" y="333237"/>
                  </a:lnTo>
                  <a:lnTo>
                    <a:pt x="0" y="290321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785873" y="3993642"/>
            <a:ext cx="257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20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927861" y="4292980"/>
            <a:ext cx="1676400" cy="1026160"/>
            <a:chOff x="927861" y="4292980"/>
            <a:chExt cx="1676400" cy="1026160"/>
          </a:xfrm>
        </p:grpSpPr>
        <p:sp>
          <p:nvSpPr>
            <p:cNvPr id="14" name="object 14"/>
            <p:cNvSpPr/>
            <p:nvPr/>
          </p:nvSpPr>
          <p:spPr>
            <a:xfrm>
              <a:off x="2267711" y="4296155"/>
              <a:ext cx="333375" cy="436245"/>
            </a:xfrm>
            <a:custGeom>
              <a:avLst/>
              <a:gdLst/>
              <a:ahLst/>
              <a:cxnLst/>
              <a:rect l="l" t="t" r="r" b="b"/>
              <a:pathLst>
                <a:path w="333375" h="436245">
                  <a:moveTo>
                    <a:pt x="333375" y="435737"/>
                  </a:moveTo>
                  <a:lnTo>
                    <a:pt x="0" y="0"/>
                  </a:lnTo>
                </a:path>
              </a:pathLst>
            </a:custGeom>
            <a:ln w="635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934211" y="4732019"/>
              <a:ext cx="704215" cy="581025"/>
            </a:xfrm>
            <a:custGeom>
              <a:avLst/>
              <a:gdLst/>
              <a:ahLst/>
              <a:cxnLst/>
              <a:rect l="l" t="t" r="r" b="b"/>
              <a:pathLst>
                <a:path w="704214" h="581025">
                  <a:moveTo>
                    <a:pt x="352044" y="0"/>
                  </a:moveTo>
                  <a:lnTo>
                    <a:pt x="300022" y="3146"/>
                  </a:lnTo>
                  <a:lnTo>
                    <a:pt x="250370" y="12287"/>
                  </a:lnTo>
                  <a:lnTo>
                    <a:pt x="203632" y="26973"/>
                  </a:lnTo>
                  <a:lnTo>
                    <a:pt x="160354" y="46757"/>
                  </a:lnTo>
                  <a:lnTo>
                    <a:pt x="121078" y="71190"/>
                  </a:lnTo>
                  <a:lnTo>
                    <a:pt x="86351" y="99824"/>
                  </a:lnTo>
                  <a:lnTo>
                    <a:pt x="56717" y="132211"/>
                  </a:lnTo>
                  <a:lnTo>
                    <a:pt x="32720" y="167903"/>
                  </a:lnTo>
                  <a:lnTo>
                    <a:pt x="14905" y="206451"/>
                  </a:lnTo>
                  <a:lnTo>
                    <a:pt x="3817" y="247406"/>
                  </a:lnTo>
                  <a:lnTo>
                    <a:pt x="0" y="290321"/>
                  </a:lnTo>
                  <a:lnTo>
                    <a:pt x="3817" y="333237"/>
                  </a:lnTo>
                  <a:lnTo>
                    <a:pt x="14905" y="374192"/>
                  </a:lnTo>
                  <a:lnTo>
                    <a:pt x="32720" y="412740"/>
                  </a:lnTo>
                  <a:lnTo>
                    <a:pt x="56717" y="448432"/>
                  </a:lnTo>
                  <a:lnTo>
                    <a:pt x="86351" y="480819"/>
                  </a:lnTo>
                  <a:lnTo>
                    <a:pt x="121078" y="509453"/>
                  </a:lnTo>
                  <a:lnTo>
                    <a:pt x="160354" y="533886"/>
                  </a:lnTo>
                  <a:lnTo>
                    <a:pt x="203632" y="553670"/>
                  </a:lnTo>
                  <a:lnTo>
                    <a:pt x="250370" y="568356"/>
                  </a:lnTo>
                  <a:lnTo>
                    <a:pt x="300022" y="577497"/>
                  </a:lnTo>
                  <a:lnTo>
                    <a:pt x="352044" y="580643"/>
                  </a:lnTo>
                  <a:lnTo>
                    <a:pt x="404068" y="577497"/>
                  </a:lnTo>
                  <a:lnTo>
                    <a:pt x="453722" y="568356"/>
                  </a:lnTo>
                  <a:lnTo>
                    <a:pt x="500460" y="553670"/>
                  </a:lnTo>
                  <a:lnTo>
                    <a:pt x="543739" y="533886"/>
                  </a:lnTo>
                  <a:lnTo>
                    <a:pt x="583014" y="509453"/>
                  </a:lnTo>
                  <a:lnTo>
                    <a:pt x="617740" y="480819"/>
                  </a:lnTo>
                  <a:lnTo>
                    <a:pt x="647373" y="448432"/>
                  </a:lnTo>
                  <a:lnTo>
                    <a:pt x="671369" y="412740"/>
                  </a:lnTo>
                  <a:lnTo>
                    <a:pt x="689183" y="374192"/>
                  </a:lnTo>
                  <a:lnTo>
                    <a:pt x="700271" y="333237"/>
                  </a:lnTo>
                  <a:lnTo>
                    <a:pt x="704088" y="290321"/>
                  </a:lnTo>
                  <a:lnTo>
                    <a:pt x="700271" y="247406"/>
                  </a:lnTo>
                  <a:lnTo>
                    <a:pt x="689183" y="206451"/>
                  </a:lnTo>
                  <a:lnTo>
                    <a:pt x="671369" y="167903"/>
                  </a:lnTo>
                  <a:lnTo>
                    <a:pt x="647373" y="132211"/>
                  </a:lnTo>
                  <a:lnTo>
                    <a:pt x="617740" y="99824"/>
                  </a:lnTo>
                  <a:lnTo>
                    <a:pt x="583014" y="71190"/>
                  </a:lnTo>
                  <a:lnTo>
                    <a:pt x="543739" y="46757"/>
                  </a:lnTo>
                  <a:lnTo>
                    <a:pt x="500460" y="26973"/>
                  </a:lnTo>
                  <a:lnTo>
                    <a:pt x="453722" y="12287"/>
                  </a:lnTo>
                  <a:lnTo>
                    <a:pt x="404068" y="3146"/>
                  </a:lnTo>
                  <a:lnTo>
                    <a:pt x="352044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934211" y="4732019"/>
              <a:ext cx="704215" cy="581025"/>
            </a:xfrm>
            <a:custGeom>
              <a:avLst/>
              <a:gdLst/>
              <a:ahLst/>
              <a:cxnLst/>
              <a:rect l="l" t="t" r="r" b="b"/>
              <a:pathLst>
                <a:path w="704214" h="581025">
                  <a:moveTo>
                    <a:pt x="0" y="290321"/>
                  </a:moveTo>
                  <a:lnTo>
                    <a:pt x="3817" y="247406"/>
                  </a:lnTo>
                  <a:lnTo>
                    <a:pt x="14905" y="206451"/>
                  </a:lnTo>
                  <a:lnTo>
                    <a:pt x="32720" y="167903"/>
                  </a:lnTo>
                  <a:lnTo>
                    <a:pt x="56717" y="132211"/>
                  </a:lnTo>
                  <a:lnTo>
                    <a:pt x="86351" y="99824"/>
                  </a:lnTo>
                  <a:lnTo>
                    <a:pt x="121078" y="71190"/>
                  </a:lnTo>
                  <a:lnTo>
                    <a:pt x="160354" y="46757"/>
                  </a:lnTo>
                  <a:lnTo>
                    <a:pt x="203632" y="26973"/>
                  </a:lnTo>
                  <a:lnTo>
                    <a:pt x="250370" y="12287"/>
                  </a:lnTo>
                  <a:lnTo>
                    <a:pt x="300022" y="3146"/>
                  </a:lnTo>
                  <a:lnTo>
                    <a:pt x="352044" y="0"/>
                  </a:lnTo>
                  <a:lnTo>
                    <a:pt x="404068" y="3146"/>
                  </a:lnTo>
                  <a:lnTo>
                    <a:pt x="453722" y="12287"/>
                  </a:lnTo>
                  <a:lnTo>
                    <a:pt x="500460" y="26973"/>
                  </a:lnTo>
                  <a:lnTo>
                    <a:pt x="543739" y="46757"/>
                  </a:lnTo>
                  <a:lnTo>
                    <a:pt x="583014" y="71190"/>
                  </a:lnTo>
                  <a:lnTo>
                    <a:pt x="617740" y="99824"/>
                  </a:lnTo>
                  <a:lnTo>
                    <a:pt x="647373" y="132211"/>
                  </a:lnTo>
                  <a:lnTo>
                    <a:pt x="671369" y="167903"/>
                  </a:lnTo>
                  <a:lnTo>
                    <a:pt x="689183" y="206451"/>
                  </a:lnTo>
                  <a:lnTo>
                    <a:pt x="700271" y="247406"/>
                  </a:lnTo>
                  <a:lnTo>
                    <a:pt x="704088" y="290321"/>
                  </a:lnTo>
                  <a:lnTo>
                    <a:pt x="700271" y="333237"/>
                  </a:lnTo>
                  <a:lnTo>
                    <a:pt x="689183" y="374192"/>
                  </a:lnTo>
                  <a:lnTo>
                    <a:pt x="671369" y="412740"/>
                  </a:lnTo>
                  <a:lnTo>
                    <a:pt x="647373" y="448432"/>
                  </a:lnTo>
                  <a:lnTo>
                    <a:pt x="617740" y="480819"/>
                  </a:lnTo>
                  <a:lnTo>
                    <a:pt x="583014" y="509453"/>
                  </a:lnTo>
                  <a:lnTo>
                    <a:pt x="543739" y="533886"/>
                  </a:lnTo>
                  <a:lnTo>
                    <a:pt x="500460" y="553670"/>
                  </a:lnTo>
                  <a:lnTo>
                    <a:pt x="453722" y="568356"/>
                  </a:lnTo>
                  <a:lnTo>
                    <a:pt x="404068" y="577497"/>
                  </a:lnTo>
                  <a:lnTo>
                    <a:pt x="352044" y="580643"/>
                  </a:lnTo>
                  <a:lnTo>
                    <a:pt x="300022" y="577497"/>
                  </a:lnTo>
                  <a:lnTo>
                    <a:pt x="250370" y="568356"/>
                  </a:lnTo>
                  <a:lnTo>
                    <a:pt x="203632" y="553670"/>
                  </a:lnTo>
                  <a:lnTo>
                    <a:pt x="160354" y="533886"/>
                  </a:lnTo>
                  <a:lnTo>
                    <a:pt x="121078" y="509453"/>
                  </a:lnTo>
                  <a:lnTo>
                    <a:pt x="86351" y="480819"/>
                  </a:lnTo>
                  <a:lnTo>
                    <a:pt x="56717" y="448432"/>
                  </a:lnTo>
                  <a:lnTo>
                    <a:pt x="32720" y="412740"/>
                  </a:lnTo>
                  <a:lnTo>
                    <a:pt x="14905" y="374192"/>
                  </a:lnTo>
                  <a:lnTo>
                    <a:pt x="3817" y="333237"/>
                  </a:lnTo>
                  <a:lnTo>
                    <a:pt x="0" y="290321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1157427" y="4857699"/>
            <a:ext cx="25717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10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315211" y="4369308"/>
            <a:ext cx="341630" cy="428625"/>
          </a:xfrm>
          <a:custGeom>
            <a:avLst/>
            <a:gdLst/>
            <a:ahLst/>
            <a:cxnLst/>
            <a:rect l="l" t="t" r="r" b="b"/>
            <a:pathLst>
              <a:path w="341630" h="428625">
                <a:moveTo>
                  <a:pt x="341375" y="0"/>
                </a:moveTo>
                <a:lnTo>
                  <a:pt x="0" y="428625"/>
                </a:lnTo>
              </a:path>
            </a:pathLst>
          </a:custGeom>
          <a:ln w="6350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26440"/>
            <a:ext cx="618363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000000"/>
                </a:solidFill>
              </a:rPr>
              <a:t>Construction</a:t>
            </a:r>
            <a:r>
              <a:rPr spc="-1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of</a:t>
            </a:r>
            <a:r>
              <a:rPr spc="-165" dirty="0">
                <a:solidFill>
                  <a:srgbClr val="000000"/>
                </a:solidFill>
              </a:rPr>
              <a:t> </a:t>
            </a:r>
            <a:r>
              <a:rPr spc="-114" dirty="0">
                <a:solidFill>
                  <a:srgbClr val="000000"/>
                </a:solidFill>
              </a:rPr>
              <a:t>AVL</a:t>
            </a:r>
            <a:r>
              <a:rPr spc="-160" dirty="0">
                <a:solidFill>
                  <a:srgbClr val="000000"/>
                </a:solidFill>
              </a:rPr>
              <a:t> </a:t>
            </a:r>
            <a:r>
              <a:rPr spc="-20" dirty="0">
                <a:solidFill>
                  <a:srgbClr val="000000"/>
                </a:solidFill>
              </a:rPr>
              <a:t>Trees</a:t>
            </a:r>
          </a:p>
        </p:txBody>
      </p:sp>
      <p:sp>
        <p:nvSpPr>
          <p:cNvPr id="3" name="object 3"/>
          <p:cNvSpPr/>
          <p:nvPr/>
        </p:nvSpPr>
        <p:spPr>
          <a:xfrm>
            <a:off x="2275332" y="1821052"/>
            <a:ext cx="361315" cy="434340"/>
          </a:xfrm>
          <a:custGeom>
            <a:avLst/>
            <a:gdLst/>
            <a:ahLst/>
            <a:cxnLst/>
            <a:rect l="l" t="t" r="r" b="b"/>
            <a:pathLst>
              <a:path w="361314" h="434339">
                <a:moveTo>
                  <a:pt x="361188" y="0"/>
                </a:moveTo>
                <a:lnTo>
                  <a:pt x="0" y="0"/>
                </a:lnTo>
                <a:lnTo>
                  <a:pt x="0" y="434339"/>
                </a:lnTo>
                <a:lnTo>
                  <a:pt x="361188" y="434339"/>
                </a:lnTo>
                <a:lnTo>
                  <a:pt x="361188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16939" y="1793493"/>
            <a:ext cx="308419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latin typeface="Calibri"/>
                <a:cs typeface="Calibri"/>
              </a:rPr>
              <a:t>40,20,10,25,30,22,50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67632" y="2749295"/>
            <a:ext cx="2306573" cy="258952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5987034" y="3943604"/>
            <a:ext cx="257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40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167629" y="3078860"/>
            <a:ext cx="2578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20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539234" y="3943604"/>
            <a:ext cx="257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10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615432" y="4878451"/>
            <a:ext cx="257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25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197221" y="2816351"/>
            <a:ext cx="106045" cy="24765"/>
          </a:xfrm>
          <a:custGeom>
            <a:avLst/>
            <a:gdLst/>
            <a:ahLst/>
            <a:cxnLst/>
            <a:rect l="l" t="t" r="r" b="b"/>
            <a:pathLst>
              <a:path w="106045" h="24764">
                <a:moveTo>
                  <a:pt x="88264" y="0"/>
                </a:moveTo>
                <a:lnTo>
                  <a:pt x="5587" y="0"/>
                </a:lnTo>
                <a:lnTo>
                  <a:pt x="0" y="5587"/>
                </a:lnTo>
                <a:lnTo>
                  <a:pt x="0" y="19176"/>
                </a:lnTo>
                <a:lnTo>
                  <a:pt x="5587" y="24764"/>
                </a:lnTo>
                <a:lnTo>
                  <a:pt x="12318" y="24764"/>
                </a:lnTo>
                <a:lnTo>
                  <a:pt x="88264" y="24764"/>
                </a:lnTo>
                <a:lnTo>
                  <a:pt x="93344" y="23622"/>
                </a:lnTo>
                <a:lnTo>
                  <a:pt x="103504" y="19176"/>
                </a:lnTo>
                <a:lnTo>
                  <a:pt x="105663" y="15875"/>
                </a:lnTo>
                <a:lnTo>
                  <a:pt x="105663" y="8889"/>
                </a:lnTo>
                <a:lnTo>
                  <a:pt x="103504" y="5587"/>
                </a:lnTo>
                <a:lnTo>
                  <a:pt x="93344" y="1143"/>
                </a:lnTo>
                <a:lnTo>
                  <a:pt x="88264" y="0"/>
                </a:lnTo>
                <a:close/>
              </a:path>
            </a:pathLst>
          </a:custGeom>
          <a:solidFill>
            <a:srgbClr val="E71223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26440"/>
            <a:ext cx="618363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000000"/>
                </a:solidFill>
              </a:rPr>
              <a:t>Construction</a:t>
            </a:r>
            <a:r>
              <a:rPr spc="-1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of</a:t>
            </a:r>
            <a:r>
              <a:rPr spc="-165" dirty="0">
                <a:solidFill>
                  <a:srgbClr val="000000"/>
                </a:solidFill>
              </a:rPr>
              <a:t> </a:t>
            </a:r>
            <a:r>
              <a:rPr spc="-114" dirty="0">
                <a:solidFill>
                  <a:srgbClr val="000000"/>
                </a:solidFill>
              </a:rPr>
              <a:t>AVL</a:t>
            </a:r>
            <a:r>
              <a:rPr spc="-160" dirty="0">
                <a:solidFill>
                  <a:srgbClr val="000000"/>
                </a:solidFill>
              </a:rPr>
              <a:t> </a:t>
            </a:r>
            <a:r>
              <a:rPr spc="-20" dirty="0">
                <a:solidFill>
                  <a:srgbClr val="000000"/>
                </a:solidFill>
              </a:rPr>
              <a:t>Trees</a:t>
            </a:r>
          </a:p>
        </p:txBody>
      </p:sp>
      <p:sp>
        <p:nvSpPr>
          <p:cNvPr id="3" name="object 3"/>
          <p:cNvSpPr/>
          <p:nvPr/>
        </p:nvSpPr>
        <p:spPr>
          <a:xfrm>
            <a:off x="2726435" y="1821052"/>
            <a:ext cx="361315" cy="434340"/>
          </a:xfrm>
          <a:custGeom>
            <a:avLst/>
            <a:gdLst/>
            <a:ahLst/>
            <a:cxnLst/>
            <a:rect l="l" t="t" r="r" b="b"/>
            <a:pathLst>
              <a:path w="361314" h="434339">
                <a:moveTo>
                  <a:pt x="361188" y="0"/>
                </a:moveTo>
                <a:lnTo>
                  <a:pt x="0" y="0"/>
                </a:lnTo>
                <a:lnTo>
                  <a:pt x="0" y="434339"/>
                </a:lnTo>
                <a:lnTo>
                  <a:pt x="361188" y="434339"/>
                </a:lnTo>
                <a:lnTo>
                  <a:pt x="361188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16939" y="1793493"/>
            <a:ext cx="308483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latin typeface="Calibri"/>
                <a:cs typeface="Calibri"/>
              </a:rPr>
              <a:t>40,20,10,25,30,22,50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67632" y="2643504"/>
            <a:ext cx="3189477" cy="3837368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5987034" y="3943604"/>
            <a:ext cx="257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40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167629" y="3078860"/>
            <a:ext cx="2578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20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539234" y="3943604"/>
            <a:ext cx="257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10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615432" y="4878451"/>
            <a:ext cx="257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25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368928" y="2045207"/>
            <a:ext cx="24765" cy="24765"/>
          </a:xfrm>
          <a:custGeom>
            <a:avLst/>
            <a:gdLst/>
            <a:ahLst/>
            <a:cxnLst/>
            <a:rect l="l" t="t" r="r" b="b"/>
            <a:pathLst>
              <a:path w="24764" h="24764">
                <a:moveTo>
                  <a:pt x="19304" y="0"/>
                </a:moveTo>
                <a:lnTo>
                  <a:pt x="5587" y="0"/>
                </a:lnTo>
                <a:lnTo>
                  <a:pt x="0" y="5587"/>
                </a:lnTo>
                <a:lnTo>
                  <a:pt x="0" y="19303"/>
                </a:lnTo>
                <a:lnTo>
                  <a:pt x="5587" y="24764"/>
                </a:lnTo>
                <a:lnTo>
                  <a:pt x="19304" y="24764"/>
                </a:lnTo>
                <a:lnTo>
                  <a:pt x="24765" y="19303"/>
                </a:lnTo>
                <a:lnTo>
                  <a:pt x="24765" y="12445"/>
                </a:lnTo>
                <a:lnTo>
                  <a:pt x="24765" y="5587"/>
                </a:lnTo>
                <a:lnTo>
                  <a:pt x="19304" y="0"/>
                </a:lnTo>
                <a:close/>
              </a:path>
            </a:pathLst>
          </a:custGeom>
          <a:solidFill>
            <a:srgbClr val="E7122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386321" y="5785205"/>
            <a:ext cx="257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30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940046" y="2749423"/>
            <a:ext cx="106045" cy="24765"/>
          </a:xfrm>
          <a:custGeom>
            <a:avLst/>
            <a:gdLst/>
            <a:ahLst/>
            <a:cxnLst/>
            <a:rect l="l" t="t" r="r" b="b"/>
            <a:pathLst>
              <a:path w="106045" h="24764">
                <a:moveTo>
                  <a:pt x="88645" y="0"/>
                </a:moveTo>
                <a:lnTo>
                  <a:pt x="5461" y="0"/>
                </a:lnTo>
                <a:lnTo>
                  <a:pt x="0" y="5461"/>
                </a:lnTo>
                <a:lnTo>
                  <a:pt x="0" y="19176"/>
                </a:lnTo>
                <a:lnTo>
                  <a:pt x="5461" y="24764"/>
                </a:lnTo>
                <a:lnTo>
                  <a:pt x="12318" y="24764"/>
                </a:lnTo>
                <a:lnTo>
                  <a:pt x="88645" y="24764"/>
                </a:lnTo>
                <a:lnTo>
                  <a:pt x="93725" y="23622"/>
                </a:lnTo>
                <a:lnTo>
                  <a:pt x="103886" y="19176"/>
                </a:lnTo>
                <a:lnTo>
                  <a:pt x="105917" y="15875"/>
                </a:lnTo>
                <a:lnTo>
                  <a:pt x="105917" y="8762"/>
                </a:lnTo>
                <a:lnTo>
                  <a:pt x="103886" y="5587"/>
                </a:lnTo>
                <a:lnTo>
                  <a:pt x="93725" y="1015"/>
                </a:lnTo>
                <a:lnTo>
                  <a:pt x="88645" y="0"/>
                </a:lnTo>
                <a:close/>
              </a:path>
            </a:pathLst>
          </a:custGeom>
          <a:solidFill>
            <a:srgbClr val="E7122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639903" y="1463928"/>
            <a:ext cx="684436" cy="487679"/>
          </a:xfrm>
          <a:prstGeom prst="rect">
            <a:avLst/>
          </a:prstGeom>
        </p:spPr>
      </p:pic>
      <p:grpSp>
        <p:nvGrpSpPr>
          <p:cNvPr id="14" name="object 14"/>
          <p:cNvGrpSpPr/>
          <p:nvPr/>
        </p:nvGrpSpPr>
        <p:grpSpPr>
          <a:xfrm>
            <a:off x="7758303" y="2586863"/>
            <a:ext cx="3295650" cy="2630170"/>
            <a:chOff x="7758303" y="2586863"/>
            <a:chExt cx="3295650" cy="2630170"/>
          </a:xfrm>
        </p:grpSpPr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215118" y="4452620"/>
              <a:ext cx="838834" cy="764286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758303" y="2586863"/>
              <a:ext cx="2708021" cy="2593467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10447146" y="4755337"/>
            <a:ext cx="25717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40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758808" y="2919729"/>
            <a:ext cx="257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20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130285" y="3784219"/>
            <a:ext cx="257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10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206610" y="4718761"/>
            <a:ext cx="25717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25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650730" y="3757929"/>
            <a:ext cx="257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30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22" name="object 2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521317" y="5366892"/>
            <a:ext cx="198881" cy="179069"/>
          </a:xfrm>
          <a:prstGeom prst="rect">
            <a:avLst/>
          </a:prstGeom>
        </p:spPr>
      </p:pic>
      <p:sp>
        <p:nvSpPr>
          <p:cNvPr id="23" name="object 23"/>
          <p:cNvSpPr/>
          <p:nvPr/>
        </p:nvSpPr>
        <p:spPr>
          <a:xfrm>
            <a:off x="8712200" y="2664079"/>
            <a:ext cx="173355" cy="24765"/>
          </a:xfrm>
          <a:custGeom>
            <a:avLst/>
            <a:gdLst/>
            <a:ahLst/>
            <a:cxnLst/>
            <a:rect l="l" t="t" r="r" b="b"/>
            <a:pathLst>
              <a:path w="173354" h="24764">
                <a:moveTo>
                  <a:pt x="158623" y="0"/>
                </a:moveTo>
                <a:lnTo>
                  <a:pt x="5588" y="0"/>
                </a:lnTo>
                <a:lnTo>
                  <a:pt x="0" y="5587"/>
                </a:lnTo>
                <a:lnTo>
                  <a:pt x="0" y="19176"/>
                </a:lnTo>
                <a:lnTo>
                  <a:pt x="5588" y="24765"/>
                </a:lnTo>
                <a:lnTo>
                  <a:pt x="12319" y="24765"/>
                </a:lnTo>
                <a:lnTo>
                  <a:pt x="158623" y="24765"/>
                </a:lnTo>
                <a:lnTo>
                  <a:pt x="160527" y="24257"/>
                </a:lnTo>
                <a:lnTo>
                  <a:pt x="171323" y="18923"/>
                </a:lnTo>
                <a:lnTo>
                  <a:pt x="173354" y="15748"/>
                </a:lnTo>
                <a:lnTo>
                  <a:pt x="173354" y="9017"/>
                </a:lnTo>
                <a:lnTo>
                  <a:pt x="171323" y="5842"/>
                </a:lnTo>
                <a:lnTo>
                  <a:pt x="160527" y="508"/>
                </a:lnTo>
                <a:lnTo>
                  <a:pt x="158623" y="0"/>
                </a:lnTo>
                <a:close/>
              </a:path>
            </a:pathLst>
          </a:custGeom>
          <a:solidFill>
            <a:srgbClr val="E71223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26440"/>
            <a:ext cx="618363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000000"/>
                </a:solidFill>
              </a:rPr>
              <a:t>Construction</a:t>
            </a:r>
            <a:r>
              <a:rPr spc="-1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of</a:t>
            </a:r>
            <a:r>
              <a:rPr spc="-165" dirty="0">
                <a:solidFill>
                  <a:srgbClr val="000000"/>
                </a:solidFill>
              </a:rPr>
              <a:t> </a:t>
            </a:r>
            <a:r>
              <a:rPr spc="-114" dirty="0">
                <a:solidFill>
                  <a:srgbClr val="000000"/>
                </a:solidFill>
              </a:rPr>
              <a:t>AVL</a:t>
            </a:r>
            <a:r>
              <a:rPr spc="-160" dirty="0">
                <a:solidFill>
                  <a:srgbClr val="000000"/>
                </a:solidFill>
              </a:rPr>
              <a:t> </a:t>
            </a:r>
            <a:r>
              <a:rPr spc="-20" dirty="0">
                <a:solidFill>
                  <a:srgbClr val="000000"/>
                </a:solidFill>
              </a:rPr>
              <a:t>Trees</a:t>
            </a:r>
          </a:p>
        </p:txBody>
      </p:sp>
      <p:sp>
        <p:nvSpPr>
          <p:cNvPr id="3" name="object 3"/>
          <p:cNvSpPr/>
          <p:nvPr/>
        </p:nvSpPr>
        <p:spPr>
          <a:xfrm>
            <a:off x="3215639" y="1679829"/>
            <a:ext cx="361315" cy="434340"/>
          </a:xfrm>
          <a:custGeom>
            <a:avLst/>
            <a:gdLst/>
            <a:ahLst/>
            <a:cxnLst/>
            <a:rect l="l" t="t" r="r" b="b"/>
            <a:pathLst>
              <a:path w="361314" h="434339">
                <a:moveTo>
                  <a:pt x="361188" y="0"/>
                </a:moveTo>
                <a:lnTo>
                  <a:pt x="0" y="0"/>
                </a:lnTo>
                <a:lnTo>
                  <a:pt x="0" y="434339"/>
                </a:lnTo>
                <a:lnTo>
                  <a:pt x="361188" y="434339"/>
                </a:lnTo>
                <a:lnTo>
                  <a:pt x="361188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55039" y="1652397"/>
            <a:ext cx="30861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latin typeface="Calibri"/>
                <a:cs typeface="Calibri"/>
              </a:rPr>
              <a:t>40,20,10,25,30,22,50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368928" y="2045207"/>
            <a:ext cx="24765" cy="24765"/>
          </a:xfrm>
          <a:custGeom>
            <a:avLst/>
            <a:gdLst/>
            <a:ahLst/>
            <a:cxnLst/>
            <a:rect l="l" t="t" r="r" b="b"/>
            <a:pathLst>
              <a:path w="24764" h="24764">
                <a:moveTo>
                  <a:pt x="19304" y="0"/>
                </a:moveTo>
                <a:lnTo>
                  <a:pt x="5587" y="0"/>
                </a:lnTo>
                <a:lnTo>
                  <a:pt x="0" y="5587"/>
                </a:lnTo>
                <a:lnTo>
                  <a:pt x="0" y="19303"/>
                </a:lnTo>
                <a:lnTo>
                  <a:pt x="5587" y="24764"/>
                </a:lnTo>
                <a:lnTo>
                  <a:pt x="19304" y="24764"/>
                </a:lnTo>
                <a:lnTo>
                  <a:pt x="24765" y="19303"/>
                </a:lnTo>
                <a:lnTo>
                  <a:pt x="24765" y="12445"/>
                </a:lnTo>
                <a:lnTo>
                  <a:pt x="24765" y="5587"/>
                </a:lnTo>
                <a:lnTo>
                  <a:pt x="19304" y="0"/>
                </a:lnTo>
                <a:close/>
              </a:path>
            </a:pathLst>
          </a:custGeom>
          <a:solidFill>
            <a:srgbClr val="E71223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4481576" y="2663698"/>
            <a:ext cx="3295650" cy="2428240"/>
            <a:chOff x="4481576" y="2663698"/>
            <a:chExt cx="3295650" cy="242824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38518" y="4328795"/>
              <a:ext cx="838707" cy="763143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81576" y="2663698"/>
              <a:ext cx="2708148" cy="2391664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7170166" y="4631817"/>
            <a:ext cx="257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40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481954" y="2795473"/>
            <a:ext cx="25717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20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853178" y="3660394"/>
            <a:ext cx="257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10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929629" y="4595241"/>
            <a:ext cx="257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25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373748" y="3634232"/>
            <a:ext cx="257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30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4993894" y="5251450"/>
            <a:ext cx="718820" cy="593725"/>
            <a:chOff x="4993894" y="5251450"/>
            <a:chExt cx="718820" cy="593725"/>
          </a:xfrm>
        </p:grpSpPr>
        <p:sp>
          <p:nvSpPr>
            <p:cNvPr id="15" name="object 15"/>
            <p:cNvSpPr/>
            <p:nvPr/>
          </p:nvSpPr>
          <p:spPr>
            <a:xfrm>
              <a:off x="5000244" y="5257800"/>
              <a:ext cx="706120" cy="581025"/>
            </a:xfrm>
            <a:custGeom>
              <a:avLst/>
              <a:gdLst/>
              <a:ahLst/>
              <a:cxnLst/>
              <a:rect l="l" t="t" r="r" b="b"/>
              <a:pathLst>
                <a:path w="706120" h="581025">
                  <a:moveTo>
                    <a:pt x="352805" y="0"/>
                  </a:moveTo>
                  <a:lnTo>
                    <a:pt x="300677" y="3146"/>
                  </a:lnTo>
                  <a:lnTo>
                    <a:pt x="250922" y="12287"/>
                  </a:lnTo>
                  <a:lnTo>
                    <a:pt x="204085" y="26973"/>
                  </a:lnTo>
                  <a:lnTo>
                    <a:pt x="160713" y="46757"/>
                  </a:lnTo>
                  <a:lnTo>
                    <a:pt x="121352" y="71190"/>
                  </a:lnTo>
                  <a:lnTo>
                    <a:pt x="86547" y="99824"/>
                  </a:lnTo>
                  <a:lnTo>
                    <a:pt x="56847" y="132211"/>
                  </a:lnTo>
                  <a:lnTo>
                    <a:pt x="32795" y="167903"/>
                  </a:lnTo>
                  <a:lnTo>
                    <a:pt x="14940" y="206451"/>
                  </a:lnTo>
                  <a:lnTo>
                    <a:pt x="3826" y="247406"/>
                  </a:lnTo>
                  <a:lnTo>
                    <a:pt x="0" y="290322"/>
                  </a:lnTo>
                  <a:lnTo>
                    <a:pt x="3826" y="333223"/>
                  </a:lnTo>
                  <a:lnTo>
                    <a:pt x="14940" y="374169"/>
                  </a:lnTo>
                  <a:lnTo>
                    <a:pt x="32795" y="412713"/>
                  </a:lnTo>
                  <a:lnTo>
                    <a:pt x="56847" y="448404"/>
                  </a:lnTo>
                  <a:lnTo>
                    <a:pt x="86547" y="480793"/>
                  </a:lnTo>
                  <a:lnTo>
                    <a:pt x="121352" y="509431"/>
                  </a:lnTo>
                  <a:lnTo>
                    <a:pt x="160713" y="533870"/>
                  </a:lnTo>
                  <a:lnTo>
                    <a:pt x="204085" y="553660"/>
                  </a:lnTo>
                  <a:lnTo>
                    <a:pt x="250922" y="568351"/>
                  </a:lnTo>
                  <a:lnTo>
                    <a:pt x="300677" y="577496"/>
                  </a:lnTo>
                  <a:lnTo>
                    <a:pt x="352805" y="580644"/>
                  </a:lnTo>
                  <a:lnTo>
                    <a:pt x="404934" y="577496"/>
                  </a:lnTo>
                  <a:lnTo>
                    <a:pt x="454689" y="568351"/>
                  </a:lnTo>
                  <a:lnTo>
                    <a:pt x="501526" y="553660"/>
                  </a:lnTo>
                  <a:lnTo>
                    <a:pt x="544898" y="533870"/>
                  </a:lnTo>
                  <a:lnTo>
                    <a:pt x="584259" y="509431"/>
                  </a:lnTo>
                  <a:lnTo>
                    <a:pt x="619064" y="480793"/>
                  </a:lnTo>
                  <a:lnTo>
                    <a:pt x="648764" y="448404"/>
                  </a:lnTo>
                  <a:lnTo>
                    <a:pt x="672816" y="412713"/>
                  </a:lnTo>
                  <a:lnTo>
                    <a:pt x="690671" y="374169"/>
                  </a:lnTo>
                  <a:lnTo>
                    <a:pt x="701785" y="333223"/>
                  </a:lnTo>
                  <a:lnTo>
                    <a:pt x="705611" y="290322"/>
                  </a:lnTo>
                  <a:lnTo>
                    <a:pt x="701785" y="247406"/>
                  </a:lnTo>
                  <a:lnTo>
                    <a:pt x="690671" y="206451"/>
                  </a:lnTo>
                  <a:lnTo>
                    <a:pt x="672816" y="167903"/>
                  </a:lnTo>
                  <a:lnTo>
                    <a:pt x="648764" y="132211"/>
                  </a:lnTo>
                  <a:lnTo>
                    <a:pt x="619064" y="99824"/>
                  </a:lnTo>
                  <a:lnTo>
                    <a:pt x="584259" y="71190"/>
                  </a:lnTo>
                  <a:lnTo>
                    <a:pt x="544898" y="46757"/>
                  </a:lnTo>
                  <a:lnTo>
                    <a:pt x="501526" y="26973"/>
                  </a:lnTo>
                  <a:lnTo>
                    <a:pt x="454689" y="12287"/>
                  </a:lnTo>
                  <a:lnTo>
                    <a:pt x="404934" y="3146"/>
                  </a:lnTo>
                  <a:lnTo>
                    <a:pt x="352805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000244" y="5257800"/>
              <a:ext cx="706120" cy="581025"/>
            </a:xfrm>
            <a:custGeom>
              <a:avLst/>
              <a:gdLst/>
              <a:ahLst/>
              <a:cxnLst/>
              <a:rect l="l" t="t" r="r" b="b"/>
              <a:pathLst>
                <a:path w="706120" h="581025">
                  <a:moveTo>
                    <a:pt x="0" y="290322"/>
                  </a:moveTo>
                  <a:lnTo>
                    <a:pt x="3826" y="247406"/>
                  </a:lnTo>
                  <a:lnTo>
                    <a:pt x="14940" y="206451"/>
                  </a:lnTo>
                  <a:lnTo>
                    <a:pt x="32795" y="167903"/>
                  </a:lnTo>
                  <a:lnTo>
                    <a:pt x="56847" y="132211"/>
                  </a:lnTo>
                  <a:lnTo>
                    <a:pt x="86547" y="99824"/>
                  </a:lnTo>
                  <a:lnTo>
                    <a:pt x="121352" y="71190"/>
                  </a:lnTo>
                  <a:lnTo>
                    <a:pt x="160713" y="46757"/>
                  </a:lnTo>
                  <a:lnTo>
                    <a:pt x="204085" y="26973"/>
                  </a:lnTo>
                  <a:lnTo>
                    <a:pt x="250922" y="12287"/>
                  </a:lnTo>
                  <a:lnTo>
                    <a:pt x="300677" y="3146"/>
                  </a:lnTo>
                  <a:lnTo>
                    <a:pt x="352805" y="0"/>
                  </a:lnTo>
                  <a:lnTo>
                    <a:pt x="404934" y="3146"/>
                  </a:lnTo>
                  <a:lnTo>
                    <a:pt x="454689" y="12287"/>
                  </a:lnTo>
                  <a:lnTo>
                    <a:pt x="501526" y="26973"/>
                  </a:lnTo>
                  <a:lnTo>
                    <a:pt x="544898" y="46757"/>
                  </a:lnTo>
                  <a:lnTo>
                    <a:pt x="584259" y="71190"/>
                  </a:lnTo>
                  <a:lnTo>
                    <a:pt x="619064" y="99824"/>
                  </a:lnTo>
                  <a:lnTo>
                    <a:pt x="648764" y="132211"/>
                  </a:lnTo>
                  <a:lnTo>
                    <a:pt x="672816" y="167903"/>
                  </a:lnTo>
                  <a:lnTo>
                    <a:pt x="690671" y="206451"/>
                  </a:lnTo>
                  <a:lnTo>
                    <a:pt x="701785" y="247406"/>
                  </a:lnTo>
                  <a:lnTo>
                    <a:pt x="705611" y="290322"/>
                  </a:lnTo>
                  <a:lnTo>
                    <a:pt x="701785" y="333223"/>
                  </a:lnTo>
                  <a:lnTo>
                    <a:pt x="690671" y="374169"/>
                  </a:lnTo>
                  <a:lnTo>
                    <a:pt x="672816" y="412713"/>
                  </a:lnTo>
                  <a:lnTo>
                    <a:pt x="648764" y="448404"/>
                  </a:lnTo>
                  <a:lnTo>
                    <a:pt x="619064" y="480793"/>
                  </a:lnTo>
                  <a:lnTo>
                    <a:pt x="584259" y="509431"/>
                  </a:lnTo>
                  <a:lnTo>
                    <a:pt x="544898" y="533870"/>
                  </a:lnTo>
                  <a:lnTo>
                    <a:pt x="501526" y="553660"/>
                  </a:lnTo>
                  <a:lnTo>
                    <a:pt x="454689" y="568351"/>
                  </a:lnTo>
                  <a:lnTo>
                    <a:pt x="404934" y="577496"/>
                  </a:lnTo>
                  <a:lnTo>
                    <a:pt x="352805" y="580644"/>
                  </a:lnTo>
                  <a:lnTo>
                    <a:pt x="300677" y="577496"/>
                  </a:lnTo>
                  <a:lnTo>
                    <a:pt x="250922" y="568351"/>
                  </a:lnTo>
                  <a:lnTo>
                    <a:pt x="204085" y="553660"/>
                  </a:lnTo>
                  <a:lnTo>
                    <a:pt x="160713" y="533870"/>
                  </a:lnTo>
                  <a:lnTo>
                    <a:pt x="121352" y="509431"/>
                  </a:lnTo>
                  <a:lnTo>
                    <a:pt x="86547" y="480793"/>
                  </a:lnTo>
                  <a:lnTo>
                    <a:pt x="56847" y="448404"/>
                  </a:lnTo>
                  <a:lnTo>
                    <a:pt x="32795" y="412713"/>
                  </a:lnTo>
                  <a:lnTo>
                    <a:pt x="14940" y="374169"/>
                  </a:lnTo>
                  <a:lnTo>
                    <a:pt x="3826" y="333223"/>
                  </a:lnTo>
                  <a:lnTo>
                    <a:pt x="0" y="290322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5224653" y="5384088"/>
            <a:ext cx="257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22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8" name="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995164" y="1997836"/>
            <a:ext cx="2208911" cy="3454400"/>
          </a:xfrm>
          <a:prstGeom prst="rect">
            <a:avLst/>
          </a:prstGeom>
        </p:spPr>
      </p:pic>
      <p:sp>
        <p:nvSpPr>
          <p:cNvPr id="19" name="object 19"/>
          <p:cNvSpPr/>
          <p:nvPr/>
        </p:nvSpPr>
        <p:spPr>
          <a:xfrm>
            <a:off x="8197977" y="2787904"/>
            <a:ext cx="24765" cy="24765"/>
          </a:xfrm>
          <a:custGeom>
            <a:avLst/>
            <a:gdLst/>
            <a:ahLst/>
            <a:cxnLst/>
            <a:rect l="l" t="t" r="r" b="b"/>
            <a:pathLst>
              <a:path w="24765" h="24764">
                <a:moveTo>
                  <a:pt x="19176" y="0"/>
                </a:moveTo>
                <a:lnTo>
                  <a:pt x="5588" y="0"/>
                </a:lnTo>
                <a:lnTo>
                  <a:pt x="0" y="5587"/>
                </a:lnTo>
                <a:lnTo>
                  <a:pt x="0" y="19176"/>
                </a:lnTo>
                <a:lnTo>
                  <a:pt x="5588" y="24765"/>
                </a:lnTo>
                <a:lnTo>
                  <a:pt x="19176" y="24765"/>
                </a:lnTo>
                <a:lnTo>
                  <a:pt x="24765" y="19176"/>
                </a:lnTo>
                <a:lnTo>
                  <a:pt x="24765" y="12446"/>
                </a:lnTo>
                <a:lnTo>
                  <a:pt x="24765" y="5587"/>
                </a:lnTo>
                <a:lnTo>
                  <a:pt x="19176" y="0"/>
                </a:lnTo>
                <a:close/>
              </a:path>
            </a:pathLst>
          </a:custGeom>
          <a:solidFill>
            <a:srgbClr val="E7122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512302" y="1825751"/>
            <a:ext cx="399415" cy="653923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075419" y="1911350"/>
            <a:ext cx="373379" cy="531876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26440"/>
            <a:ext cx="618363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000000"/>
                </a:solidFill>
              </a:rPr>
              <a:t>Construction</a:t>
            </a:r>
            <a:r>
              <a:rPr spc="-1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of</a:t>
            </a:r>
            <a:r>
              <a:rPr spc="-165" dirty="0">
                <a:solidFill>
                  <a:srgbClr val="000000"/>
                </a:solidFill>
              </a:rPr>
              <a:t> </a:t>
            </a:r>
            <a:r>
              <a:rPr spc="-114" dirty="0">
                <a:solidFill>
                  <a:srgbClr val="000000"/>
                </a:solidFill>
              </a:rPr>
              <a:t>AVL</a:t>
            </a:r>
            <a:r>
              <a:rPr spc="-160" dirty="0">
                <a:solidFill>
                  <a:srgbClr val="000000"/>
                </a:solidFill>
              </a:rPr>
              <a:t> </a:t>
            </a:r>
            <a:r>
              <a:rPr spc="-20" dirty="0">
                <a:solidFill>
                  <a:srgbClr val="000000"/>
                </a:solidFill>
              </a:rPr>
              <a:t>Trees</a:t>
            </a:r>
          </a:p>
        </p:txBody>
      </p:sp>
      <p:sp>
        <p:nvSpPr>
          <p:cNvPr id="3" name="object 3"/>
          <p:cNvSpPr/>
          <p:nvPr/>
        </p:nvSpPr>
        <p:spPr>
          <a:xfrm>
            <a:off x="3215639" y="1679829"/>
            <a:ext cx="361315" cy="434340"/>
          </a:xfrm>
          <a:custGeom>
            <a:avLst/>
            <a:gdLst/>
            <a:ahLst/>
            <a:cxnLst/>
            <a:rect l="l" t="t" r="r" b="b"/>
            <a:pathLst>
              <a:path w="361314" h="434339">
                <a:moveTo>
                  <a:pt x="361188" y="0"/>
                </a:moveTo>
                <a:lnTo>
                  <a:pt x="0" y="0"/>
                </a:lnTo>
                <a:lnTo>
                  <a:pt x="0" y="434339"/>
                </a:lnTo>
                <a:lnTo>
                  <a:pt x="361188" y="434339"/>
                </a:lnTo>
                <a:lnTo>
                  <a:pt x="361188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55039" y="1652397"/>
            <a:ext cx="30861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latin typeface="Calibri"/>
                <a:cs typeface="Calibri"/>
              </a:rPr>
              <a:t>40,20,10,25,30,22,50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368928" y="2045207"/>
            <a:ext cx="24765" cy="24765"/>
          </a:xfrm>
          <a:custGeom>
            <a:avLst/>
            <a:gdLst/>
            <a:ahLst/>
            <a:cxnLst/>
            <a:rect l="l" t="t" r="r" b="b"/>
            <a:pathLst>
              <a:path w="24764" h="24764">
                <a:moveTo>
                  <a:pt x="19304" y="0"/>
                </a:moveTo>
                <a:lnTo>
                  <a:pt x="5587" y="0"/>
                </a:lnTo>
                <a:lnTo>
                  <a:pt x="0" y="5587"/>
                </a:lnTo>
                <a:lnTo>
                  <a:pt x="0" y="19303"/>
                </a:lnTo>
                <a:lnTo>
                  <a:pt x="5587" y="24764"/>
                </a:lnTo>
                <a:lnTo>
                  <a:pt x="19304" y="24764"/>
                </a:lnTo>
                <a:lnTo>
                  <a:pt x="24765" y="19303"/>
                </a:lnTo>
                <a:lnTo>
                  <a:pt x="24765" y="12445"/>
                </a:lnTo>
                <a:lnTo>
                  <a:pt x="24765" y="5587"/>
                </a:lnTo>
                <a:lnTo>
                  <a:pt x="19304" y="0"/>
                </a:lnTo>
                <a:close/>
              </a:path>
            </a:pathLst>
          </a:custGeom>
          <a:solidFill>
            <a:srgbClr val="E7122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19351" y="2442845"/>
            <a:ext cx="3469386" cy="3862196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607814" y="5092446"/>
            <a:ext cx="257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40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919476" y="3256279"/>
            <a:ext cx="257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20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290698" y="4121022"/>
            <a:ext cx="257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10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367278" y="5055870"/>
            <a:ext cx="257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25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811015" y="4094733"/>
            <a:ext cx="2578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30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662173" y="5844641"/>
            <a:ext cx="257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22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635497" y="3248405"/>
            <a:ext cx="24765" cy="24765"/>
          </a:xfrm>
          <a:custGeom>
            <a:avLst/>
            <a:gdLst/>
            <a:ahLst/>
            <a:cxnLst/>
            <a:rect l="l" t="t" r="r" b="b"/>
            <a:pathLst>
              <a:path w="24764" h="24764">
                <a:moveTo>
                  <a:pt x="19176" y="0"/>
                </a:moveTo>
                <a:lnTo>
                  <a:pt x="5587" y="0"/>
                </a:lnTo>
                <a:lnTo>
                  <a:pt x="0" y="5461"/>
                </a:lnTo>
                <a:lnTo>
                  <a:pt x="0" y="19177"/>
                </a:lnTo>
                <a:lnTo>
                  <a:pt x="5587" y="24765"/>
                </a:lnTo>
                <a:lnTo>
                  <a:pt x="19176" y="24765"/>
                </a:lnTo>
                <a:lnTo>
                  <a:pt x="24764" y="19177"/>
                </a:lnTo>
                <a:lnTo>
                  <a:pt x="24764" y="12319"/>
                </a:lnTo>
                <a:lnTo>
                  <a:pt x="24764" y="5461"/>
                </a:lnTo>
                <a:lnTo>
                  <a:pt x="19176" y="0"/>
                </a:lnTo>
                <a:close/>
              </a:path>
            </a:pathLst>
          </a:custGeom>
          <a:solidFill>
            <a:srgbClr val="E71223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4" name="object 14"/>
          <p:cNvGrpSpPr/>
          <p:nvPr/>
        </p:nvGrpSpPr>
        <p:grpSpPr>
          <a:xfrm>
            <a:off x="8480806" y="2534157"/>
            <a:ext cx="716915" cy="594995"/>
            <a:chOff x="8480806" y="2534157"/>
            <a:chExt cx="716915" cy="594995"/>
          </a:xfrm>
        </p:grpSpPr>
        <p:sp>
          <p:nvSpPr>
            <p:cNvPr id="15" name="object 15"/>
            <p:cNvSpPr/>
            <p:nvPr/>
          </p:nvSpPr>
          <p:spPr>
            <a:xfrm>
              <a:off x="8487156" y="2540507"/>
              <a:ext cx="704215" cy="582295"/>
            </a:xfrm>
            <a:custGeom>
              <a:avLst/>
              <a:gdLst/>
              <a:ahLst/>
              <a:cxnLst/>
              <a:rect l="l" t="t" r="r" b="b"/>
              <a:pathLst>
                <a:path w="704215" h="582294">
                  <a:moveTo>
                    <a:pt x="352044" y="0"/>
                  </a:moveTo>
                  <a:lnTo>
                    <a:pt x="300019" y="3155"/>
                  </a:lnTo>
                  <a:lnTo>
                    <a:pt x="250365" y="12322"/>
                  </a:lnTo>
                  <a:lnTo>
                    <a:pt x="203627" y="27050"/>
                  </a:lnTo>
                  <a:lnTo>
                    <a:pt x="160348" y="46890"/>
                  </a:lnTo>
                  <a:lnTo>
                    <a:pt x="121073" y="71390"/>
                  </a:lnTo>
                  <a:lnTo>
                    <a:pt x="86347" y="100103"/>
                  </a:lnTo>
                  <a:lnTo>
                    <a:pt x="56714" y="132576"/>
                  </a:lnTo>
                  <a:lnTo>
                    <a:pt x="32718" y="168361"/>
                  </a:lnTo>
                  <a:lnTo>
                    <a:pt x="14904" y="207007"/>
                  </a:lnTo>
                  <a:lnTo>
                    <a:pt x="3816" y="248065"/>
                  </a:lnTo>
                  <a:lnTo>
                    <a:pt x="0" y="291083"/>
                  </a:lnTo>
                  <a:lnTo>
                    <a:pt x="3816" y="334102"/>
                  </a:lnTo>
                  <a:lnTo>
                    <a:pt x="14904" y="375160"/>
                  </a:lnTo>
                  <a:lnTo>
                    <a:pt x="32718" y="413806"/>
                  </a:lnTo>
                  <a:lnTo>
                    <a:pt x="56714" y="449591"/>
                  </a:lnTo>
                  <a:lnTo>
                    <a:pt x="86347" y="482064"/>
                  </a:lnTo>
                  <a:lnTo>
                    <a:pt x="121073" y="510777"/>
                  </a:lnTo>
                  <a:lnTo>
                    <a:pt x="160348" y="535277"/>
                  </a:lnTo>
                  <a:lnTo>
                    <a:pt x="203627" y="555117"/>
                  </a:lnTo>
                  <a:lnTo>
                    <a:pt x="250365" y="569845"/>
                  </a:lnTo>
                  <a:lnTo>
                    <a:pt x="300019" y="579012"/>
                  </a:lnTo>
                  <a:lnTo>
                    <a:pt x="352044" y="582167"/>
                  </a:lnTo>
                  <a:lnTo>
                    <a:pt x="404068" y="579012"/>
                  </a:lnTo>
                  <a:lnTo>
                    <a:pt x="453722" y="569845"/>
                  </a:lnTo>
                  <a:lnTo>
                    <a:pt x="500460" y="555117"/>
                  </a:lnTo>
                  <a:lnTo>
                    <a:pt x="543739" y="535277"/>
                  </a:lnTo>
                  <a:lnTo>
                    <a:pt x="583014" y="510777"/>
                  </a:lnTo>
                  <a:lnTo>
                    <a:pt x="617740" y="482064"/>
                  </a:lnTo>
                  <a:lnTo>
                    <a:pt x="647373" y="449591"/>
                  </a:lnTo>
                  <a:lnTo>
                    <a:pt x="671369" y="413806"/>
                  </a:lnTo>
                  <a:lnTo>
                    <a:pt x="689183" y="375160"/>
                  </a:lnTo>
                  <a:lnTo>
                    <a:pt x="700271" y="334102"/>
                  </a:lnTo>
                  <a:lnTo>
                    <a:pt x="704088" y="291083"/>
                  </a:lnTo>
                  <a:lnTo>
                    <a:pt x="700271" y="248065"/>
                  </a:lnTo>
                  <a:lnTo>
                    <a:pt x="689183" y="207007"/>
                  </a:lnTo>
                  <a:lnTo>
                    <a:pt x="671369" y="168361"/>
                  </a:lnTo>
                  <a:lnTo>
                    <a:pt x="647373" y="132576"/>
                  </a:lnTo>
                  <a:lnTo>
                    <a:pt x="617740" y="100103"/>
                  </a:lnTo>
                  <a:lnTo>
                    <a:pt x="583014" y="71390"/>
                  </a:lnTo>
                  <a:lnTo>
                    <a:pt x="543739" y="46890"/>
                  </a:lnTo>
                  <a:lnTo>
                    <a:pt x="500460" y="27050"/>
                  </a:lnTo>
                  <a:lnTo>
                    <a:pt x="453722" y="12322"/>
                  </a:lnTo>
                  <a:lnTo>
                    <a:pt x="404068" y="3155"/>
                  </a:lnTo>
                  <a:lnTo>
                    <a:pt x="352044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487156" y="2540507"/>
              <a:ext cx="704215" cy="582295"/>
            </a:xfrm>
            <a:custGeom>
              <a:avLst/>
              <a:gdLst/>
              <a:ahLst/>
              <a:cxnLst/>
              <a:rect l="l" t="t" r="r" b="b"/>
              <a:pathLst>
                <a:path w="704215" h="582294">
                  <a:moveTo>
                    <a:pt x="0" y="291083"/>
                  </a:moveTo>
                  <a:lnTo>
                    <a:pt x="3816" y="248065"/>
                  </a:lnTo>
                  <a:lnTo>
                    <a:pt x="14904" y="207007"/>
                  </a:lnTo>
                  <a:lnTo>
                    <a:pt x="32718" y="168361"/>
                  </a:lnTo>
                  <a:lnTo>
                    <a:pt x="56714" y="132576"/>
                  </a:lnTo>
                  <a:lnTo>
                    <a:pt x="86347" y="100103"/>
                  </a:lnTo>
                  <a:lnTo>
                    <a:pt x="121073" y="71390"/>
                  </a:lnTo>
                  <a:lnTo>
                    <a:pt x="160348" y="46890"/>
                  </a:lnTo>
                  <a:lnTo>
                    <a:pt x="203627" y="27050"/>
                  </a:lnTo>
                  <a:lnTo>
                    <a:pt x="250365" y="12322"/>
                  </a:lnTo>
                  <a:lnTo>
                    <a:pt x="300019" y="3155"/>
                  </a:lnTo>
                  <a:lnTo>
                    <a:pt x="352044" y="0"/>
                  </a:lnTo>
                  <a:lnTo>
                    <a:pt x="404068" y="3155"/>
                  </a:lnTo>
                  <a:lnTo>
                    <a:pt x="453722" y="12322"/>
                  </a:lnTo>
                  <a:lnTo>
                    <a:pt x="500460" y="27050"/>
                  </a:lnTo>
                  <a:lnTo>
                    <a:pt x="543739" y="46890"/>
                  </a:lnTo>
                  <a:lnTo>
                    <a:pt x="583014" y="71390"/>
                  </a:lnTo>
                  <a:lnTo>
                    <a:pt x="617740" y="100103"/>
                  </a:lnTo>
                  <a:lnTo>
                    <a:pt x="647373" y="132576"/>
                  </a:lnTo>
                  <a:lnTo>
                    <a:pt x="671369" y="168361"/>
                  </a:lnTo>
                  <a:lnTo>
                    <a:pt x="689183" y="207007"/>
                  </a:lnTo>
                  <a:lnTo>
                    <a:pt x="700271" y="248065"/>
                  </a:lnTo>
                  <a:lnTo>
                    <a:pt x="704088" y="291083"/>
                  </a:lnTo>
                  <a:lnTo>
                    <a:pt x="700271" y="334102"/>
                  </a:lnTo>
                  <a:lnTo>
                    <a:pt x="689183" y="375160"/>
                  </a:lnTo>
                  <a:lnTo>
                    <a:pt x="671369" y="413806"/>
                  </a:lnTo>
                  <a:lnTo>
                    <a:pt x="647373" y="449591"/>
                  </a:lnTo>
                  <a:lnTo>
                    <a:pt x="617740" y="482064"/>
                  </a:lnTo>
                  <a:lnTo>
                    <a:pt x="583014" y="510777"/>
                  </a:lnTo>
                  <a:lnTo>
                    <a:pt x="543739" y="535277"/>
                  </a:lnTo>
                  <a:lnTo>
                    <a:pt x="500460" y="555117"/>
                  </a:lnTo>
                  <a:lnTo>
                    <a:pt x="453722" y="569845"/>
                  </a:lnTo>
                  <a:lnTo>
                    <a:pt x="404068" y="579012"/>
                  </a:lnTo>
                  <a:lnTo>
                    <a:pt x="352044" y="582167"/>
                  </a:lnTo>
                  <a:lnTo>
                    <a:pt x="300019" y="579012"/>
                  </a:lnTo>
                  <a:lnTo>
                    <a:pt x="250365" y="569845"/>
                  </a:lnTo>
                  <a:lnTo>
                    <a:pt x="203627" y="555117"/>
                  </a:lnTo>
                  <a:lnTo>
                    <a:pt x="160348" y="535277"/>
                  </a:lnTo>
                  <a:lnTo>
                    <a:pt x="121073" y="510777"/>
                  </a:lnTo>
                  <a:lnTo>
                    <a:pt x="86347" y="482064"/>
                  </a:lnTo>
                  <a:lnTo>
                    <a:pt x="56714" y="449591"/>
                  </a:lnTo>
                  <a:lnTo>
                    <a:pt x="32718" y="413806"/>
                  </a:lnTo>
                  <a:lnTo>
                    <a:pt x="14904" y="375160"/>
                  </a:lnTo>
                  <a:lnTo>
                    <a:pt x="3816" y="334102"/>
                  </a:lnTo>
                  <a:lnTo>
                    <a:pt x="0" y="291083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8711565" y="2666822"/>
            <a:ext cx="25781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25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9386061" y="3430270"/>
            <a:ext cx="716915" cy="593725"/>
            <a:chOff x="9386061" y="3430270"/>
            <a:chExt cx="716915" cy="593725"/>
          </a:xfrm>
        </p:grpSpPr>
        <p:sp>
          <p:nvSpPr>
            <p:cNvPr id="19" name="object 19"/>
            <p:cNvSpPr/>
            <p:nvPr/>
          </p:nvSpPr>
          <p:spPr>
            <a:xfrm>
              <a:off x="9392411" y="3436620"/>
              <a:ext cx="704215" cy="581025"/>
            </a:xfrm>
            <a:custGeom>
              <a:avLst/>
              <a:gdLst/>
              <a:ahLst/>
              <a:cxnLst/>
              <a:rect l="l" t="t" r="r" b="b"/>
              <a:pathLst>
                <a:path w="704215" h="581025">
                  <a:moveTo>
                    <a:pt x="352044" y="0"/>
                  </a:moveTo>
                  <a:lnTo>
                    <a:pt x="300019" y="3146"/>
                  </a:lnTo>
                  <a:lnTo>
                    <a:pt x="250365" y="12287"/>
                  </a:lnTo>
                  <a:lnTo>
                    <a:pt x="203627" y="26973"/>
                  </a:lnTo>
                  <a:lnTo>
                    <a:pt x="160348" y="46757"/>
                  </a:lnTo>
                  <a:lnTo>
                    <a:pt x="121073" y="71190"/>
                  </a:lnTo>
                  <a:lnTo>
                    <a:pt x="86347" y="99824"/>
                  </a:lnTo>
                  <a:lnTo>
                    <a:pt x="56714" y="132211"/>
                  </a:lnTo>
                  <a:lnTo>
                    <a:pt x="32718" y="167903"/>
                  </a:lnTo>
                  <a:lnTo>
                    <a:pt x="14904" y="206451"/>
                  </a:lnTo>
                  <a:lnTo>
                    <a:pt x="3816" y="247406"/>
                  </a:lnTo>
                  <a:lnTo>
                    <a:pt x="0" y="290321"/>
                  </a:lnTo>
                  <a:lnTo>
                    <a:pt x="3816" y="333237"/>
                  </a:lnTo>
                  <a:lnTo>
                    <a:pt x="14904" y="374192"/>
                  </a:lnTo>
                  <a:lnTo>
                    <a:pt x="32718" y="412740"/>
                  </a:lnTo>
                  <a:lnTo>
                    <a:pt x="56714" y="448432"/>
                  </a:lnTo>
                  <a:lnTo>
                    <a:pt x="86347" y="480819"/>
                  </a:lnTo>
                  <a:lnTo>
                    <a:pt x="121073" y="509453"/>
                  </a:lnTo>
                  <a:lnTo>
                    <a:pt x="160348" y="533886"/>
                  </a:lnTo>
                  <a:lnTo>
                    <a:pt x="203627" y="553670"/>
                  </a:lnTo>
                  <a:lnTo>
                    <a:pt x="250365" y="568356"/>
                  </a:lnTo>
                  <a:lnTo>
                    <a:pt x="300019" y="577497"/>
                  </a:lnTo>
                  <a:lnTo>
                    <a:pt x="352044" y="580643"/>
                  </a:lnTo>
                  <a:lnTo>
                    <a:pt x="404068" y="577497"/>
                  </a:lnTo>
                  <a:lnTo>
                    <a:pt x="453722" y="568356"/>
                  </a:lnTo>
                  <a:lnTo>
                    <a:pt x="500460" y="553670"/>
                  </a:lnTo>
                  <a:lnTo>
                    <a:pt x="543739" y="533886"/>
                  </a:lnTo>
                  <a:lnTo>
                    <a:pt x="583014" y="509453"/>
                  </a:lnTo>
                  <a:lnTo>
                    <a:pt x="617740" y="480819"/>
                  </a:lnTo>
                  <a:lnTo>
                    <a:pt x="647373" y="448432"/>
                  </a:lnTo>
                  <a:lnTo>
                    <a:pt x="671369" y="412740"/>
                  </a:lnTo>
                  <a:lnTo>
                    <a:pt x="689183" y="374192"/>
                  </a:lnTo>
                  <a:lnTo>
                    <a:pt x="700271" y="333237"/>
                  </a:lnTo>
                  <a:lnTo>
                    <a:pt x="704088" y="290321"/>
                  </a:lnTo>
                  <a:lnTo>
                    <a:pt x="700271" y="247406"/>
                  </a:lnTo>
                  <a:lnTo>
                    <a:pt x="689183" y="206451"/>
                  </a:lnTo>
                  <a:lnTo>
                    <a:pt x="671369" y="167903"/>
                  </a:lnTo>
                  <a:lnTo>
                    <a:pt x="647373" y="132211"/>
                  </a:lnTo>
                  <a:lnTo>
                    <a:pt x="617740" y="99824"/>
                  </a:lnTo>
                  <a:lnTo>
                    <a:pt x="583014" y="71190"/>
                  </a:lnTo>
                  <a:lnTo>
                    <a:pt x="543739" y="46757"/>
                  </a:lnTo>
                  <a:lnTo>
                    <a:pt x="500460" y="26973"/>
                  </a:lnTo>
                  <a:lnTo>
                    <a:pt x="453722" y="12287"/>
                  </a:lnTo>
                  <a:lnTo>
                    <a:pt x="404068" y="3146"/>
                  </a:lnTo>
                  <a:lnTo>
                    <a:pt x="352044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9392411" y="3436620"/>
              <a:ext cx="704215" cy="581025"/>
            </a:xfrm>
            <a:custGeom>
              <a:avLst/>
              <a:gdLst/>
              <a:ahLst/>
              <a:cxnLst/>
              <a:rect l="l" t="t" r="r" b="b"/>
              <a:pathLst>
                <a:path w="704215" h="581025">
                  <a:moveTo>
                    <a:pt x="0" y="290321"/>
                  </a:moveTo>
                  <a:lnTo>
                    <a:pt x="3816" y="247406"/>
                  </a:lnTo>
                  <a:lnTo>
                    <a:pt x="14904" y="206451"/>
                  </a:lnTo>
                  <a:lnTo>
                    <a:pt x="32718" y="167903"/>
                  </a:lnTo>
                  <a:lnTo>
                    <a:pt x="56714" y="132211"/>
                  </a:lnTo>
                  <a:lnTo>
                    <a:pt x="86347" y="99824"/>
                  </a:lnTo>
                  <a:lnTo>
                    <a:pt x="121073" y="71190"/>
                  </a:lnTo>
                  <a:lnTo>
                    <a:pt x="160348" y="46757"/>
                  </a:lnTo>
                  <a:lnTo>
                    <a:pt x="203627" y="26973"/>
                  </a:lnTo>
                  <a:lnTo>
                    <a:pt x="250365" y="12287"/>
                  </a:lnTo>
                  <a:lnTo>
                    <a:pt x="300019" y="3146"/>
                  </a:lnTo>
                  <a:lnTo>
                    <a:pt x="352044" y="0"/>
                  </a:lnTo>
                  <a:lnTo>
                    <a:pt x="404068" y="3146"/>
                  </a:lnTo>
                  <a:lnTo>
                    <a:pt x="453722" y="12287"/>
                  </a:lnTo>
                  <a:lnTo>
                    <a:pt x="500460" y="26973"/>
                  </a:lnTo>
                  <a:lnTo>
                    <a:pt x="543739" y="46757"/>
                  </a:lnTo>
                  <a:lnTo>
                    <a:pt x="583014" y="71190"/>
                  </a:lnTo>
                  <a:lnTo>
                    <a:pt x="617740" y="99824"/>
                  </a:lnTo>
                  <a:lnTo>
                    <a:pt x="647373" y="132211"/>
                  </a:lnTo>
                  <a:lnTo>
                    <a:pt x="671369" y="167903"/>
                  </a:lnTo>
                  <a:lnTo>
                    <a:pt x="689183" y="206451"/>
                  </a:lnTo>
                  <a:lnTo>
                    <a:pt x="700271" y="247406"/>
                  </a:lnTo>
                  <a:lnTo>
                    <a:pt x="704088" y="290321"/>
                  </a:lnTo>
                  <a:lnTo>
                    <a:pt x="700271" y="333237"/>
                  </a:lnTo>
                  <a:lnTo>
                    <a:pt x="689183" y="374192"/>
                  </a:lnTo>
                  <a:lnTo>
                    <a:pt x="671369" y="412740"/>
                  </a:lnTo>
                  <a:lnTo>
                    <a:pt x="647373" y="448432"/>
                  </a:lnTo>
                  <a:lnTo>
                    <a:pt x="617740" y="480819"/>
                  </a:lnTo>
                  <a:lnTo>
                    <a:pt x="583014" y="509453"/>
                  </a:lnTo>
                  <a:lnTo>
                    <a:pt x="543739" y="533886"/>
                  </a:lnTo>
                  <a:lnTo>
                    <a:pt x="500460" y="553670"/>
                  </a:lnTo>
                  <a:lnTo>
                    <a:pt x="453722" y="568356"/>
                  </a:lnTo>
                  <a:lnTo>
                    <a:pt x="404068" y="577497"/>
                  </a:lnTo>
                  <a:lnTo>
                    <a:pt x="352044" y="580643"/>
                  </a:lnTo>
                  <a:lnTo>
                    <a:pt x="300019" y="577497"/>
                  </a:lnTo>
                  <a:lnTo>
                    <a:pt x="250365" y="568356"/>
                  </a:lnTo>
                  <a:lnTo>
                    <a:pt x="203627" y="553670"/>
                  </a:lnTo>
                  <a:lnTo>
                    <a:pt x="160348" y="533886"/>
                  </a:lnTo>
                  <a:lnTo>
                    <a:pt x="121073" y="509453"/>
                  </a:lnTo>
                  <a:lnTo>
                    <a:pt x="86347" y="480819"/>
                  </a:lnTo>
                  <a:lnTo>
                    <a:pt x="56714" y="448432"/>
                  </a:lnTo>
                  <a:lnTo>
                    <a:pt x="32718" y="412740"/>
                  </a:lnTo>
                  <a:lnTo>
                    <a:pt x="14904" y="374192"/>
                  </a:lnTo>
                  <a:lnTo>
                    <a:pt x="3816" y="333237"/>
                  </a:lnTo>
                  <a:lnTo>
                    <a:pt x="0" y="290321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9616820" y="3563239"/>
            <a:ext cx="257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30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7660893" y="3479038"/>
            <a:ext cx="718820" cy="594995"/>
            <a:chOff x="7660893" y="3479038"/>
            <a:chExt cx="718820" cy="594995"/>
          </a:xfrm>
        </p:grpSpPr>
        <p:sp>
          <p:nvSpPr>
            <p:cNvPr id="23" name="object 23"/>
            <p:cNvSpPr/>
            <p:nvPr/>
          </p:nvSpPr>
          <p:spPr>
            <a:xfrm>
              <a:off x="7667243" y="3485388"/>
              <a:ext cx="706120" cy="582295"/>
            </a:xfrm>
            <a:custGeom>
              <a:avLst/>
              <a:gdLst/>
              <a:ahLst/>
              <a:cxnLst/>
              <a:rect l="l" t="t" r="r" b="b"/>
              <a:pathLst>
                <a:path w="706120" h="582295">
                  <a:moveTo>
                    <a:pt x="352805" y="0"/>
                  </a:moveTo>
                  <a:lnTo>
                    <a:pt x="300677" y="3155"/>
                  </a:lnTo>
                  <a:lnTo>
                    <a:pt x="250922" y="12322"/>
                  </a:lnTo>
                  <a:lnTo>
                    <a:pt x="204085" y="27050"/>
                  </a:lnTo>
                  <a:lnTo>
                    <a:pt x="160713" y="46890"/>
                  </a:lnTo>
                  <a:lnTo>
                    <a:pt x="121352" y="71390"/>
                  </a:lnTo>
                  <a:lnTo>
                    <a:pt x="86547" y="100103"/>
                  </a:lnTo>
                  <a:lnTo>
                    <a:pt x="56847" y="132576"/>
                  </a:lnTo>
                  <a:lnTo>
                    <a:pt x="32795" y="168361"/>
                  </a:lnTo>
                  <a:lnTo>
                    <a:pt x="14940" y="207007"/>
                  </a:lnTo>
                  <a:lnTo>
                    <a:pt x="3826" y="248065"/>
                  </a:lnTo>
                  <a:lnTo>
                    <a:pt x="0" y="291084"/>
                  </a:lnTo>
                  <a:lnTo>
                    <a:pt x="3826" y="334102"/>
                  </a:lnTo>
                  <a:lnTo>
                    <a:pt x="14940" y="375160"/>
                  </a:lnTo>
                  <a:lnTo>
                    <a:pt x="32795" y="413806"/>
                  </a:lnTo>
                  <a:lnTo>
                    <a:pt x="56847" y="449591"/>
                  </a:lnTo>
                  <a:lnTo>
                    <a:pt x="86547" y="482064"/>
                  </a:lnTo>
                  <a:lnTo>
                    <a:pt x="121352" y="510777"/>
                  </a:lnTo>
                  <a:lnTo>
                    <a:pt x="160713" y="535277"/>
                  </a:lnTo>
                  <a:lnTo>
                    <a:pt x="204085" y="555117"/>
                  </a:lnTo>
                  <a:lnTo>
                    <a:pt x="250922" y="569845"/>
                  </a:lnTo>
                  <a:lnTo>
                    <a:pt x="300677" y="579012"/>
                  </a:lnTo>
                  <a:lnTo>
                    <a:pt x="352805" y="582168"/>
                  </a:lnTo>
                  <a:lnTo>
                    <a:pt x="404934" y="579012"/>
                  </a:lnTo>
                  <a:lnTo>
                    <a:pt x="454689" y="569845"/>
                  </a:lnTo>
                  <a:lnTo>
                    <a:pt x="501526" y="555117"/>
                  </a:lnTo>
                  <a:lnTo>
                    <a:pt x="544898" y="535277"/>
                  </a:lnTo>
                  <a:lnTo>
                    <a:pt x="584259" y="510777"/>
                  </a:lnTo>
                  <a:lnTo>
                    <a:pt x="619064" y="482064"/>
                  </a:lnTo>
                  <a:lnTo>
                    <a:pt x="648764" y="449591"/>
                  </a:lnTo>
                  <a:lnTo>
                    <a:pt x="672816" y="413806"/>
                  </a:lnTo>
                  <a:lnTo>
                    <a:pt x="690671" y="375160"/>
                  </a:lnTo>
                  <a:lnTo>
                    <a:pt x="701785" y="334102"/>
                  </a:lnTo>
                  <a:lnTo>
                    <a:pt x="705611" y="291084"/>
                  </a:lnTo>
                  <a:lnTo>
                    <a:pt x="701785" y="248065"/>
                  </a:lnTo>
                  <a:lnTo>
                    <a:pt x="690671" y="207007"/>
                  </a:lnTo>
                  <a:lnTo>
                    <a:pt x="672816" y="168361"/>
                  </a:lnTo>
                  <a:lnTo>
                    <a:pt x="648764" y="132576"/>
                  </a:lnTo>
                  <a:lnTo>
                    <a:pt x="619064" y="100103"/>
                  </a:lnTo>
                  <a:lnTo>
                    <a:pt x="584259" y="71390"/>
                  </a:lnTo>
                  <a:lnTo>
                    <a:pt x="544898" y="46890"/>
                  </a:lnTo>
                  <a:lnTo>
                    <a:pt x="501526" y="27050"/>
                  </a:lnTo>
                  <a:lnTo>
                    <a:pt x="454689" y="12322"/>
                  </a:lnTo>
                  <a:lnTo>
                    <a:pt x="404934" y="3155"/>
                  </a:lnTo>
                  <a:lnTo>
                    <a:pt x="352805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667243" y="3485388"/>
              <a:ext cx="706120" cy="582295"/>
            </a:xfrm>
            <a:custGeom>
              <a:avLst/>
              <a:gdLst/>
              <a:ahLst/>
              <a:cxnLst/>
              <a:rect l="l" t="t" r="r" b="b"/>
              <a:pathLst>
                <a:path w="706120" h="582295">
                  <a:moveTo>
                    <a:pt x="0" y="291084"/>
                  </a:moveTo>
                  <a:lnTo>
                    <a:pt x="3826" y="248065"/>
                  </a:lnTo>
                  <a:lnTo>
                    <a:pt x="14940" y="207007"/>
                  </a:lnTo>
                  <a:lnTo>
                    <a:pt x="32795" y="168361"/>
                  </a:lnTo>
                  <a:lnTo>
                    <a:pt x="56847" y="132576"/>
                  </a:lnTo>
                  <a:lnTo>
                    <a:pt x="86547" y="100103"/>
                  </a:lnTo>
                  <a:lnTo>
                    <a:pt x="121352" y="71390"/>
                  </a:lnTo>
                  <a:lnTo>
                    <a:pt x="160713" y="46890"/>
                  </a:lnTo>
                  <a:lnTo>
                    <a:pt x="204085" y="27050"/>
                  </a:lnTo>
                  <a:lnTo>
                    <a:pt x="250922" y="12322"/>
                  </a:lnTo>
                  <a:lnTo>
                    <a:pt x="300677" y="3155"/>
                  </a:lnTo>
                  <a:lnTo>
                    <a:pt x="352805" y="0"/>
                  </a:lnTo>
                  <a:lnTo>
                    <a:pt x="404934" y="3155"/>
                  </a:lnTo>
                  <a:lnTo>
                    <a:pt x="454689" y="12322"/>
                  </a:lnTo>
                  <a:lnTo>
                    <a:pt x="501526" y="27050"/>
                  </a:lnTo>
                  <a:lnTo>
                    <a:pt x="544898" y="46890"/>
                  </a:lnTo>
                  <a:lnTo>
                    <a:pt x="584259" y="71390"/>
                  </a:lnTo>
                  <a:lnTo>
                    <a:pt x="619064" y="100103"/>
                  </a:lnTo>
                  <a:lnTo>
                    <a:pt x="648764" y="132576"/>
                  </a:lnTo>
                  <a:lnTo>
                    <a:pt x="672816" y="168361"/>
                  </a:lnTo>
                  <a:lnTo>
                    <a:pt x="690671" y="207007"/>
                  </a:lnTo>
                  <a:lnTo>
                    <a:pt x="701785" y="248065"/>
                  </a:lnTo>
                  <a:lnTo>
                    <a:pt x="705611" y="291084"/>
                  </a:lnTo>
                  <a:lnTo>
                    <a:pt x="701785" y="334102"/>
                  </a:lnTo>
                  <a:lnTo>
                    <a:pt x="690671" y="375160"/>
                  </a:lnTo>
                  <a:lnTo>
                    <a:pt x="672816" y="413806"/>
                  </a:lnTo>
                  <a:lnTo>
                    <a:pt x="648764" y="449591"/>
                  </a:lnTo>
                  <a:lnTo>
                    <a:pt x="619064" y="482064"/>
                  </a:lnTo>
                  <a:lnTo>
                    <a:pt x="584259" y="510777"/>
                  </a:lnTo>
                  <a:lnTo>
                    <a:pt x="544898" y="535277"/>
                  </a:lnTo>
                  <a:lnTo>
                    <a:pt x="501526" y="555117"/>
                  </a:lnTo>
                  <a:lnTo>
                    <a:pt x="454689" y="569845"/>
                  </a:lnTo>
                  <a:lnTo>
                    <a:pt x="404934" y="579012"/>
                  </a:lnTo>
                  <a:lnTo>
                    <a:pt x="352805" y="582168"/>
                  </a:lnTo>
                  <a:lnTo>
                    <a:pt x="300677" y="579012"/>
                  </a:lnTo>
                  <a:lnTo>
                    <a:pt x="250922" y="569845"/>
                  </a:lnTo>
                  <a:lnTo>
                    <a:pt x="204085" y="555117"/>
                  </a:lnTo>
                  <a:lnTo>
                    <a:pt x="160713" y="535277"/>
                  </a:lnTo>
                  <a:lnTo>
                    <a:pt x="121352" y="510777"/>
                  </a:lnTo>
                  <a:lnTo>
                    <a:pt x="86547" y="482064"/>
                  </a:lnTo>
                  <a:lnTo>
                    <a:pt x="56847" y="449591"/>
                  </a:lnTo>
                  <a:lnTo>
                    <a:pt x="32795" y="413806"/>
                  </a:lnTo>
                  <a:lnTo>
                    <a:pt x="14940" y="375160"/>
                  </a:lnTo>
                  <a:lnTo>
                    <a:pt x="3826" y="334102"/>
                  </a:lnTo>
                  <a:lnTo>
                    <a:pt x="0" y="291084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7892542" y="3612642"/>
            <a:ext cx="257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20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10330942" y="4437634"/>
            <a:ext cx="718820" cy="593725"/>
            <a:chOff x="10330942" y="4437634"/>
            <a:chExt cx="718820" cy="593725"/>
          </a:xfrm>
        </p:grpSpPr>
        <p:sp>
          <p:nvSpPr>
            <p:cNvPr id="27" name="object 27"/>
            <p:cNvSpPr/>
            <p:nvPr/>
          </p:nvSpPr>
          <p:spPr>
            <a:xfrm>
              <a:off x="10337292" y="4443984"/>
              <a:ext cx="706120" cy="581025"/>
            </a:xfrm>
            <a:custGeom>
              <a:avLst/>
              <a:gdLst/>
              <a:ahLst/>
              <a:cxnLst/>
              <a:rect l="l" t="t" r="r" b="b"/>
              <a:pathLst>
                <a:path w="706120" h="581025">
                  <a:moveTo>
                    <a:pt x="352805" y="0"/>
                  </a:moveTo>
                  <a:lnTo>
                    <a:pt x="300677" y="3146"/>
                  </a:lnTo>
                  <a:lnTo>
                    <a:pt x="250922" y="12287"/>
                  </a:lnTo>
                  <a:lnTo>
                    <a:pt x="204085" y="26973"/>
                  </a:lnTo>
                  <a:lnTo>
                    <a:pt x="160713" y="46757"/>
                  </a:lnTo>
                  <a:lnTo>
                    <a:pt x="121352" y="71190"/>
                  </a:lnTo>
                  <a:lnTo>
                    <a:pt x="86547" y="99824"/>
                  </a:lnTo>
                  <a:lnTo>
                    <a:pt x="56847" y="132211"/>
                  </a:lnTo>
                  <a:lnTo>
                    <a:pt x="32795" y="167903"/>
                  </a:lnTo>
                  <a:lnTo>
                    <a:pt x="14940" y="206451"/>
                  </a:lnTo>
                  <a:lnTo>
                    <a:pt x="3826" y="247406"/>
                  </a:lnTo>
                  <a:lnTo>
                    <a:pt x="0" y="290322"/>
                  </a:lnTo>
                  <a:lnTo>
                    <a:pt x="3826" y="333237"/>
                  </a:lnTo>
                  <a:lnTo>
                    <a:pt x="14940" y="374192"/>
                  </a:lnTo>
                  <a:lnTo>
                    <a:pt x="32795" y="412740"/>
                  </a:lnTo>
                  <a:lnTo>
                    <a:pt x="56847" y="448432"/>
                  </a:lnTo>
                  <a:lnTo>
                    <a:pt x="86547" y="480819"/>
                  </a:lnTo>
                  <a:lnTo>
                    <a:pt x="121352" y="509453"/>
                  </a:lnTo>
                  <a:lnTo>
                    <a:pt x="160713" y="533886"/>
                  </a:lnTo>
                  <a:lnTo>
                    <a:pt x="204085" y="553670"/>
                  </a:lnTo>
                  <a:lnTo>
                    <a:pt x="250922" y="568356"/>
                  </a:lnTo>
                  <a:lnTo>
                    <a:pt x="300677" y="577497"/>
                  </a:lnTo>
                  <a:lnTo>
                    <a:pt x="352805" y="580644"/>
                  </a:lnTo>
                  <a:lnTo>
                    <a:pt x="404934" y="577497"/>
                  </a:lnTo>
                  <a:lnTo>
                    <a:pt x="454689" y="568356"/>
                  </a:lnTo>
                  <a:lnTo>
                    <a:pt x="501526" y="553670"/>
                  </a:lnTo>
                  <a:lnTo>
                    <a:pt x="544898" y="533886"/>
                  </a:lnTo>
                  <a:lnTo>
                    <a:pt x="584259" y="509453"/>
                  </a:lnTo>
                  <a:lnTo>
                    <a:pt x="619064" y="480819"/>
                  </a:lnTo>
                  <a:lnTo>
                    <a:pt x="648764" y="448432"/>
                  </a:lnTo>
                  <a:lnTo>
                    <a:pt x="672816" y="412740"/>
                  </a:lnTo>
                  <a:lnTo>
                    <a:pt x="690671" y="374192"/>
                  </a:lnTo>
                  <a:lnTo>
                    <a:pt x="701785" y="333237"/>
                  </a:lnTo>
                  <a:lnTo>
                    <a:pt x="705611" y="290322"/>
                  </a:lnTo>
                  <a:lnTo>
                    <a:pt x="701785" y="247406"/>
                  </a:lnTo>
                  <a:lnTo>
                    <a:pt x="690671" y="206451"/>
                  </a:lnTo>
                  <a:lnTo>
                    <a:pt x="672816" y="167903"/>
                  </a:lnTo>
                  <a:lnTo>
                    <a:pt x="648764" y="132211"/>
                  </a:lnTo>
                  <a:lnTo>
                    <a:pt x="619064" y="99824"/>
                  </a:lnTo>
                  <a:lnTo>
                    <a:pt x="584259" y="71190"/>
                  </a:lnTo>
                  <a:lnTo>
                    <a:pt x="544898" y="46757"/>
                  </a:lnTo>
                  <a:lnTo>
                    <a:pt x="501526" y="26973"/>
                  </a:lnTo>
                  <a:lnTo>
                    <a:pt x="454689" y="12287"/>
                  </a:lnTo>
                  <a:lnTo>
                    <a:pt x="404934" y="3146"/>
                  </a:lnTo>
                  <a:lnTo>
                    <a:pt x="352805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0337292" y="4443984"/>
              <a:ext cx="706120" cy="581025"/>
            </a:xfrm>
            <a:custGeom>
              <a:avLst/>
              <a:gdLst/>
              <a:ahLst/>
              <a:cxnLst/>
              <a:rect l="l" t="t" r="r" b="b"/>
              <a:pathLst>
                <a:path w="706120" h="581025">
                  <a:moveTo>
                    <a:pt x="0" y="290322"/>
                  </a:moveTo>
                  <a:lnTo>
                    <a:pt x="3826" y="247406"/>
                  </a:lnTo>
                  <a:lnTo>
                    <a:pt x="14940" y="206451"/>
                  </a:lnTo>
                  <a:lnTo>
                    <a:pt x="32795" y="167903"/>
                  </a:lnTo>
                  <a:lnTo>
                    <a:pt x="56847" y="132211"/>
                  </a:lnTo>
                  <a:lnTo>
                    <a:pt x="86547" y="99824"/>
                  </a:lnTo>
                  <a:lnTo>
                    <a:pt x="121352" y="71190"/>
                  </a:lnTo>
                  <a:lnTo>
                    <a:pt x="160713" y="46757"/>
                  </a:lnTo>
                  <a:lnTo>
                    <a:pt x="204085" y="26973"/>
                  </a:lnTo>
                  <a:lnTo>
                    <a:pt x="250922" y="12287"/>
                  </a:lnTo>
                  <a:lnTo>
                    <a:pt x="300677" y="3146"/>
                  </a:lnTo>
                  <a:lnTo>
                    <a:pt x="352805" y="0"/>
                  </a:lnTo>
                  <a:lnTo>
                    <a:pt x="404934" y="3146"/>
                  </a:lnTo>
                  <a:lnTo>
                    <a:pt x="454689" y="12287"/>
                  </a:lnTo>
                  <a:lnTo>
                    <a:pt x="501526" y="26973"/>
                  </a:lnTo>
                  <a:lnTo>
                    <a:pt x="544898" y="46757"/>
                  </a:lnTo>
                  <a:lnTo>
                    <a:pt x="584259" y="71190"/>
                  </a:lnTo>
                  <a:lnTo>
                    <a:pt x="619064" y="99824"/>
                  </a:lnTo>
                  <a:lnTo>
                    <a:pt x="648764" y="132211"/>
                  </a:lnTo>
                  <a:lnTo>
                    <a:pt x="672816" y="167903"/>
                  </a:lnTo>
                  <a:lnTo>
                    <a:pt x="690671" y="206451"/>
                  </a:lnTo>
                  <a:lnTo>
                    <a:pt x="701785" y="247406"/>
                  </a:lnTo>
                  <a:lnTo>
                    <a:pt x="705611" y="290322"/>
                  </a:lnTo>
                  <a:lnTo>
                    <a:pt x="701785" y="333237"/>
                  </a:lnTo>
                  <a:lnTo>
                    <a:pt x="690671" y="374192"/>
                  </a:lnTo>
                  <a:lnTo>
                    <a:pt x="672816" y="412740"/>
                  </a:lnTo>
                  <a:lnTo>
                    <a:pt x="648764" y="448432"/>
                  </a:lnTo>
                  <a:lnTo>
                    <a:pt x="619064" y="480819"/>
                  </a:lnTo>
                  <a:lnTo>
                    <a:pt x="584259" y="509453"/>
                  </a:lnTo>
                  <a:lnTo>
                    <a:pt x="544898" y="533886"/>
                  </a:lnTo>
                  <a:lnTo>
                    <a:pt x="501526" y="553670"/>
                  </a:lnTo>
                  <a:lnTo>
                    <a:pt x="454689" y="568356"/>
                  </a:lnTo>
                  <a:lnTo>
                    <a:pt x="404934" y="577497"/>
                  </a:lnTo>
                  <a:lnTo>
                    <a:pt x="352805" y="580644"/>
                  </a:lnTo>
                  <a:lnTo>
                    <a:pt x="300677" y="577497"/>
                  </a:lnTo>
                  <a:lnTo>
                    <a:pt x="250922" y="568356"/>
                  </a:lnTo>
                  <a:lnTo>
                    <a:pt x="204085" y="553670"/>
                  </a:lnTo>
                  <a:lnTo>
                    <a:pt x="160713" y="533886"/>
                  </a:lnTo>
                  <a:lnTo>
                    <a:pt x="121352" y="509453"/>
                  </a:lnTo>
                  <a:lnTo>
                    <a:pt x="86547" y="480819"/>
                  </a:lnTo>
                  <a:lnTo>
                    <a:pt x="56847" y="448432"/>
                  </a:lnTo>
                  <a:lnTo>
                    <a:pt x="32795" y="412740"/>
                  </a:lnTo>
                  <a:lnTo>
                    <a:pt x="14940" y="374192"/>
                  </a:lnTo>
                  <a:lnTo>
                    <a:pt x="3826" y="333237"/>
                  </a:lnTo>
                  <a:lnTo>
                    <a:pt x="0" y="290322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10562335" y="4569967"/>
            <a:ext cx="257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40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6850126" y="4503165"/>
            <a:ext cx="718820" cy="594995"/>
            <a:chOff x="6850126" y="4503165"/>
            <a:chExt cx="718820" cy="594995"/>
          </a:xfrm>
        </p:grpSpPr>
        <p:sp>
          <p:nvSpPr>
            <p:cNvPr id="31" name="object 31"/>
            <p:cNvSpPr/>
            <p:nvPr/>
          </p:nvSpPr>
          <p:spPr>
            <a:xfrm>
              <a:off x="6856476" y="4509515"/>
              <a:ext cx="706120" cy="582295"/>
            </a:xfrm>
            <a:custGeom>
              <a:avLst/>
              <a:gdLst/>
              <a:ahLst/>
              <a:cxnLst/>
              <a:rect l="l" t="t" r="r" b="b"/>
              <a:pathLst>
                <a:path w="706120" h="582295">
                  <a:moveTo>
                    <a:pt x="352805" y="0"/>
                  </a:moveTo>
                  <a:lnTo>
                    <a:pt x="300677" y="3155"/>
                  </a:lnTo>
                  <a:lnTo>
                    <a:pt x="250922" y="12322"/>
                  </a:lnTo>
                  <a:lnTo>
                    <a:pt x="204085" y="27050"/>
                  </a:lnTo>
                  <a:lnTo>
                    <a:pt x="160713" y="46890"/>
                  </a:lnTo>
                  <a:lnTo>
                    <a:pt x="121352" y="71390"/>
                  </a:lnTo>
                  <a:lnTo>
                    <a:pt x="86547" y="100103"/>
                  </a:lnTo>
                  <a:lnTo>
                    <a:pt x="56847" y="132576"/>
                  </a:lnTo>
                  <a:lnTo>
                    <a:pt x="32795" y="168361"/>
                  </a:lnTo>
                  <a:lnTo>
                    <a:pt x="14940" y="207007"/>
                  </a:lnTo>
                  <a:lnTo>
                    <a:pt x="3826" y="248065"/>
                  </a:lnTo>
                  <a:lnTo>
                    <a:pt x="0" y="291083"/>
                  </a:lnTo>
                  <a:lnTo>
                    <a:pt x="3826" y="334102"/>
                  </a:lnTo>
                  <a:lnTo>
                    <a:pt x="14940" y="375160"/>
                  </a:lnTo>
                  <a:lnTo>
                    <a:pt x="32795" y="413806"/>
                  </a:lnTo>
                  <a:lnTo>
                    <a:pt x="56847" y="449591"/>
                  </a:lnTo>
                  <a:lnTo>
                    <a:pt x="86547" y="482064"/>
                  </a:lnTo>
                  <a:lnTo>
                    <a:pt x="121352" y="510777"/>
                  </a:lnTo>
                  <a:lnTo>
                    <a:pt x="160713" y="535277"/>
                  </a:lnTo>
                  <a:lnTo>
                    <a:pt x="204085" y="555117"/>
                  </a:lnTo>
                  <a:lnTo>
                    <a:pt x="250922" y="569845"/>
                  </a:lnTo>
                  <a:lnTo>
                    <a:pt x="300677" y="579012"/>
                  </a:lnTo>
                  <a:lnTo>
                    <a:pt x="352805" y="582167"/>
                  </a:lnTo>
                  <a:lnTo>
                    <a:pt x="404934" y="579012"/>
                  </a:lnTo>
                  <a:lnTo>
                    <a:pt x="454689" y="569845"/>
                  </a:lnTo>
                  <a:lnTo>
                    <a:pt x="501526" y="555117"/>
                  </a:lnTo>
                  <a:lnTo>
                    <a:pt x="544898" y="535277"/>
                  </a:lnTo>
                  <a:lnTo>
                    <a:pt x="584259" y="510777"/>
                  </a:lnTo>
                  <a:lnTo>
                    <a:pt x="619064" y="482064"/>
                  </a:lnTo>
                  <a:lnTo>
                    <a:pt x="648764" y="449591"/>
                  </a:lnTo>
                  <a:lnTo>
                    <a:pt x="672816" y="413806"/>
                  </a:lnTo>
                  <a:lnTo>
                    <a:pt x="690671" y="375160"/>
                  </a:lnTo>
                  <a:lnTo>
                    <a:pt x="701785" y="334102"/>
                  </a:lnTo>
                  <a:lnTo>
                    <a:pt x="705612" y="291083"/>
                  </a:lnTo>
                  <a:lnTo>
                    <a:pt x="701785" y="248065"/>
                  </a:lnTo>
                  <a:lnTo>
                    <a:pt x="690671" y="207007"/>
                  </a:lnTo>
                  <a:lnTo>
                    <a:pt x="672816" y="168361"/>
                  </a:lnTo>
                  <a:lnTo>
                    <a:pt x="648764" y="132576"/>
                  </a:lnTo>
                  <a:lnTo>
                    <a:pt x="619064" y="100103"/>
                  </a:lnTo>
                  <a:lnTo>
                    <a:pt x="584259" y="71390"/>
                  </a:lnTo>
                  <a:lnTo>
                    <a:pt x="544898" y="46890"/>
                  </a:lnTo>
                  <a:lnTo>
                    <a:pt x="501526" y="27050"/>
                  </a:lnTo>
                  <a:lnTo>
                    <a:pt x="454689" y="12322"/>
                  </a:lnTo>
                  <a:lnTo>
                    <a:pt x="404934" y="3155"/>
                  </a:lnTo>
                  <a:lnTo>
                    <a:pt x="352805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856476" y="4509515"/>
              <a:ext cx="706120" cy="582295"/>
            </a:xfrm>
            <a:custGeom>
              <a:avLst/>
              <a:gdLst/>
              <a:ahLst/>
              <a:cxnLst/>
              <a:rect l="l" t="t" r="r" b="b"/>
              <a:pathLst>
                <a:path w="706120" h="582295">
                  <a:moveTo>
                    <a:pt x="0" y="291083"/>
                  </a:moveTo>
                  <a:lnTo>
                    <a:pt x="3826" y="248065"/>
                  </a:lnTo>
                  <a:lnTo>
                    <a:pt x="14940" y="207007"/>
                  </a:lnTo>
                  <a:lnTo>
                    <a:pt x="32795" y="168361"/>
                  </a:lnTo>
                  <a:lnTo>
                    <a:pt x="56847" y="132576"/>
                  </a:lnTo>
                  <a:lnTo>
                    <a:pt x="86547" y="100103"/>
                  </a:lnTo>
                  <a:lnTo>
                    <a:pt x="121352" y="71390"/>
                  </a:lnTo>
                  <a:lnTo>
                    <a:pt x="160713" y="46890"/>
                  </a:lnTo>
                  <a:lnTo>
                    <a:pt x="204085" y="27050"/>
                  </a:lnTo>
                  <a:lnTo>
                    <a:pt x="250922" y="12322"/>
                  </a:lnTo>
                  <a:lnTo>
                    <a:pt x="300677" y="3155"/>
                  </a:lnTo>
                  <a:lnTo>
                    <a:pt x="352805" y="0"/>
                  </a:lnTo>
                  <a:lnTo>
                    <a:pt x="404934" y="3155"/>
                  </a:lnTo>
                  <a:lnTo>
                    <a:pt x="454689" y="12322"/>
                  </a:lnTo>
                  <a:lnTo>
                    <a:pt x="501526" y="27050"/>
                  </a:lnTo>
                  <a:lnTo>
                    <a:pt x="544898" y="46890"/>
                  </a:lnTo>
                  <a:lnTo>
                    <a:pt x="584259" y="71390"/>
                  </a:lnTo>
                  <a:lnTo>
                    <a:pt x="619064" y="100103"/>
                  </a:lnTo>
                  <a:lnTo>
                    <a:pt x="648764" y="132576"/>
                  </a:lnTo>
                  <a:lnTo>
                    <a:pt x="672816" y="168361"/>
                  </a:lnTo>
                  <a:lnTo>
                    <a:pt x="690671" y="207007"/>
                  </a:lnTo>
                  <a:lnTo>
                    <a:pt x="701785" y="248065"/>
                  </a:lnTo>
                  <a:lnTo>
                    <a:pt x="705612" y="291083"/>
                  </a:lnTo>
                  <a:lnTo>
                    <a:pt x="701785" y="334102"/>
                  </a:lnTo>
                  <a:lnTo>
                    <a:pt x="690671" y="375160"/>
                  </a:lnTo>
                  <a:lnTo>
                    <a:pt x="672816" y="413806"/>
                  </a:lnTo>
                  <a:lnTo>
                    <a:pt x="648764" y="449591"/>
                  </a:lnTo>
                  <a:lnTo>
                    <a:pt x="619064" y="482064"/>
                  </a:lnTo>
                  <a:lnTo>
                    <a:pt x="584259" y="510777"/>
                  </a:lnTo>
                  <a:lnTo>
                    <a:pt x="544898" y="535277"/>
                  </a:lnTo>
                  <a:lnTo>
                    <a:pt x="501526" y="555117"/>
                  </a:lnTo>
                  <a:lnTo>
                    <a:pt x="454689" y="569845"/>
                  </a:lnTo>
                  <a:lnTo>
                    <a:pt x="404934" y="579012"/>
                  </a:lnTo>
                  <a:lnTo>
                    <a:pt x="352805" y="582167"/>
                  </a:lnTo>
                  <a:lnTo>
                    <a:pt x="300677" y="579012"/>
                  </a:lnTo>
                  <a:lnTo>
                    <a:pt x="250922" y="569845"/>
                  </a:lnTo>
                  <a:lnTo>
                    <a:pt x="204085" y="555117"/>
                  </a:lnTo>
                  <a:lnTo>
                    <a:pt x="160713" y="535277"/>
                  </a:lnTo>
                  <a:lnTo>
                    <a:pt x="121352" y="510777"/>
                  </a:lnTo>
                  <a:lnTo>
                    <a:pt x="86547" y="482064"/>
                  </a:lnTo>
                  <a:lnTo>
                    <a:pt x="56847" y="449591"/>
                  </a:lnTo>
                  <a:lnTo>
                    <a:pt x="32795" y="413806"/>
                  </a:lnTo>
                  <a:lnTo>
                    <a:pt x="14940" y="375160"/>
                  </a:lnTo>
                  <a:lnTo>
                    <a:pt x="3826" y="334102"/>
                  </a:lnTo>
                  <a:lnTo>
                    <a:pt x="0" y="291083"/>
                  </a:lnTo>
                  <a:close/>
                </a:path>
              </a:pathLst>
            </a:custGeom>
            <a:ln w="12699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7081519" y="4636084"/>
            <a:ext cx="25717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10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8238490" y="4503165"/>
            <a:ext cx="716915" cy="594995"/>
            <a:chOff x="8238490" y="4503165"/>
            <a:chExt cx="716915" cy="594995"/>
          </a:xfrm>
        </p:grpSpPr>
        <p:sp>
          <p:nvSpPr>
            <p:cNvPr id="35" name="object 35"/>
            <p:cNvSpPr/>
            <p:nvPr/>
          </p:nvSpPr>
          <p:spPr>
            <a:xfrm>
              <a:off x="8244840" y="4509515"/>
              <a:ext cx="704215" cy="582295"/>
            </a:xfrm>
            <a:custGeom>
              <a:avLst/>
              <a:gdLst/>
              <a:ahLst/>
              <a:cxnLst/>
              <a:rect l="l" t="t" r="r" b="b"/>
              <a:pathLst>
                <a:path w="704215" h="582295">
                  <a:moveTo>
                    <a:pt x="352043" y="0"/>
                  </a:moveTo>
                  <a:lnTo>
                    <a:pt x="300019" y="3155"/>
                  </a:lnTo>
                  <a:lnTo>
                    <a:pt x="250365" y="12322"/>
                  </a:lnTo>
                  <a:lnTo>
                    <a:pt x="203627" y="27050"/>
                  </a:lnTo>
                  <a:lnTo>
                    <a:pt x="160348" y="46890"/>
                  </a:lnTo>
                  <a:lnTo>
                    <a:pt x="121073" y="71390"/>
                  </a:lnTo>
                  <a:lnTo>
                    <a:pt x="86347" y="100103"/>
                  </a:lnTo>
                  <a:lnTo>
                    <a:pt x="56714" y="132576"/>
                  </a:lnTo>
                  <a:lnTo>
                    <a:pt x="32718" y="168361"/>
                  </a:lnTo>
                  <a:lnTo>
                    <a:pt x="14904" y="207007"/>
                  </a:lnTo>
                  <a:lnTo>
                    <a:pt x="3816" y="248065"/>
                  </a:lnTo>
                  <a:lnTo>
                    <a:pt x="0" y="291083"/>
                  </a:lnTo>
                  <a:lnTo>
                    <a:pt x="3816" y="334102"/>
                  </a:lnTo>
                  <a:lnTo>
                    <a:pt x="14904" y="375160"/>
                  </a:lnTo>
                  <a:lnTo>
                    <a:pt x="32718" y="413806"/>
                  </a:lnTo>
                  <a:lnTo>
                    <a:pt x="56714" y="449591"/>
                  </a:lnTo>
                  <a:lnTo>
                    <a:pt x="86347" y="482064"/>
                  </a:lnTo>
                  <a:lnTo>
                    <a:pt x="121073" y="510777"/>
                  </a:lnTo>
                  <a:lnTo>
                    <a:pt x="160348" y="535277"/>
                  </a:lnTo>
                  <a:lnTo>
                    <a:pt x="203627" y="555117"/>
                  </a:lnTo>
                  <a:lnTo>
                    <a:pt x="250365" y="569845"/>
                  </a:lnTo>
                  <a:lnTo>
                    <a:pt x="300019" y="579012"/>
                  </a:lnTo>
                  <a:lnTo>
                    <a:pt x="352043" y="582167"/>
                  </a:lnTo>
                  <a:lnTo>
                    <a:pt x="404068" y="579012"/>
                  </a:lnTo>
                  <a:lnTo>
                    <a:pt x="453722" y="569845"/>
                  </a:lnTo>
                  <a:lnTo>
                    <a:pt x="500460" y="555117"/>
                  </a:lnTo>
                  <a:lnTo>
                    <a:pt x="543739" y="535277"/>
                  </a:lnTo>
                  <a:lnTo>
                    <a:pt x="583014" y="510777"/>
                  </a:lnTo>
                  <a:lnTo>
                    <a:pt x="617740" y="482064"/>
                  </a:lnTo>
                  <a:lnTo>
                    <a:pt x="647373" y="449591"/>
                  </a:lnTo>
                  <a:lnTo>
                    <a:pt x="671369" y="413806"/>
                  </a:lnTo>
                  <a:lnTo>
                    <a:pt x="689183" y="375160"/>
                  </a:lnTo>
                  <a:lnTo>
                    <a:pt x="700271" y="334102"/>
                  </a:lnTo>
                  <a:lnTo>
                    <a:pt x="704087" y="291083"/>
                  </a:lnTo>
                  <a:lnTo>
                    <a:pt x="700271" y="248065"/>
                  </a:lnTo>
                  <a:lnTo>
                    <a:pt x="689183" y="207007"/>
                  </a:lnTo>
                  <a:lnTo>
                    <a:pt x="671369" y="168361"/>
                  </a:lnTo>
                  <a:lnTo>
                    <a:pt x="647373" y="132576"/>
                  </a:lnTo>
                  <a:lnTo>
                    <a:pt x="617740" y="100103"/>
                  </a:lnTo>
                  <a:lnTo>
                    <a:pt x="583014" y="71390"/>
                  </a:lnTo>
                  <a:lnTo>
                    <a:pt x="543739" y="46890"/>
                  </a:lnTo>
                  <a:lnTo>
                    <a:pt x="500460" y="27050"/>
                  </a:lnTo>
                  <a:lnTo>
                    <a:pt x="453722" y="12322"/>
                  </a:lnTo>
                  <a:lnTo>
                    <a:pt x="404068" y="3155"/>
                  </a:lnTo>
                  <a:lnTo>
                    <a:pt x="352043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8244840" y="4509515"/>
              <a:ext cx="704215" cy="582295"/>
            </a:xfrm>
            <a:custGeom>
              <a:avLst/>
              <a:gdLst/>
              <a:ahLst/>
              <a:cxnLst/>
              <a:rect l="l" t="t" r="r" b="b"/>
              <a:pathLst>
                <a:path w="704215" h="582295">
                  <a:moveTo>
                    <a:pt x="0" y="291083"/>
                  </a:moveTo>
                  <a:lnTo>
                    <a:pt x="3816" y="248065"/>
                  </a:lnTo>
                  <a:lnTo>
                    <a:pt x="14904" y="207007"/>
                  </a:lnTo>
                  <a:lnTo>
                    <a:pt x="32718" y="168361"/>
                  </a:lnTo>
                  <a:lnTo>
                    <a:pt x="56714" y="132576"/>
                  </a:lnTo>
                  <a:lnTo>
                    <a:pt x="86347" y="100103"/>
                  </a:lnTo>
                  <a:lnTo>
                    <a:pt x="121073" y="71390"/>
                  </a:lnTo>
                  <a:lnTo>
                    <a:pt x="160348" y="46890"/>
                  </a:lnTo>
                  <a:lnTo>
                    <a:pt x="203627" y="27050"/>
                  </a:lnTo>
                  <a:lnTo>
                    <a:pt x="250365" y="12322"/>
                  </a:lnTo>
                  <a:lnTo>
                    <a:pt x="300019" y="3155"/>
                  </a:lnTo>
                  <a:lnTo>
                    <a:pt x="352043" y="0"/>
                  </a:lnTo>
                  <a:lnTo>
                    <a:pt x="404068" y="3155"/>
                  </a:lnTo>
                  <a:lnTo>
                    <a:pt x="453722" y="12322"/>
                  </a:lnTo>
                  <a:lnTo>
                    <a:pt x="500460" y="27050"/>
                  </a:lnTo>
                  <a:lnTo>
                    <a:pt x="543739" y="46890"/>
                  </a:lnTo>
                  <a:lnTo>
                    <a:pt x="583014" y="71390"/>
                  </a:lnTo>
                  <a:lnTo>
                    <a:pt x="617740" y="100103"/>
                  </a:lnTo>
                  <a:lnTo>
                    <a:pt x="647373" y="132576"/>
                  </a:lnTo>
                  <a:lnTo>
                    <a:pt x="671369" y="168361"/>
                  </a:lnTo>
                  <a:lnTo>
                    <a:pt x="689183" y="207007"/>
                  </a:lnTo>
                  <a:lnTo>
                    <a:pt x="700271" y="248065"/>
                  </a:lnTo>
                  <a:lnTo>
                    <a:pt x="704087" y="291083"/>
                  </a:lnTo>
                  <a:lnTo>
                    <a:pt x="700271" y="334102"/>
                  </a:lnTo>
                  <a:lnTo>
                    <a:pt x="689183" y="375160"/>
                  </a:lnTo>
                  <a:lnTo>
                    <a:pt x="671369" y="413806"/>
                  </a:lnTo>
                  <a:lnTo>
                    <a:pt x="647373" y="449591"/>
                  </a:lnTo>
                  <a:lnTo>
                    <a:pt x="617740" y="482064"/>
                  </a:lnTo>
                  <a:lnTo>
                    <a:pt x="583014" y="510777"/>
                  </a:lnTo>
                  <a:lnTo>
                    <a:pt x="543739" y="535277"/>
                  </a:lnTo>
                  <a:lnTo>
                    <a:pt x="500460" y="555117"/>
                  </a:lnTo>
                  <a:lnTo>
                    <a:pt x="453722" y="569845"/>
                  </a:lnTo>
                  <a:lnTo>
                    <a:pt x="404068" y="579012"/>
                  </a:lnTo>
                  <a:lnTo>
                    <a:pt x="352043" y="582167"/>
                  </a:lnTo>
                  <a:lnTo>
                    <a:pt x="300019" y="579012"/>
                  </a:lnTo>
                  <a:lnTo>
                    <a:pt x="250365" y="569845"/>
                  </a:lnTo>
                  <a:lnTo>
                    <a:pt x="203627" y="555117"/>
                  </a:lnTo>
                  <a:lnTo>
                    <a:pt x="160348" y="535277"/>
                  </a:lnTo>
                  <a:lnTo>
                    <a:pt x="121073" y="510777"/>
                  </a:lnTo>
                  <a:lnTo>
                    <a:pt x="86347" y="482064"/>
                  </a:lnTo>
                  <a:lnTo>
                    <a:pt x="56714" y="449591"/>
                  </a:lnTo>
                  <a:lnTo>
                    <a:pt x="32718" y="413806"/>
                  </a:lnTo>
                  <a:lnTo>
                    <a:pt x="14904" y="375160"/>
                  </a:lnTo>
                  <a:lnTo>
                    <a:pt x="3816" y="334102"/>
                  </a:lnTo>
                  <a:lnTo>
                    <a:pt x="0" y="291083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8469248" y="4636084"/>
            <a:ext cx="25781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22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7426452" y="2985516"/>
            <a:ext cx="3013710" cy="1631950"/>
          </a:xfrm>
          <a:custGeom>
            <a:avLst/>
            <a:gdLst/>
            <a:ahLst/>
            <a:cxnLst/>
            <a:rect l="l" t="t" r="r" b="b"/>
            <a:pathLst>
              <a:path w="3013709" h="1631950">
                <a:moveTo>
                  <a:pt x="2069211" y="536956"/>
                </a:moveTo>
                <a:lnTo>
                  <a:pt x="1645920" y="0"/>
                </a:lnTo>
              </a:path>
              <a:path w="3013709" h="1631950">
                <a:moveTo>
                  <a:pt x="3013582" y="1543304"/>
                </a:moveTo>
                <a:lnTo>
                  <a:pt x="2593848" y="957072"/>
                </a:lnTo>
              </a:path>
              <a:path w="3013709" h="1631950">
                <a:moveTo>
                  <a:pt x="1270634" y="1553464"/>
                </a:moveTo>
                <a:lnTo>
                  <a:pt x="847344" y="1016508"/>
                </a:lnTo>
              </a:path>
              <a:path w="3013709" h="1631950">
                <a:moveTo>
                  <a:pt x="1163193" y="51816"/>
                </a:moveTo>
                <a:lnTo>
                  <a:pt x="794003" y="609219"/>
                </a:lnTo>
              </a:path>
              <a:path w="3013709" h="1631950">
                <a:moveTo>
                  <a:pt x="369189" y="1074420"/>
                </a:moveTo>
                <a:lnTo>
                  <a:pt x="0" y="1631823"/>
                </a:lnTo>
              </a:path>
            </a:pathLst>
          </a:custGeom>
          <a:ln w="6350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26440"/>
            <a:ext cx="618363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000000"/>
                </a:solidFill>
              </a:rPr>
              <a:t>Construction</a:t>
            </a:r>
            <a:r>
              <a:rPr spc="-1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of</a:t>
            </a:r>
            <a:r>
              <a:rPr spc="-165" dirty="0">
                <a:solidFill>
                  <a:srgbClr val="000000"/>
                </a:solidFill>
              </a:rPr>
              <a:t> </a:t>
            </a:r>
            <a:r>
              <a:rPr spc="-114" dirty="0">
                <a:solidFill>
                  <a:srgbClr val="000000"/>
                </a:solidFill>
              </a:rPr>
              <a:t>AVL</a:t>
            </a:r>
            <a:r>
              <a:rPr spc="-160" dirty="0">
                <a:solidFill>
                  <a:srgbClr val="000000"/>
                </a:solidFill>
              </a:rPr>
              <a:t> </a:t>
            </a:r>
            <a:r>
              <a:rPr spc="-20" dirty="0">
                <a:solidFill>
                  <a:srgbClr val="000000"/>
                </a:solidFill>
              </a:rPr>
              <a:t>Trees</a:t>
            </a:r>
          </a:p>
        </p:txBody>
      </p:sp>
      <p:sp>
        <p:nvSpPr>
          <p:cNvPr id="3" name="object 3"/>
          <p:cNvSpPr/>
          <p:nvPr/>
        </p:nvSpPr>
        <p:spPr>
          <a:xfrm>
            <a:off x="3666744" y="1679829"/>
            <a:ext cx="361315" cy="434340"/>
          </a:xfrm>
          <a:custGeom>
            <a:avLst/>
            <a:gdLst/>
            <a:ahLst/>
            <a:cxnLst/>
            <a:rect l="l" t="t" r="r" b="b"/>
            <a:pathLst>
              <a:path w="361314" h="434339">
                <a:moveTo>
                  <a:pt x="361188" y="0"/>
                </a:moveTo>
                <a:lnTo>
                  <a:pt x="0" y="0"/>
                </a:lnTo>
                <a:lnTo>
                  <a:pt x="0" y="434339"/>
                </a:lnTo>
                <a:lnTo>
                  <a:pt x="361188" y="434339"/>
                </a:lnTo>
                <a:lnTo>
                  <a:pt x="361188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55039" y="1652397"/>
            <a:ext cx="308800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latin typeface="Calibri"/>
                <a:cs typeface="Calibri"/>
              </a:rPr>
              <a:t>40,20,10,25,30,22,50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368928" y="2045207"/>
            <a:ext cx="24765" cy="24765"/>
          </a:xfrm>
          <a:custGeom>
            <a:avLst/>
            <a:gdLst/>
            <a:ahLst/>
            <a:cxnLst/>
            <a:rect l="l" t="t" r="r" b="b"/>
            <a:pathLst>
              <a:path w="24764" h="24764">
                <a:moveTo>
                  <a:pt x="19304" y="0"/>
                </a:moveTo>
                <a:lnTo>
                  <a:pt x="5587" y="0"/>
                </a:lnTo>
                <a:lnTo>
                  <a:pt x="0" y="5587"/>
                </a:lnTo>
                <a:lnTo>
                  <a:pt x="0" y="19303"/>
                </a:lnTo>
                <a:lnTo>
                  <a:pt x="5587" y="24764"/>
                </a:lnTo>
                <a:lnTo>
                  <a:pt x="19304" y="24764"/>
                </a:lnTo>
                <a:lnTo>
                  <a:pt x="24765" y="19303"/>
                </a:lnTo>
                <a:lnTo>
                  <a:pt x="24765" y="12445"/>
                </a:lnTo>
                <a:lnTo>
                  <a:pt x="24765" y="5587"/>
                </a:lnTo>
                <a:lnTo>
                  <a:pt x="19304" y="0"/>
                </a:lnTo>
                <a:close/>
              </a:path>
            </a:pathLst>
          </a:custGeom>
          <a:solidFill>
            <a:srgbClr val="E7122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87826" y="1825751"/>
            <a:ext cx="4199128" cy="279527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5549010" y="2191003"/>
            <a:ext cx="257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25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454266" y="3086861"/>
            <a:ext cx="257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30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729988" y="3136138"/>
            <a:ext cx="257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20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399781" y="4093591"/>
            <a:ext cx="257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40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918965" y="4160266"/>
            <a:ext cx="257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10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306695" y="4160266"/>
            <a:ext cx="257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22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7874254" y="4753102"/>
            <a:ext cx="716915" cy="593725"/>
            <a:chOff x="7874254" y="4753102"/>
            <a:chExt cx="716915" cy="593725"/>
          </a:xfrm>
        </p:grpSpPr>
        <p:sp>
          <p:nvSpPr>
            <p:cNvPr id="14" name="object 14"/>
            <p:cNvSpPr/>
            <p:nvPr/>
          </p:nvSpPr>
          <p:spPr>
            <a:xfrm>
              <a:off x="7880604" y="4759452"/>
              <a:ext cx="704215" cy="581025"/>
            </a:xfrm>
            <a:custGeom>
              <a:avLst/>
              <a:gdLst/>
              <a:ahLst/>
              <a:cxnLst/>
              <a:rect l="l" t="t" r="r" b="b"/>
              <a:pathLst>
                <a:path w="704215" h="581025">
                  <a:moveTo>
                    <a:pt x="352044" y="0"/>
                  </a:moveTo>
                  <a:lnTo>
                    <a:pt x="300019" y="3146"/>
                  </a:lnTo>
                  <a:lnTo>
                    <a:pt x="250365" y="12287"/>
                  </a:lnTo>
                  <a:lnTo>
                    <a:pt x="203627" y="26973"/>
                  </a:lnTo>
                  <a:lnTo>
                    <a:pt x="160348" y="46757"/>
                  </a:lnTo>
                  <a:lnTo>
                    <a:pt x="121073" y="71190"/>
                  </a:lnTo>
                  <a:lnTo>
                    <a:pt x="86347" y="99824"/>
                  </a:lnTo>
                  <a:lnTo>
                    <a:pt x="56714" y="132211"/>
                  </a:lnTo>
                  <a:lnTo>
                    <a:pt x="32718" y="167903"/>
                  </a:lnTo>
                  <a:lnTo>
                    <a:pt x="14904" y="206451"/>
                  </a:lnTo>
                  <a:lnTo>
                    <a:pt x="3816" y="247406"/>
                  </a:lnTo>
                  <a:lnTo>
                    <a:pt x="0" y="290322"/>
                  </a:lnTo>
                  <a:lnTo>
                    <a:pt x="3816" y="333237"/>
                  </a:lnTo>
                  <a:lnTo>
                    <a:pt x="14904" y="374192"/>
                  </a:lnTo>
                  <a:lnTo>
                    <a:pt x="32718" y="412740"/>
                  </a:lnTo>
                  <a:lnTo>
                    <a:pt x="56714" y="448432"/>
                  </a:lnTo>
                  <a:lnTo>
                    <a:pt x="86347" y="480819"/>
                  </a:lnTo>
                  <a:lnTo>
                    <a:pt x="121073" y="509453"/>
                  </a:lnTo>
                  <a:lnTo>
                    <a:pt x="160348" y="533886"/>
                  </a:lnTo>
                  <a:lnTo>
                    <a:pt x="203627" y="553670"/>
                  </a:lnTo>
                  <a:lnTo>
                    <a:pt x="250365" y="568356"/>
                  </a:lnTo>
                  <a:lnTo>
                    <a:pt x="300019" y="577497"/>
                  </a:lnTo>
                  <a:lnTo>
                    <a:pt x="352044" y="580644"/>
                  </a:lnTo>
                  <a:lnTo>
                    <a:pt x="404068" y="577497"/>
                  </a:lnTo>
                  <a:lnTo>
                    <a:pt x="453722" y="568356"/>
                  </a:lnTo>
                  <a:lnTo>
                    <a:pt x="500460" y="553670"/>
                  </a:lnTo>
                  <a:lnTo>
                    <a:pt x="543739" y="533886"/>
                  </a:lnTo>
                  <a:lnTo>
                    <a:pt x="583014" y="509453"/>
                  </a:lnTo>
                  <a:lnTo>
                    <a:pt x="617740" y="480819"/>
                  </a:lnTo>
                  <a:lnTo>
                    <a:pt x="647373" y="448432"/>
                  </a:lnTo>
                  <a:lnTo>
                    <a:pt x="671369" y="412740"/>
                  </a:lnTo>
                  <a:lnTo>
                    <a:pt x="689183" y="374192"/>
                  </a:lnTo>
                  <a:lnTo>
                    <a:pt x="700271" y="333237"/>
                  </a:lnTo>
                  <a:lnTo>
                    <a:pt x="704088" y="290322"/>
                  </a:lnTo>
                  <a:lnTo>
                    <a:pt x="700271" y="247406"/>
                  </a:lnTo>
                  <a:lnTo>
                    <a:pt x="689183" y="206451"/>
                  </a:lnTo>
                  <a:lnTo>
                    <a:pt x="671369" y="167903"/>
                  </a:lnTo>
                  <a:lnTo>
                    <a:pt x="647373" y="132211"/>
                  </a:lnTo>
                  <a:lnTo>
                    <a:pt x="617740" y="99824"/>
                  </a:lnTo>
                  <a:lnTo>
                    <a:pt x="583014" y="71190"/>
                  </a:lnTo>
                  <a:lnTo>
                    <a:pt x="543739" y="46757"/>
                  </a:lnTo>
                  <a:lnTo>
                    <a:pt x="500460" y="26973"/>
                  </a:lnTo>
                  <a:lnTo>
                    <a:pt x="453722" y="12287"/>
                  </a:lnTo>
                  <a:lnTo>
                    <a:pt x="404068" y="3146"/>
                  </a:lnTo>
                  <a:lnTo>
                    <a:pt x="352044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880604" y="4759452"/>
              <a:ext cx="704215" cy="581025"/>
            </a:xfrm>
            <a:custGeom>
              <a:avLst/>
              <a:gdLst/>
              <a:ahLst/>
              <a:cxnLst/>
              <a:rect l="l" t="t" r="r" b="b"/>
              <a:pathLst>
                <a:path w="704215" h="581025">
                  <a:moveTo>
                    <a:pt x="0" y="290322"/>
                  </a:moveTo>
                  <a:lnTo>
                    <a:pt x="3816" y="247406"/>
                  </a:lnTo>
                  <a:lnTo>
                    <a:pt x="14904" y="206451"/>
                  </a:lnTo>
                  <a:lnTo>
                    <a:pt x="32718" y="167903"/>
                  </a:lnTo>
                  <a:lnTo>
                    <a:pt x="56714" y="132211"/>
                  </a:lnTo>
                  <a:lnTo>
                    <a:pt x="86347" y="99824"/>
                  </a:lnTo>
                  <a:lnTo>
                    <a:pt x="121073" y="71190"/>
                  </a:lnTo>
                  <a:lnTo>
                    <a:pt x="160348" y="46757"/>
                  </a:lnTo>
                  <a:lnTo>
                    <a:pt x="203627" y="26973"/>
                  </a:lnTo>
                  <a:lnTo>
                    <a:pt x="250365" y="12287"/>
                  </a:lnTo>
                  <a:lnTo>
                    <a:pt x="300019" y="3146"/>
                  </a:lnTo>
                  <a:lnTo>
                    <a:pt x="352044" y="0"/>
                  </a:lnTo>
                  <a:lnTo>
                    <a:pt x="404068" y="3146"/>
                  </a:lnTo>
                  <a:lnTo>
                    <a:pt x="453722" y="12287"/>
                  </a:lnTo>
                  <a:lnTo>
                    <a:pt x="500460" y="26973"/>
                  </a:lnTo>
                  <a:lnTo>
                    <a:pt x="543739" y="46757"/>
                  </a:lnTo>
                  <a:lnTo>
                    <a:pt x="583014" y="71190"/>
                  </a:lnTo>
                  <a:lnTo>
                    <a:pt x="617740" y="99824"/>
                  </a:lnTo>
                  <a:lnTo>
                    <a:pt x="647373" y="132211"/>
                  </a:lnTo>
                  <a:lnTo>
                    <a:pt x="671369" y="167903"/>
                  </a:lnTo>
                  <a:lnTo>
                    <a:pt x="689183" y="206451"/>
                  </a:lnTo>
                  <a:lnTo>
                    <a:pt x="700271" y="247406"/>
                  </a:lnTo>
                  <a:lnTo>
                    <a:pt x="704088" y="290322"/>
                  </a:lnTo>
                  <a:lnTo>
                    <a:pt x="700271" y="333237"/>
                  </a:lnTo>
                  <a:lnTo>
                    <a:pt x="689183" y="374192"/>
                  </a:lnTo>
                  <a:lnTo>
                    <a:pt x="671369" y="412740"/>
                  </a:lnTo>
                  <a:lnTo>
                    <a:pt x="647373" y="448432"/>
                  </a:lnTo>
                  <a:lnTo>
                    <a:pt x="617740" y="480819"/>
                  </a:lnTo>
                  <a:lnTo>
                    <a:pt x="583014" y="509453"/>
                  </a:lnTo>
                  <a:lnTo>
                    <a:pt x="543739" y="533886"/>
                  </a:lnTo>
                  <a:lnTo>
                    <a:pt x="500460" y="553670"/>
                  </a:lnTo>
                  <a:lnTo>
                    <a:pt x="453722" y="568356"/>
                  </a:lnTo>
                  <a:lnTo>
                    <a:pt x="404068" y="577497"/>
                  </a:lnTo>
                  <a:lnTo>
                    <a:pt x="352044" y="580644"/>
                  </a:lnTo>
                  <a:lnTo>
                    <a:pt x="300019" y="577497"/>
                  </a:lnTo>
                  <a:lnTo>
                    <a:pt x="250365" y="568356"/>
                  </a:lnTo>
                  <a:lnTo>
                    <a:pt x="203627" y="553670"/>
                  </a:lnTo>
                  <a:lnTo>
                    <a:pt x="160348" y="533886"/>
                  </a:lnTo>
                  <a:lnTo>
                    <a:pt x="121073" y="509453"/>
                  </a:lnTo>
                  <a:lnTo>
                    <a:pt x="86347" y="480819"/>
                  </a:lnTo>
                  <a:lnTo>
                    <a:pt x="56714" y="448432"/>
                  </a:lnTo>
                  <a:lnTo>
                    <a:pt x="32718" y="412740"/>
                  </a:lnTo>
                  <a:lnTo>
                    <a:pt x="14904" y="374192"/>
                  </a:lnTo>
                  <a:lnTo>
                    <a:pt x="3816" y="333237"/>
                  </a:lnTo>
                  <a:lnTo>
                    <a:pt x="0" y="290322"/>
                  </a:lnTo>
                  <a:close/>
                </a:path>
              </a:pathLst>
            </a:custGeom>
            <a:ln w="12699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8104378" y="4885435"/>
            <a:ext cx="257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50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7" name="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16650" y="2407030"/>
            <a:ext cx="2740532" cy="3149600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26440"/>
            <a:ext cx="618363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000000"/>
                </a:solidFill>
              </a:rPr>
              <a:t>Construction</a:t>
            </a:r>
            <a:r>
              <a:rPr spc="-1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of</a:t>
            </a:r>
            <a:r>
              <a:rPr spc="-165" dirty="0">
                <a:solidFill>
                  <a:srgbClr val="000000"/>
                </a:solidFill>
              </a:rPr>
              <a:t> </a:t>
            </a:r>
            <a:r>
              <a:rPr spc="-114" dirty="0">
                <a:solidFill>
                  <a:srgbClr val="000000"/>
                </a:solidFill>
              </a:rPr>
              <a:t>AVL</a:t>
            </a:r>
            <a:r>
              <a:rPr spc="-160" dirty="0">
                <a:solidFill>
                  <a:srgbClr val="000000"/>
                </a:solidFill>
              </a:rPr>
              <a:t> </a:t>
            </a:r>
            <a:r>
              <a:rPr spc="-20" dirty="0">
                <a:solidFill>
                  <a:srgbClr val="000000"/>
                </a:solidFill>
              </a:rPr>
              <a:t>Trees</a:t>
            </a:r>
          </a:p>
        </p:txBody>
      </p:sp>
      <p:sp>
        <p:nvSpPr>
          <p:cNvPr id="3" name="object 3"/>
          <p:cNvSpPr/>
          <p:nvPr/>
        </p:nvSpPr>
        <p:spPr>
          <a:xfrm>
            <a:off x="3666744" y="1679829"/>
            <a:ext cx="361315" cy="434340"/>
          </a:xfrm>
          <a:custGeom>
            <a:avLst/>
            <a:gdLst/>
            <a:ahLst/>
            <a:cxnLst/>
            <a:rect l="l" t="t" r="r" b="b"/>
            <a:pathLst>
              <a:path w="361314" h="434339">
                <a:moveTo>
                  <a:pt x="361188" y="0"/>
                </a:moveTo>
                <a:lnTo>
                  <a:pt x="0" y="0"/>
                </a:lnTo>
                <a:lnTo>
                  <a:pt x="0" y="434339"/>
                </a:lnTo>
                <a:lnTo>
                  <a:pt x="361188" y="434339"/>
                </a:lnTo>
                <a:lnTo>
                  <a:pt x="361188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55039" y="1652397"/>
            <a:ext cx="308800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latin typeface="Calibri"/>
                <a:cs typeface="Calibri"/>
              </a:rPr>
              <a:t>40,20,10,25,30,22,50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368928" y="2045207"/>
            <a:ext cx="24765" cy="24765"/>
          </a:xfrm>
          <a:custGeom>
            <a:avLst/>
            <a:gdLst/>
            <a:ahLst/>
            <a:cxnLst/>
            <a:rect l="l" t="t" r="r" b="b"/>
            <a:pathLst>
              <a:path w="24764" h="24764">
                <a:moveTo>
                  <a:pt x="19304" y="0"/>
                </a:moveTo>
                <a:lnTo>
                  <a:pt x="5587" y="0"/>
                </a:lnTo>
                <a:lnTo>
                  <a:pt x="0" y="5587"/>
                </a:lnTo>
                <a:lnTo>
                  <a:pt x="0" y="19303"/>
                </a:lnTo>
                <a:lnTo>
                  <a:pt x="5587" y="24764"/>
                </a:lnTo>
                <a:lnTo>
                  <a:pt x="19304" y="24764"/>
                </a:lnTo>
                <a:lnTo>
                  <a:pt x="24765" y="19303"/>
                </a:lnTo>
                <a:lnTo>
                  <a:pt x="24765" y="12445"/>
                </a:lnTo>
                <a:lnTo>
                  <a:pt x="24765" y="5587"/>
                </a:lnTo>
                <a:lnTo>
                  <a:pt x="19304" y="0"/>
                </a:lnTo>
                <a:close/>
              </a:path>
            </a:pathLst>
          </a:custGeom>
          <a:solidFill>
            <a:srgbClr val="E7122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87826" y="1719833"/>
            <a:ext cx="4322572" cy="2901188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5549010" y="2191003"/>
            <a:ext cx="257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25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367017" y="4106036"/>
            <a:ext cx="257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30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729988" y="3136138"/>
            <a:ext cx="257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20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564630" y="3136138"/>
            <a:ext cx="257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40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918965" y="4160266"/>
            <a:ext cx="257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10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306695" y="4160266"/>
            <a:ext cx="257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22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523733" y="4106036"/>
            <a:ext cx="257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50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64000" y="4549521"/>
            <a:ext cx="212413" cy="16128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462C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2998</Words>
  <Application>Microsoft Office PowerPoint</Application>
  <PresentationFormat>Widescreen</PresentationFormat>
  <Paragraphs>956</Paragraphs>
  <Slides>74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74</vt:i4>
      </vt:variant>
    </vt:vector>
  </HeadingPairs>
  <TitlesOfParts>
    <vt:vector size="83" baseType="lpstr">
      <vt:lpstr>SimSun</vt:lpstr>
      <vt:lpstr>Arial MT</vt:lpstr>
      <vt:lpstr>Calibri</vt:lpstr>
      <vt:lpstr>Calibri Light</vt:lpstr>
      <vt:lpstr>Cambria Math</vt:lpstr>
      <vt:lpstr>Courier New</vt:lpstr>
      <vt:lpstr>Symbol</vt:lpstr>
      <vt:lpstr>Times New Roman</vt:lpstr>
      <vt:lpstr>Office Theme</vt:lpstr>
      <vt:lpstr>UNIT-5</vt:lpstr>
      <vt:lpstr>Contents</vt:lpstr>
      <vt:lpstr>Graphs</vt:lpstr>
      <vt:lpstr>Examples for Graph</vt:lpstr>
      <vt:lpstr>Adjacent and Incident</vt:lpstr>
      <vt:lpstr>PowerPoint Presentation</vt:lpstr>
      <vt:lpstr>Subgraph and Path</vt:lpstr>
      <vt:lpstr>PowerPoint Presentation</vt:lpstr>
      <vt:lpstr>Simple Path and Style</vt:lpstr>
      <vt:lpstr>Connected Component</vt:lpstr>
      <vt:lpstr>Degree</vt:lpstr>
      <vt:lpstr>PowerPoint Presentation</vt:lpstr>
      <vt:lpstr>ADT for Graph</vt:lpstr>
      <vt:lpstr>Graph Representations</vt:lpstr>
      <vt:lpstr>Adjacency Matrix</vt:lpstr>
      <vt:lpstr>Examples for Adjacency Matrix</vt:lpstr>
      <vt:lpstr>Merits of Adjacency Matrix</vt:lpstr>
      <vt:lpstr>Data Structures for Adjacency Lists</vt:lpstr>
      <vt:lpstr>PowerPoint Presentation</vt:lpstr>
      <vt:lpstr>Interesting Operations</vt:lpstr>
      <vt:lpstr>Some Graph Operations</vt:lpstr>
      <vt:lpstr>PowerPoint Presentation</vt:lpstr>
      <vt:lpstr>Depth First Search</vt:lpstr>
      <vt:lpstr>Breadth First Search</vt:lpstr>
      <vt:lpstr>Breadth First Search (Continued)</vt:lpstr>
      <vt:lpstr>PowerPoint Presentation</vt:lpstr>
      <vt:lpstr>Connected Components</vt:lpstr>
      <vt:lpstr>Spanning Trees</vt:lpstr>
      <vt:lpstr>Examples of Spanning Tree</vt:lpstr>
      <vt:lpstr>Spanning Trees</vt:lpstr>
      <vt:lpstr>DFS VS BFS Spanning Tree</vt:lpstr>
      <vt:lpstr>A spanning tree is a minimal subgraph, G’, of G such that V(G’)=V(G) and G’ is connected.</vt:lpstr>
      <vt:lpstr>Applications of the Spanning Tree</vt:lpstr>
      <vt:lpstr>Biconnected Components</vt:lpstr>
      <vt:lpstr>Articulation Points (or Cut Vertices) in a Graph</vt:lpstr>
      <vt:lpstr>PowerPoint Presentation</vt:lpstr>
      <vt:lpstr>PowerPoint Presentation</vt:lpstr>
      <vt:lpstr>PowerPoint Presentation</vt:lpstr>
      <vt:lpstr>Priority Queues</vt:lpstr>
      <vt:lpstr>Single-ended Priority Queue</vt:lpstr>
      <vt:lpstr>PowerPoint Presentation</vt:lpstr>
      <vt:lpstr>Double-ended Priority Queue</vt:lpstr>
      <vt:lpstr>DEPQ used as network buffer</vt:lpstr>
      <vt:lpstr>Merge Sort-DEPQ</vt:lpstr>
      <vt:lpstr>Leftist Tree</vt:lpstr>
      <vt:lpstr>Height Biased Leftist Tree</vt:lpstr>
      <vt:lpstr>Height Biased Leftist Tree</vt:lpstr>
      <vt:lpstr>Shortest(x)</vt:lpstr>
      <vt:lpstr>Height Biased Leftist Tree</vt:lpstr>
      <vt:lpstr>Min- Height Biased Leftist Tree</vt:lpstr>
      <vt:lpstr>Min- Height Biased Leftist Tree</vt:lpstr>
      <vt:lpstr>Min- Height Biased Leftist Tree</vt:lpstr>
      <vt:lpstr>Min- Height Biased Leftist Tree</vt:lpstr>
      <vt:lpstr>Min- Height Biased Leftist Tree</vt:lpstr>
      <vt:lpstr>Weight Biased Leftist Tree</vt:lpstr>
      <vt:lpstr>AVL Trees</vt:lpstr>
      <vt:lpstr>Balance factor</vt:lpstr>
      <vt:lpstr>Rotating the subtrees in an AVL Tree:</vt:lpstr>
      <vt:lpstr>Left Rotation</vt:lpstr>
      <vt:lpstr>Right Rotation</vt:lpstr>
      <vt:lpstr>Left-Right Rotation</vt:lpstr>
      <vt:lpstr>Left-Right Rotation – More Nodes</vt:lpstr>
      <vt:lpstr>Right-Left Rotation</vt:lpstr>
      <vt:lpstr>Left-Right Rotation – More Nodes</vt:lpstr>
      <vt:lpstr>Construction of AVL Trees</vt:lpstr>
      <vt:lpstr>Construction of AVL Trees</vt:lpstr>
      <vt:lpstr>Construction of AVL Trees</vt:lpstr>
      <vt:lpstr>Construction of AVL Trees</vt:lpstr>
      <vt:lpstr>Construction of AVL Trees</vt:lpstr>
      <vt:lpstr>Construction of AVL Trees</vt:lpstr>
      <vt:lpstr>Construction of AVL Trees</vt:lpstr>
      <vt:lpstr>Construction of AVL Trees</vt:lpstr>
      <vt:lpstr>Construction of AVL Trees</vt:lpstr>
      <vt:lpstr>Construction of AVL Trees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UNIT-4</dc:title>
  <dc:creator>MAnjula L</dc:creator>
  <cp:lastModifiedBy>Admin</cp:lastModifiedBy>
  <cp:revision>1</cp:revision>
  <dcterms:created xsi:type="dcterms:W3CDTF">2024-02-29T04:09:18Z</dcterms:created>
  <dcterms:modified xsi:type="dcterms:W3CDTF">2024-02-29T04:10:24Z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2024-02-16T00:00:00Z</vt:filetime>
  </property>
  <property fmtid="{D5CDD505-2E9C-101B-9397-08002B2CF9AE}" pid="3" name="Creator">
    <vt:lpwstr>Microsoft® PowerPoint® 2021</vt:lpwstr>
  </property>
  <property fmtid="{D5CDD505-2E9C-101B-9397-08002B2CF9AE}" pid="4" name="LastSaved">
    <vt:filetime>2024-02-29T00:00:00Z</vt:filetime>
  </property>
  <property fmtid="{D5CDD505-2E9C-101B-9397-08002B2CF9AE}" pid="5" name="Producer">
    <vt:lpwstr>Microsoft® PowerPoint® 2021</vt:lpwstr>
  </property>
</Properties>
</file>