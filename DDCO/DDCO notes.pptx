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72"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9D216-E91A-A0C1-A029-D4CAA32CDBD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25C02B3-D2CF-95B0-B85C-D69BBCD946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2AFD932-CBA0-4B1E-87C0-4F3D05E91F02}"/>
              </a:ext>
            </a:extLst>
          </p:cNvPr>
          <p:cNvSpPr>
            <a:spLocks noGrp="1"/>
          </p:cNvSpPr>
          <p:nvPr>
            <p:ph type="dt" sz="half" idx="10"/>
          </p:nvPr>
        </p:nvSpPr>
        <p:spPr/>
        <p:txBody>
          <a:bodyPr/>
          <a:lstStyle/>
          <a:p>
            <a:fld id="{6E763E6C-A264-4DF2-9DE5-DDE9B7F91A81}" type="datetimeFigureOut">
              <a:rPr lang="en-IN" smtClean="0"/>
              <a:t>16-02-2025</a:t>
            </a:fld>
            <a:endParaRPr lang="en-IN"/>
          </a:p>
        </p:txBody>
      </p:sp>
      <p:sp>
        <p:nvSpPr>
          <p:cNvPr id="5" name="Footer Placeholder 4">
            <a:extLst>
              <a:ext uri="{FF2B5EF4-FFF2-40B4-BE49-F238E27FC236}">
                <a16:creationId xmlns:a16="http://schemas.microsoft.com/office/drawing/2014/main" id="{61979E5E-B7CC-1C66-29BE-A6DCBF1B0A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E129A9F-1DEA-822E-A0C5-5D869F12E81D}"/>
              </a:ext>
            </a:extLst>
          </p:cNvPr>
          <p:cNvSpPr>
            <a:spLocks noGrp="1"/>
          </p:cNvSpPr>
          <p:nvPr>
            <p:ph type="sldNum" sz="quarter" idx="12"/>
          </p:nvPr>
        </p:nvSpPr>
        <p:spPr/>
        <p:txBody>
          <a:bodyPr/>
          <a:lstStyle/>
          <a:p>
            <a:fld id="{566B7B78-C347-4CE2-B2AA-26DC05A2041C}" type="slidenum">
              <a:rPr lang="en-IN" smtClean="0"/>
              <a:t>‹#›</a:t>
            </a:fld>
            <a:endParaRPr lang="en-IN"/>
          </a:p>
        </p:txBody>
      </p:sp>
    </p:spTree>
    <p:extLst>
      <p:ext uri="{BB962C8B-B14F-4D97-AF65-F5344CB8AC3E}">
        <p14:creationId xmlns:p14="http://schemas.microsoft.com/office/powerpoint/2010/main" val="41504276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E162C-E22C-283B-90CA-C84C8A6FA0B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8E6FCA2-7ADD-8A08-69B5-2422D08EE8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63E5AC-8300-D748-9238-46A0D3272C8E}"/>
              </a:ext>
            </a:extLst>
          </p:cNvPr>
          <p:cNvSpPr>
            <a:spLocks noGrp="1"/>
          </p:cNvSpPr>
          <p:nvPr>
            <p:ph type="dt" sz="half" idx="10"/>
          </p:nvPr>
        </p:nvSpPr>
        <p:spPr/>
        <p:txBody>
          <a:bodyPr/>
          <a:lstStyle/>
          <a:p>
            <a:fld id="{6E763E6C-A264-4DF2-9DE5-DDE9B7F91A81}" type="datetimeFigureOut">
              <a:rPr lang="en-IN" smtClean="0"/>
              <a:t>16-02-2025</a:t>
            </a:fld>
            <a:endParaRPr lang="en-IN"/>
          </a:p>
        </p:txBody>
      </p:sp>
      <p:sp>
        <p:nvSpPr>
          <p:cNvPr id="5" name="Footer Placeholder 4">
            <a:extLst>
              <a:ext uri="{FF2B5EF4-FFF2-40B4-BE49-F238E27FC236}">
                <a16:creationId xmlns:a16="http://schemas.microsoft.com/office/drawing/2014/main" id="{17A10D4F-4B1E-E47B-BEE5-6BE1D3CFEA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7A3251-9706-9A59-9F97-E615303DEF0E}"/>
              </a:ext>
            </a:extLst>
          </p:cNvPr>
          <p:cNvSpPr>
            <a:spLocks noGrp="1"/>
          </p:cNvSpPr>
          <p:nvPr>
            <p:ph type="sldNum" sz="quarter" idx="12"/>
          </p:nvPr>
        </p:nvSpPr>
        <p:spPr/>
        <p:txBody>
          <a:bodyPr/>
          <a:lstStyle/>
          <a:p>
            <a:fld id="{566B7B78-C347-4CE2-B2AA-26DC05A2041C}" type="slidenum">
              <a:rPr lang="en-IN" smtClean="0"/>
              <a:t>‹#›</a:t>
            </a:fld>
            <a:endParaRPr lang="en-IN"/>
          </a:p>
        </p:txBody>
      </p:sp>
    </p:spTree>
    <p:extLst>
      <p:ext uri="{BB962C8B-B14F-4D97-AF65-F5344CB8AC3E}">
        <p14:creationId xmlns:p14="http://schemas.microsoft.com/office/powerpoint/2010/main" val="2045399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8F393-446A-52F6-28D7-BF1ADEA256A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9963908-0623-B5AA-5743-AEDC2B6FA70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DA1039-C025-0E4E-9A60-18E0E3B5AC82}"/>
              </a:ext>
            </a:extLst>
          </p:cNvPr>
          <p:cNvSpPr>
            <a:spLocks noGrp="1"/>
          </p:cNvSpPr>
          <p:nvPr>
            <p:ph type="dt" sz="half" idx="10"/>
          </p:nvPr>
        </p:nvSpPr>
        <p:spPr/>
        <p:txBody>
          <a:bodyPr/>
          <a:lstStyle/>
          <a:p>
            <a:fld id="{6E763E6C-A264-4DF2-9DE5-DDE9B7F91A81}" type="datetimeFigureOut">
              <a:rPr lang="en-IN" smtClean="0"/>
              <a:t>16-02-2025</a:t>
            </a:fld>
            <a:endParaRPr lang="en-IN"/>
          </a:p>
        </p:txBody>
      </p:sp>
      <p:sp>
        <p:nvSpPr>
          <p:cNvPr id="5" name="Footer Placeholder 4">
            <a:extLst>
              <a:ext uri="{FF2B5EF4-FFF2-40B4-BE49-F238E27FC236}">
                <a16:creationId xmlns:a16="http://schemas.microsoft.com/office/drawing/2014/main" id="{B4D8C061-D3D1-07C5-2354-BA14517B7B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7D785E-2B59-D18D-9DF7-9909A3B5BAF4}"/>
              </a:ext>
            </a:extLst>
          </p:cNvPr>
          <p:cNvSpPr>
            <a:spLocks noGrp="1"/>
          </p:cNvSpPr>
          <p:nvPr>
            <p:ph type="sldNum" sz="quarter" idx="12"/>
          </p:nvPr>
        </p:nvSpPr>
        <p:spPr/>
        <p:txBody>
          <a:bodyPr/>
          <a:lstStyle/>
          <a:p>
            <a:fld id="{566B7B78-C347-4CE2-B2AA-26DC05A2041C}" type="slidenum">
              <a:rPr lang="en-IN" smtClean="0"/>
              <a:t>‹#›</a:t>
            </a:fld>
            <a:endParaRPr lang="en-IN"/>
          </a:p>
        </p:txBody>
      </p:sp>
    </p:spTree>
    <p:extLst>
      <p:ext uri="{BB962C8B-B14F-4D97-AF65-F5344CB8AC3E}">
        <p14:creationId xmlns:p14="http://schemas.microsoft.com/office/powerpoint/2010/main" val="3436686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7F969-987D-3299-A02D-2E7EC8DA50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1BE7FAE-8915-1AE0-8CDB-284B410888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AA851AE-BD1F-3CEE-39DA-C6E6EC048E0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12E132E-CF6C-E138-CF1A-FE061388E5B3}"/>
              </a:ext>
            </a:extLst>
          </p:cNvPr>
          <p:cNvSpPr>
            <a:spLocks noGrp="1"/>
          </p:cNvSpPr>
          <p:nvPr>
            <p:ph type="dt" sz="half" idx="10"/>
          </p:nvPr>
        </p:nvSpPr>
        <p:spPr/>
        <p:txBody>
          <a:bodyPr/>
          <a:lstStyle/>
          <a:p>
            <a:fld id="{6E763E6C-A264-4DF2-9DE5-DDE9B7F91A81}" type="datetimeFigureOut">
              <a:rPr lang="en-IN" smtClean="0"/>
              <a:t>16-02-2025</a:t>
            </a:fld>
            <a:endParaRPr lang="en-IN"/>
          </a:p>
        </p:txBody>
      </p:sp>
      <p:sp>
        <p:nvSpPr>
          <p:cNvPr id="6" name="Footer Placeholder 5">
            <a:extLst>
              <a:ext uri="{FF2B5EF4-FFF2-40B4-BE49-F238E27FC236}">
                <a16:creationId xmlns:a16="http://schemas.microsoft.com/office/drawing/2014/main" id="{610FC80A-BF15-37B2-BCCA-D2EFC50FCB5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2D51B28-E9A1-A5C8-0A83-4455D40D2722}"/>
              </a:ext>
            </a:extLst>
          </p:cNvPr>
          <p:cNvSpPr>
            <a:spLocks noGrp="1"/>
          </p:cNvSpPr>
          <p:nvPr>
            <p:ph type="sldNum" sz="quarter" idx="12"/>
          </p:nvPr>
        </p:nvSpPr>
        <p:spPr/>
        <p:txBody>
          <a:bodyPr/>
          <a:lstStyle/>
          <a:p>
            <a:fld id="{566B7B78-C347-4CE2-B2AA-26DC05A2041C}" type="slidenum">
              <a:rPr lang="en-IN" smtClean="0"/>
              <a:t>‹#›</a:t>
            </a:fld>
            <a:endParaRPr lang="en-IN"/>
          </a:p>
        </p:txBody>
      </p:sp>
    </p:spTree>
    <p:extLst>
      <p:ext uri="{BB962C8B-B14F-4D97-AF65-F5344CB8AC3E}">
        <p14:creationId xmlns:p14="http://schemas.microsoft.com/office/powerpoint/2010/main" val="4606284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EDD50-5175-698F-4BFC-6C1E3F46A61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8D59F64-2A51-6ED3-23EB-C2BA90F8D4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915986B-9E0A-FB55-8666-59D6D302A77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741E0CA-2E65-5C43-55AE-BBBAEA28B7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C72AC37-62F9-BE00-BF3A-B359137A340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152AFA7-034A-59CE-559C-781DB0F26353}"/>
              </a:ext>
            </a:extLst>
          </p:cNvPr>
          <p:cNvSpPr>
            <a:spLocks noGrp="1"/>
          </p:cNvSpPr>
          <p:nvPr>
            <p:ph type="dt" sz="half" idx="10"/>
          </p:nvPr>
        </p:nvSpPr>
        <p:spPr/>
        <p:txBody>
          <a:bodyPr/>
          <a:lstStyle/>
          <a:p>
            <a:fld id="{6E763E6C-A264-4DF2-9DE5-DDE9B7F91A81}" type="datetimeFigureOut">
              <a:rPr lang="en-IN" smtClean="0"/>
              <a:t>16-02-2025</a:t>
            </a:fld>
            <a:endParaRPr lang="en-IN"/>
          </a:p>
        </p:txBody>
      </p:sp>
      <p:sp>
        <p:nvSpPr>
          <p:cNvPr id="8" name="Footer Placeholder 7">
            <a:extLst>
              <a:ext uri="{FF2B5EF4-FFF2-40B4-BE49-F238E27FC236}">
                <a16:creationId xmlns:a16="http://schemas.microsoft.com/office/drawing/2014/main" id="{BE3BEF00-E869-6101-6026-B83996A2F73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8EEA429-7DA4-1B09-F62F-724C7C777BD4}"/>
              </a:ext>
            </a:extLst>
          </p:cNvPr>
          <p:cNvSpPr>
            <a:spLocks noGrp="1"/>
          </p:cNvSpPr>
          <p:nvPr>
            <p:ph type="sldNum" sz="quarter" idx="12"/>
          </p:nvPr>
        </p:nvSpPr>
        <p:spPr/>
        <p:txBody>
          <a:bodyPr/>
          <a:lstStyle/>
          <a:p>
            <a:fld id="{566B7B78-C347-4CE2-B2AA-26DC05A2041C}" type="slidenum">
              <a:rPr lang="en-IN" smtClean="0"/>
              <a:t>‹#›</a:t>
            </a:fld>
            <a:endParaRPr lang="en-IN"/>
          </a:p>
        </p:txBody>
      </p:sp>
    </p:spTree>
    <p:extLst>
      <p:ext uri="{BB962C8B-B14F-4D97-AF65-F5344CB8AC3E}">
        <p14:creationId xmlns:p14="http://schemas.microsoft.com/office/powerpoint/2010/main" val="25984506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8C1BB-B495-BE04-76B8-4206844CF2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C4EEB03-127A-B67B-45BE-8840968BDE1D}"/>
              </a:ext>
            </a:extLst>
          </p:cNvPr>
          <p:cNvSpPr>
            <a:spLocks noGrp="1"/>
          </p:cNvSpPr>
          <p:nvPr>
            <p:ph type="dt" sz="half" idx="10"/>
          </p:nvPr>
        </p:nvSpPr>
        <p:spPr/>
        <p:txBody>
          <a:bodyPr/>
          <a:lstStyle/>
          <a:p>
            <a:fld id="{6E763E6C-A264-4DF2-9DE5-DDE9B7F91A81}" type="datetimeFigureOut">
              <a:rPr lang="en-IN" smtClean="0"/>
              <a:t>16-02-2025</a:t>
            </a:fld>
            <a:endParaRPr lang="en-IN"/>
          </a:p>
        </p:txBody>
      </p:sp>
      <p:sp>
        <p:nvSpPr>
          <p:cNvPr id="4" name="Footer Placeholder 3">
            <a:extLst>
              <a:ext uri="{FF2B5EF4-FFF2-40B4-BE49-F238E27FC236}">
                <a16:creationId xmlns:a16="http://schemas.microsoft.com/office/drawing/2014/main" id="{C4E66797-804C-42ED-6164-A8977CB38A4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F3FCCAA-0960-A5B2-1DD8-A4E85389E0CE}"/>
              </a:ext>
            </a:extLst>
          </p:cNvPr>
          <p:cNvSpPr>
            <a:spLocks noGrp="1"/>
          </p:cNvSpPr>
          <p:nvPr>
            <p:ph type="sldNum" sz="quarter" idx="12"/>
          </p:nvPr>
        </p:nvSpPr>
        <p:spPr/>
        <p:txBody>
          <a:bodyPr/>
          <a:lstStyle/>
          <a:p>
            <a:fld id="{566B7B78-C347-4CE2-B2AA-26DC05A2041C}" type="slidenum">
              <a:rPr lang="en-IN" smtClean="0"/>
              <a:t>‹#›</a:t>
            </a:fld>
            <a:endParaRPr lang="en-IN"/>
          </a:p>
        </p:txBody>
      </p:sp>
    </p:spTree>
    <p:extLst>
      <p:ext uri="{BB962C8B-B14F-4D97-AF65-F5344CB8AC3E}">
        <p14:creationId xmlns:p14="http://schemas.microsoft.com/office/powerpoint/2010/main" val="10045456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F3CE10-5568-EDAC-E08B-5D8DB0CBDD03}"/>
              </a:ext>
            </a:extLst>
          </p:cNvPr>
          <p:cNvSpPr>
            <a:spLocks noGrp="1"/>
          </p:cNvSpPr>
          <p:nvPr>
            <p:ph type="dt" sz="half" idx="10"/>
          </p:nvPr>
        </p:nvSpPr>
        <p:spPr/>
        <p:txBody>
          <a:bodyPr/>
          <a:lstStyle/>
          <a:p>
            <a:fld id="{6E763E6C-A264-4DF2-9DE5-DDE9B7F91A81}" type="datetimeFigureOut">
              <a:rPr lang="en-IN" smtClean="0"/>
              <a:t>16-02-2025</a:t>
            </a:fld>
            <a:endParaRPr lang="en-IN"/>
          </a:p>
        </p:txBody>
      </p:sp>
      <p:sp>
        <p:nvSpPr>
          <p:cNvPr id="3" name="Footer Placeholder 2">
            <a:extLst>
              <a:ext uri="{FF2B5EF4-FFF2-40B4-BE49-F238E27FC236}">
                <a16:creationId xmlns:a16="http://schemas.microsoft.com/office/drawing/2014/main" id="{5F2CE400-7EB1-8B30-4203-A20C3D33A3D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8776E74-4062-F539-C195-988324A0E01D}"/>
              </a:ext>
            </a:extLst>
          </p:cNvPr>
          <p:cNvSpPr>
            <a:spLocks noGrp="1"/>
          </p:cNvSpPr>
          <p:nvPr>
            <p:ph type="sldNum" sz="quarter" idx="12"/>
          </p:nvPr>
        </p:nvSpPr>
        <p:spPr/>
        <p:txBody>
          <a:bodyPr/>
          <a:lstStyle/>
          <a:p>
            <a:fld id="{566B7B78-C347-4CE2-B2AA-26DC05A2041C}" type="slidenum">
              <a:rPr lang="en-IN" smtClean="0"/>
              <a:t>‹#›</a:t>
            </a:fld>
            <a:endParaRPr lang="en-IN"/>
          </a:p>
        </p:txBody>
      </p:sp>
    </p:spTree>
    <p:extLst>
      <p:ext uri="{BB962C8B-B14F-4D97-AF65-F5344CB8AC3E}">
        <p14:creationId xmlns:p14="http://schemas.microsoft.com/office/powerpoint/2010/main" val="19315331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BC81A-F7EE-14AB-0D3A-2E1B73668F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5608189-F85A-3B09-AFF5-F4C9A27271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EB46476-8D08-E763-FD59-2774B35AB0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EEC3C9-AC5A-7AFA-555F-31D1BF678C52}"/>
              </a:ext>
            </a:extLst>
          </p:cNvPr>
          <p:cNvSpPr>
            <a:spLocks noGrp="1"/>
          </p:cNvSpPr>
          <p:nvPr>
            <p:ph type="dt" sz="half" idx="10"/>
          </p:nvPr>
        </p:nvSpPr>
        <p:spPr/>
        <p:txBody>
          <a:bodyPr/>
          <a:lstStyle/>
          <a:p>
            <a:fld id="{6E763E6C-A264-4DF2-9DE5-DDE9B7F91A81}" type="datetimeFigureOut">
              <a:rPr lang="en-IN" smtClean="0"/>
              <a:t>16-02-2025</a:t>
            </a:fld>
            <a:endParaRPr lang="en-IN"/>
          </a:p>
        </p:txBody>
      </p:sp>
      <p:sp>
        <p:nvSpPr>
          <p:cNvPr id="6" name="Footer Placeholder 5">
            <a:extLst>
              <a:ext uri="{FF2B5EF4-FFF2-40B4-BE49-F238E27FC236}">
                <a16:creationId xmlns:a16="http://schemas.microsoft.com/office/drawing/2014/main" id="{F261BE90-ADD5-665C-68F4-0BC8DD119EA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BE617F4-0E88-B36B-1CB3-670D03A03212}"/>
              </a:ext>
            </a:extLst>
          </p:cNvPr>
          <p:cNvSpPr>
            <a:spLocks noGrp="1"/>
          </p:cNvSpPr>
          <p:nvPr>
            <p:ph type="sldNum" sz="quarter" idx="12"/>
          </p:nvPr>
        </p:nvSpPr>
        <p:spPr/>
        <p:txBody>
          <a:bodyPr/>
          <a:lstStyle/>
          <a:p>
            <a:fld id="{566B7B78-C347-4CE2-B2AA-26DC05A2041C}" type="slidenum">
              <a:rPr lang="en-IN" smtClean="0"/>
              <a:t>‹#›</a:t>
            </a:fld>
            <a:endParaRPr lang="en-IN"/>
          </a:p>
        </p:txBody>
      </p:sp>
    </p:spTree>
    <p:extLst>
      <p:ext uri="{BB962C8B-B14F-4D97-AF65-F5344CB8AC3E}">
        <p14:creationId xmlns:p14="http://schemas.microsoft.com/office/powerpoint/2010/main" val="28612334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4667E-0971-4971-FBB9-4ADEC9F52D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58CC318-6959-05F6-8EAE-BC7192474E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EC31043-84BF-AC61-A564-49CA82E8B7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72676F-B2D6-31D9-38B7-E7A209840360}"/>
              </a:ext>
            </a:extLst>
          </p:cNvPr>
          <p:cNvSpPr>
            <a:spLocks noGrp="1"/>
          </p:cNvSpPr>
          <p:nvPr>
            <p:ph type="dt" sz="half" idx="10"/>
          </p:nvPr>
        </p:nvSpPr>
        <p:spPr/>
        <p:txBody>
          <a:bodyPr/>
          <a:lstStyle/>
          <a:p>
            <a:fld id="{6E763E6C-A264-4DF2-9DE5-DDE9B7F91A81}" type="datetimeFigureOut">
              <a:rPr lang="en-IN" smtClean="0"/>
              <a:t>16-02-2025</a:t>
            </a:fld>
            <a:endParaRPr lang="en-IN"/>
          </a:p>
        </p:txBody>
      </p:sp>
      <p:sp>
        <p:nvSpPr>
          <p:cNvPr id="6" name="Footer Placeholder 5">
            <a:extLst>
              <a:ext uri="{FF2B5EF4-FFF2-40B4-BE49-F238E27FC236}">
                <a16:creationId xmlns:a16="http://schemas.microsoft.com/office/drawing/2014/main" id="{BEFB9248-A0ED-BFF1-B4F4-27CF6B0C801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27C2918-7851-9650-007A-5D72AFB8AADD}"/>
              </a:ext>
            </a:extLst>
          </p:cNvPr>
          <p:cNvSpPr>
            <a:spLocks noGrp="1"/>
          </p:cNvSpPr>
          <p:nvPr>
            <p:ph type="sldNum" sz="quarter" idx="12"/>
          </p:nvPr>
        </p:nvSpPr>
        <p:spPr/>
        <p:txBody>
          <a:bodyPr/>
          <a:lstStyle/>
          <a:p>
            <a:fld id="{566B7B78-C347-4CE2-B2AA-26DC05A2041C}" type="slidenum">
              <a:rPr lang="en-IN" smtClean="0"/>
              <a:t>‹#›</a:t>
            </a:fld>
            <a:endParaRPr lang="en-IN"/>
          </a:p>
        </p:txBody>
      </p:sp>
    </p:spTree>
    <p:extLst>
      <p:ext uri="{BB962C8B-B14F-4D97-AF65-F5344CB8AC3E}">
        <p14:creationId xmlns:p14="http://schemas.microsoft.com/office/powerpoint/2010/main" val="1284709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04896-65F5-EA8B-CA0E-AFC1AC944B0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6501590-906E-E74E-FF43-E617830A63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8CC95E-3DEB-9C26-4E12-C0C437A6C7D4}"/>
              </a:ext>
            </a:extLst>
          </p:cNvPr>
          <p:cNvSpPr>
            <a:spLocks noGrp="1"/>
          </p:cNvSpPr>
          <p:nvPr>
            <p:ph type="dt" sz="half" idx="10"/>
          </p:nvPr>
        </p:nvSpPr>
        <p:spPr/>
        <p:txBody>
          <a:bodyPr/>
          <a:lstStyle/>
          <a:p>
            <a:fld id="{6E763E6C-A264-4DF2-9DE5-DDE9B7F91A81}" type="datetimeFigureOut">
              <a:rPr lang="en-IN" smtClean="0"/>
              <a:t>16-02-2025</a:t>
            </a:fld>
            <a:endParaRPr lang="en-IN"/>
          </a:p>
        </p:txBody>
      </p:sp>
      <p:sp>
        <p:nvSpPr>
          <p:cNvPr id="5" name="Footer Placeholder 4">
            <a:extLst>
              <a:ext uri="{FF2B5EF4-FFF2-40B4-BE49-F238E27FC236}">
                <a16:creationId xmlns:a16="http://schemas.microsoft.com/office/drawing/2014/main" id="{0494514F-54BA-065A-2A5B-478B1A5E297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72D36B-B522-74DB-D221-DC9CD19D3465}"/>
              </a:ext>
            </a:extLst>
          </p:cNvPr>
          <p:cNvSpPr>
            <a:spLocks noGrp="1"/>
          </p:cNvSpPr>
          <p:nvPr>
            <p:ph type="sldNum" sz="quarter" idx="12"/>
          </p:nvPr>
        </p:nvSpPr>
        <p:spPr/>
        <p:txBody>
          <a:bodyPr/>
          <a:lstStyle/>
          <a:p>
            <a:fld id="{566B7B78-C347-4CE2-B2AA-26DC05A2041C}" type="slidenum">
              <a:rPr lang="en-IN" smtClean="0"/>
              <a:t>‹#›</a:t>
            </a:fld>
            <a:endParaRPr lang="en-IN"/>
          </a:p>
        </p:txBody>
      </p:sp>
    </p:spTree>
    <p:extLst>
      <p:ext uri="{BB962C8B-B14F-4D97-AF65-F5344CB8AC3E}">
        <p14:creationId xmlns:p14="http://schemas.microsoft.com/office/powerpoint/2010/main" val="864361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6F46335-C3A5-B79A-D87F-CA9C2CF7674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5C98C3-05F1-3447-F3E4-C0E8BF96828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3719C1-676F-E7FC-FF3C-81BE8930C99C}"/>
              </a:ext>
            </a:extLst>
          </p:cNvPr>
          <p:cNvSpPr>
            <a:spLocks noGrp="1"/>
          </p:cNvSpPr>
          <p:nvPr>
            <p:ph type="dt" sz="half" idx="10"/>
          </p:nvPr>
        </p:nvSpPr>
        <p:spPr/>
        <p:txBody>
          <a:bodyPr/>
          <a:lstStyle/>
          <a:p>
            <a:fld id="{6E763E6C-A264-4DF2-9DE5-DDE9B7F91A81}" type="datetimeFigureOut">
              <a:rPr lang="en-IN" smtClean="0"/>
              <a:t>16-02-2025</a:t>
            </a:fld>
            <a:endParaRPr lang="en-IN"/>
          </a:p>
        </p:txBody>
      </p:sp>
      <p:sp>
        <p:nvSpPr>
          <p:cNvPr id="5" name="Footer Placeholder 4">
            <a:extLst>
              <a:ext uri="{FF2B5EF4-FFF2-40B4-BE49-F238E27FC236}">
                <a16:creationId xmlns:a16="http://schemas.microsoft.com/office/drawing/2014/main" id="{4A1D4D88-0B00-B476-9ED6-FA2593CAE05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D2A8AF-40B9-7482-90A7-4C9C0C342628}"/>
              </a:ext>
            </a:extLst>
          </p:cNvPr>
          <p:cNvSpPr>
            <a:spLocks noGrp="1"/>
          </p:cNvSpPr>
          <p:nvPr>
            <p:ph type="sldNum" sz="quarter" idx="12"/>
          </p:nvPr>
        </p:nvSpPr>
        <p:spPr/>
        <p:txBody>
          <a:bodyPr/>
          <a:lstStyle/>
          <a:p>
            <a:fld id="{566B7B78-C347-4CE2-B2AA-26DC05A2041C}" type="slidenum">
              <a:rPr lang="en-IN" smtClean="0"/>
              <a:t>‹#›</a:t>
            </a:fld>
            <a:endParaRPr lang="en-IN"/>
          </a:p>
        </p:txBody>
      </p:sp>
    </p:spTree>
    <p:extLst>
      <p:ext uri="{BB962C8B-B14F-4D97-AF65-F5344CB8AC3E}">
        <p14:creationId xmlns:p14="http://schemas.microsoft.com/office/powerpoint/2010/main" val="40058057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8ADEA1F-A473-FE0A-2406-7AD05698F0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15F0981-E4CF-1090-38DC-2819A46031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E7457A-677F-4C44-20A2-C56DCEC4DC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763E6C-A264-4DF2-9DE5-DDE9B7F91A81}" type="datetimeFigureOut">
              <a:rPr lang="en-IN" smtClean="0"/>
              <a:t>16-02-2025</a:t>
            </a:fld>
            <a:endParaRPr lang="en-IN"/>
          </a:p>
        </p:txBody>
      </p:sp>
      <p:sp>
        <p:nvSpPr>
          <p:cNvPr id="5" name="Footer Placeholder 4">
            <a:extLst>
              <a:ext uri="{FF2B5EF4-FFF2-40B4-BE49-F238E27FC236}">
                <a16:creationId xmlns:a16="http://schemas.microsoft.com/office/drawing/2014/main" id="{A7261782-7479-DC9F-F57C-BCFCBDC9D8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E86D337-3980-D162-6AF4-F19D3AA290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6B7B78-C347-4CE2-B2AA-26DC05A2041C}" type="slidenum">
              <a:rPr lang="en-IN" smtClean="0"/>
              <a:t>‹#›</a:t>
            </a:fld>
            <a:endParaRPr lang="en-IN"/>
          </a:p>
        </p:txBody>
      </p:sp>
    </p:spTree>
    <p:extLst>
      <p:ext uri="{BB962C8B-B14F-4D97-AF65-F5344CB8AC3E}">
        <p14:creationId xmlns:p14="http://schemas.microsoft.com/office/powerpoint/2010/main" val="2479229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695BBBD-C471-374E-FF61-043E143F44B4}"/>
              </a:ext>
            </a:extLst>
          </p:cNvPr>
          <p:cNvSpPr txBox="1"/>
          <p:nvPr/>
        </p:nvSpPr>
        <p:spPr>
          <a:xfrm flipH="1">
            <a:off x="10550013" y="6158436"/>
            <a:ext cx="780190" cy="369332"/>
          </a:xfrm>
          <a:prstGeom prst="rect">
            <a:avLst/>
          </a:prstGeom>
          <a:noFill/>
        </p:spPr>
        <p:txBody>
          <a:bodyPr wrap="square" rtlCol="0">
            <a:spAutoFit/>
          </a:bodyPr>
          <a:lstStyle/>
          <a:p>
            <a:r>
              <a:rPr lang="en-US" dirty="0"/>
              <a:t>Pg 49</a:t>
            </a:r>
            <a:endParaRPr lang="en-IN" dirty="0"/>
          </a:p>
        </p:txBody>
      </p:sp>
      <p:pic>
        <p:nvPicPr>
          <p:cNvPr id="4" name="Picture 3">
            <a:extLst>
              <a:ext uri="{FF2B5EF4-FFF2-40B4-BE49-F238E27FC236}">
                <a16:creationId xmlns:a16="http://schemas.microsoft.com/office/drawing/2014/main" id="{7BEB8C99-2813-6406-E666-00FB25D8F4AD}"/>
              </a:ext>
            </a:extLst>
          </p:cNvPr>
          <p:cNvPicPr>
            <a:picLocks noChangeAspect="1"/>
          </p:cNvPicPr>
          <p:nvPr/>
        </p:nvPicPr>
        <p:blipFill>
          <a:blip r:embed="rId2"/>
          <a:stretch>
            <a:fillRect/>
          </a:stretch>
        </p:blipFill>
        <p:spPr>
          <a:xfrm>
            <a:off x="2220729" y="0"/>
            <a:ext cx="7750542" cy="6858000"/>
          </a:xfrm>
          <a:prstGeom prst="rect">
            <a:avLst/>
          </a:prstGeom>
        </p:spPr>
      </p:pic>
    </p:spTree>
    <p:extLst>
      <p:ext uri="{BB962C8B-B14F-4D97-AF65-F5344CB8AC3E}">
        <p14:creationId xmlns:p14="http://schemas.microsoft.com/office/powerpoint/2010/main" val="4100595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1937092-88A4-12F9-1D3D-6672AF5363D8}"/>
              </a:ext>
            </a:extLst>
          </p:cNvPr>
          <p:cNvPicPr>
            <a:picLocks noChangeAspect="1"/>
          </p:cNvPicPr>
          <p:nvPr/>
        </p:nvPicPr>
        <p:blipFill>
          <a:blip r:embed="rId2"/>
          <a:stretch>
            <a:fillRect/>
          </a:stretch>
        </p:blipFill>
        <p:spPr>
          <a:xfrm>
            <a:off x="871248" y="1727623"/>
            <a:ext cx="10449503" cy="3402754"/>
          </a:xfrm>
          <a:prstGeom prst="rect">
            <a:avLst/>
          </a:prstGeom>
        </p:spPr>
      </p:pic>
      <p:sp>
        <p:nvSpPr>
          <p:cNvPr id="4" name="TextBox 3">
            <a:extLst>
              <a:ext uri="{FF2B5EF4-FFF2-40B4-BE49-F238E27FC236}">
                <a16:creationId xmlns:a16="http://schemas.microsoft.com/office/drawing/2014/main" id="{CDFDE56D-4D40-F5F7-FCB6-81AE82867B45}"/>
              </a:ext>
            </a:extLst>
          </p:cNvPr>
          <p:cNvSpPr txBox="1"/>
          <p:nvPr/>
        </p:nvSpPr>
        <p:spPr>
          <a:xfrm flipH="1">
            <a:off x="10550013" y="6158436"/>
            <a:ext cx="780190" cy="369332"/>
          </a:xfrm>
          <a:prstGeom prst="rect">
            <a:avLst/>
          </a:prstGeom>
          <a:noFill/>
        </p:spPr>
        <p:txBody>
          <a:bodyPr wrap="square" rtlCol="0">
            <a:spAutoFit/>
          </a:bodyPr>
          <a:lstStyle/>
          <a:p>
            <a:r>
              <a:rPr lang="en-US" dirty="0"/>
              <a:t>Pg 50</a:t>
            </a:r>
            <a:endParaRPr lang="en-IN" dirty="0"/>
          </a:p>
        </p:txBody>
      </p:sp>
    </p:spTree>
    <p:extLst>
      <p:ext uri="{BB962C8B-B14F-4D97-AF65-F5344CB8AC3E}">
        <p14:creationId xmlns:p14="http://schemas.microsoft.com/office/powerpoint/2010/main" val="41224474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36FF8-AEB3-D964-3C37-8D6A3C6B194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DA2967C-B4E7-B37F-BE76-CDCEE9CAD5AA}"/>
              </a:ext>
            </a:extLst>
          </p:cNvPr>
          <p:cNvSpPr txBox="1"/>
          <p:nvPr/>
        </p:nvSpPr>
        <p:spPr>
          <a:xfrm flipH="1">
            <a:off x="10550013" y="6158436"/>
            <a:ext cx="780190" cy="369332"/>
          </a:xfrm>
          <a:prstGeom prst="rect">
            <a:avLst/>
          </a:prstGeom>
          <a:noFill/>
        </p:spPr>
        <p:txBody>
          <a:bodyPr wrap="square" rtlCol="0">
            <a:spAutoFit/>
          </a:bodyPr>
          <a:lstStyle/>
          <a:p>
            <a:r>
              <a:rPr lang="en-US" dirty="0"/>
              <a:t>Pg 50</a:t>
            </a:r>
            <a:endParaRPr lang="en-IN" dirty="0"/>
          </a:p>
        </p:txBody>
      </p:sp>
      <p:pic>
        <p:nvPicPr>
          <p:cNvPr id="4" name="Picture 3">
            <a:extLst>
              <a:ext uri="{FF2B5EF4-FFF2-40B4-BE49-F238E27FC236}">
                <a16:creationId xmlns:a16="http://schemas.microsoft.com/office/drawing/2014/main" id="{8C62DB0F-9ACA-A32A-6558-48ECB3F0E115}"/>
              </a:ext>
            </a:extLst>
          </p:cNvPr>
          <p:cNvPicPr>
            <a:picLocks noChangeAspect="1"/>
          </p:cNvPicPr>
          <p:nvPr/>
        </p:nvPicPr>
        <p:blipFill>
          <a:blip r:embed="rId2"/>
          <a:stretch>
            <a:fillRect/>
          </a:stretch>
        </p:blipFill>
        <p:spPr>
          <a:xfrm>
            <a:off x="2872822" y="0"/>
            <a:ext cx="6446356" cy="6858000"/>
          </a:xfrm>
          <a:prstGeom prst="rect">
            <a:avLst/>
          </a:prstGeom>
        </p:spPr>
      </p:pic>
    </p:spTree>
    <p:extLst>
      <p:ext uri="{BB962C8B-B14F-4D97-AF65-F5344CB8AC3E}">
        <p14:creationId xmlns:p14="http://schemas.microsoft.com/office/powerpoint/2010/main" val="23169127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FCA17-0BFF-F4EF-6377-AE149B7BDCD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B4F5183-23C9-99A7-5046-70F5AF4EA9B6}"/>
              </a:ext>
            </a:extLst>
          </p:cNvPr>
          <p:cNvSpPr txBox="1"/>
          <p:nvPr/>
        </p:nvSpPr>
        <p:spPr>
          <a:xfrm flipH="1">
            <a:off x="10550013" y="6158436"/>
            <a:ext cx="780190" cy="369332"/>
          </a:xfrm>
          <a:prstGeom prst="rect">
            <a:avLst/>
          </a:prstGeom>
          <a:noFill/>
        </p:spPr>
        <p:txBody>
          <a:bodyPr wrap="square" rtlCol="0">
            <a:spAutoFit/>
          </a:bodyPr>
          <a:lstStyle/>
          <a:p>
            <a:r>
              <a:rPr lang="en-US" dirty="0"/>
              <a:t>Pg 51</a:t>
            </a:r>
            <a:endParaRPr lang="en-IN" dirty="0"/>
          </a:p>
        </p:txBody>
      </p:sp>
      <p:pic>
        <p:nvPicPr>
          <p:cNvPr id="6" name="Picture 5">
            <a:extLst>
              <a:ext uri="{FF2B5EF4-FFF2-40B4-BE49-F238E27FC236}">
                <a16:creationId xmlns:a16="http://schemas.microsoft.com/office/drawing/2014/main" id="{9CE4BEBF-EC36-A16D-F763-3589483571FE}"/>
              </a:ext>
            </a:extLst>
          </p:cNvPr>
          <p:cNvPicPr>
            <a:picLocks noChangeAspect="1"/>
          </p:cNvPicPr>
          <p:nvPr/>
        </p:nvPicPr>
        <p:blipFill>
          <a:blip r:embed="rId2"/>
          <a:stretch>
            <a:fillRect/>
          </a:stretch>
        </p:blipFill>
        <p:spPr>
          <a:xfrm>
            <a:off x="2356915" y="241517"/>
            <a:ext cx="7478169" cy="2029108"/>
          </a:xfrm>
          <a:prstGeom prst="rect">
            <a:avLst/>
          </a:prstGeom>
        </p:spPr>
      </p:pic>
      <p:pic>
        <p:nvPicPr>
          <p:cNvPr id="8" name="Picture 7">
            <a:extLst>
              <a:ext uri="{FF2B5EF4-FFF2-40B4-BE49-F238E27FC236}">
                <a16:creationId xmlns:a16="http://schemas.microsoft.com/office/drawing/2014/main" id="{5054BA6D-D7FC-1359-D4D4-F5F265CDF49F}"/>
              </a:ext>
            </a:extLst>
          </p:cNvPr>
          <p:cNvPicPr>
            <a:picLocks noChangeAspect="1"/>
          </p:cNvPicPr>
          <p:nvPr/>
        </p:nvPicPr>
        <p:blipFill>
          <a:blip r:embed="rId3"/>
          <a:stretch>
            <a:fillRect/>
          </a:stretch>
        </p:blipFill>
        <p:spPr>
          <a:xfrm>
            <a:off x="2356915" y="2270625"/>
            <a:ext cx="7440063" cy="1609950"/>
          </a:xfrm>
          <a:prstGeom prst="rect">
            <a:avLst/>
          </a:prstGeom>
        </p:spPr>
      </p:pic>
    </p:spTree>
    <p:extLst>
      <p:ext uri="{BB962C8B-B14F-4D97-AF65-F5344CB8AC3E}">
        <p14:creationId xmlns:p14="http://schemas.microsoft.com/office/powerpoint/2010/main" val="302702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EC552-4B5B-4A56-6A42-5E862A54B9B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40BB6C5-8352-FDFF-049C-0420931893C9}"/>
              </a:ext>
            </a:extLst>
          </p:cNvPr>
          <p:cNvSpPr txBox="1"/>
          <p:nvPr/>
        </p:nvSpPr>
        <p:spPr>
          <a:xfrm flipH="1">
            <a:off x="10550013" y="6158436"/>
            <a:ext cx="780190" cy="369332"/>
          </a:xfrm>
          <a:prstGeom prst="rect">
            <a:avLst/>
          </a:prstGeom>
          <a:noFill/>
        </p:spPr>
        <p:txBody>
          <a:bodyPr wrap="square" rtlCol="0">
            <a:spAutoFit/>
          </a:bodyPr>
          <a:lstStyle/>
          <a:p>
            <a:r>
              <a:rPr lang="en-US" dirty="0"/>
              <a:t>Pg 49</a:t>
            </a:r>
            <a:endParaRPr lang="en-IN" dirty="0"/>
          </a:p>
        </p:txBody>
      </p:sp>
      <p:pic>
        <p:nvPicPr>
          <p:cNvPr id="4" name="Picture 3">
            <a:extLst>
              <a:ext uri="{FF2B5EF4-FFF2-40B4-BE49-F238E27FC236}">
                <a16:creationId xmlns:a16="http://schemas.microsoft.com/office/drawing/2014/main" id="{08384340-1F43-2247-51BE-6BBD9B8444B8}"/>
              </a:ext>
            </a:extLst>
          </p:cNvPr>
          <p:cNvPicPr>
            <a:picLocks noChangeAspect="1"/>
          </p:cNvPicPr>
          <p:nvPr/>
        </p:nvPicPr>
        <p:blipFill>
          <a:blip r:embed="rId2"/>
          <a:stretch>
            <a:fillRect/>
          </a:stretch>
        </p:blipFill>
        <p:spPr>
          <a:xfrm>
            <a:off x="657941" y="461548"/>
            <a:ext cx="5153744" cy="5934903"/>
          </a:xfrm>
          <a:prstGeom prst="rect">
            <a:avLst/>
          </a:prstGeom>
        </p:spPr>
      </p:pic>
      <p:pic>
        <p:nvPicPr>
          <p:cNvPr id="6" name="Picture 5">
            <a:extLst>
              <a:ext uri="{FF2B5EF4-FFF2-40B4-BE49-F238E27FC236}">
                <a16:creationId xmlns:a16="http://schemas.microsoft.com/office/drawing/2014/main" id="{4D0ABBDB-B775-0187-CD3A-0FFDE9314F9C}"/>
              </a:ext>
            </a:extLst>
          </p:cNvPr>
          <p:cNvPicPr>
            <a:picLocks noChangeAspect="1"/>
          </p:cNvPicPr>
          <p:nvPr/>
        </p:nvPicPr>
        <p:blipFill>
          <a:blip r:embed="rId3"/>
          <a:stretch>
            <a:fillRect/>
          </a:stretch>
        </p:blipFill>
        <p:spPr>
          <a:xfrm>
            <a:off x="6096000" y="923180"/>
            <a:ext cx="4553585" cy="4067743"/>
          </a:xfrm>
          <a:prstGeom prst="rect">
            <a:avLst/>
          </a:prstGeom>
        </p:spPr>
      </p:pic>
    </p:spTree>
    <p:extLst>
      <p:ext uri="{BB962C8B-B14F-4D97-AF65-F5344CB8AC3E}">
        <p14:creationId xmlns:p14="http://schemas.microsoft.com/office/powerpoint/2010/main" val="41557895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8FDE6-1AC8-F131-F570-CF00F036B74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92763A2-5031-F1E6-0623-3553D196AFFE}"/>
              </a:ext>
            </a:extLst>
          </p:cNvPr>
          <p:cNvSpPr txBox="1"/>
          <p:nvPr/>
        </p:nvSpPr>
        <p:spPr>
          <a:xfrm flipH="1">
            <a:off x="10550013" y="6158436"/>
            <a:ext cx="780190" cy="369332"/>
          </a:xfrm>
          <a:prstGeom prst="rect">
            <a:avLst/>
          </a:prstGeom>
          <a:noFill/>
        </p:spPr>
        <p:txBody>
          <a:bodyPr wrap="square" rtlCol="0">
            <a:spAutoFit/>
          </a:bodyPr>
          <a:lstStyle/>
          <a:p>
            <a:r>
              <a:rPr lang="en-US" dirty="0"/>
              <a:t>Pg 52</a:t>
            </a:r>
            <a:endParaRPr lang="en-IN" dirty="0"/>
          </a:p>
        </p:txBody>
      </p:sp>
      <p:pic>
        <p:nvPicPr>
          <p:cNvPr id="4" name="Picture 3">
            <a:extLst>
              <a:ext uri="{FF2B5EF4-FFF2-40B4-BE49-F238E27FC236}">
                <a16:creationId xmlns:a16="http://schemas.microsoft.com/office/drawing/2014/main" id="{EEDAAE14-B9C4-DEAF-BE45-95BFD7E866F3}"/>
              </a:ext>
            </a:extLst>
          </p:cNvPr>
          <p:cNvPicPr>
            <a:picLocks noChangeAspect="1"/>
          </p:cNvPicPr>
          <p:nvPr/>
        </p:nvPicPr>
        <p:blipFill>
          <a:blip r:embed="rId2"/>
          <a:stretch>
            <a:fillRect/>
          </a:stretch>
        </p:blipFill>
        <p:spPr>
          <a:xfrm>
            <a:off x="146713" y="1172746"/>
            <a:ext cx="6731503" cy="3979357"/>
          </a:xfrm>
          <a:prstGeom prst="rect">
            <a:avLst/>
          </a:prstGeom>
        </p:spPr>
      </p:pic>
      <p:pic>
        <p:nvPicPr>
          <p:cNvPr id="6" name="Picture 5">
            <a:extLst>
              <a:ext uri="{FF2B5EF4-FFF2-40B4-BE49-F238E27FC236}">
                <a16:creationId xmlns:a16="http://schemas.microsoft.com/office/drawing/2014/main" id="{F0AC3E5E-EE2D-4CC8-9B48-988C4BF9C2F2}"/>
              </a:ext>
            </a:extLst>
          </p:cNvPr>
          <p:cNvPicPr>
            <a:picLocks noChangeAspect="1"/>
          </p:cNvPicPr>
          <p:nvPr/>
        </p:nvPicPr>
        <p:blipFill>
          <a:blip r:embed="rId3"/>
          <a:stretch>
            <a:fillRect/>
          </a:stretch>
        </p:blipFill>
        <p:spPr>
          <a:xfrm>
            <a:off x="6825717" y="1155913"/>
            <a:ext cx="5219570" cy="4168877"/>
          </a:xfrm>
          <a:prstGeom prst="rect">
            <a:avLst/>
          </a:prstGeom>
        </p:spPr>
      </p:pic>
      <p:pic>
        <p:nvPicPr>
          <p:cNvPr id="8" name="Picture 7">
            <a:extLst>
              <a:ext uri="{FF2B5EF4-FFF2-40B4-BE49-F238E27FC236}">
                <a16:creationId xmlns:a16="http://schemas.microsoft.com/office/drawing/2014/main" id="{9984C591-96B0-823B-1F1B-BF55B060012E}"/>
              </a:ext>
            </a:extLst>
          </p:cNvPr>
          <p:cNvPicPr>
            <a:picLocks noChangeAspect="1"/>
          </p:cNvPicPr>
          <p:nvPr/>
        </p:nvPicPr>
        <p:blipFill>
          <a:blip r:embed="rId4"/>
          <a:stretch>
            <a:fillRect/>
          </a:stretch>
        </p:blipFill>
        <p:spPr>
          <a:xfrm>
            <a:off x="185017" y="5083276"/>
            <a:ext cx="6581456" cy="953729"/>
          </a:xfrm>
          <a:prstGeom prst="rect">
            <a:avLst/>
          </a:prstGeom>
        </p:spPr>
      </p:pic>
    </p:spTree>
    <p:extLst>
      <p:ext uri="{BB962C8B-B14F-4D97-AF65-F5344CB8AC3E}">
        <p14:creationId xmlns:p14="http://schemas.microsoft.com/office/powerpoint/2010/main" val="25701436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02442-46DD-EE32-5358-3684D3DED15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FBDE1D0-B168-2AE7-587F-C564EEC73AF8}"/>
              </a:ext>
            </a:extLst>
          </p:cNvPr>
          <p:cNvSpPr txBox="1"/>
          <p:nvPr/>
        </p:nvSpPr>
        <p:spPr>
          <a:xfrm flipH="1">
            <a:off x="10550013" y="6158436"/>
            <a:ext cx="780190" cy="369332"/>
          </a:xfrm>
          <a:prstGeom prst="rect">
            <a:avLst/>
          </a:prstGeom>
          <a:noFill/>
        </p:spPr>
        <p:txBody>
          <a:bodyPr wrap="square" rtlCol="0">
            <a:spAutoFit/>
          </a:bodyPr>
          <a:lstStyle/>
          <a:p>
            <a:r>
              <a:rPr lang="en-US" dirty="0"/>
              <a:t>Pg 54</a:t>
            </a:r>
            <a:endParaRPr lang="en-IN" dirty="0"/>
          </a:p>
        </p:txBody>
      </p:sp>
      <p:pic>
        <p:nvPicPr>
          <p:cNvPr id="4" name="Picture 3">
            <a:extLst>
              <a:ext uri="{FF2B5EF4-FFF2-40B4-BE49-F238E27FC236}">
                <a16:creationId xmlns:a16="http://schemas.microsoft.com/office/drawing/2014/main" id="{9C49F89F-F3A4-5236-98C2-ACD5EC1E75E6}"/>
              </a:ext>
            </a:extLst>
          </p:cNvPr>
          <p:cNvPicPr>
            <a:picLocks noChangeAspect="1"/>
          </p:cNvPicPr>
          <p:nvPr/>
        </p:nvPicPr>
        <p:blipFill>
          <a:blip r:embed="rId2"/>
          <a:stretch>
            <a:fillRect/>
          </a:stretch>
        </p:blipFill>
        <p:spPr>
          <a:xfrm>
            <a:off x="1852474" y="428206"/>
            <a:ext cx="8697539" cy="3000794"/>
          </a:xfrm>
          <a:prstGeom prst="rect">
            <a:avLst/>
          </a:prstGeom>
        </p:spPr>
      </p:pic>
    </p:spTree>
    <p:extLst>
      <p:ext uri="{BB962C8B-B14F-4D97-AF65-F5344CB8AC3E}">
        <p14:creationId xmlns:p14="http://schemas.microsoft.com/office/powerpoint/2010/main" val="25726273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CC4D7-CACD-431F-6B1C-A6105633C48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83B84F1-C250-AED5-BA60-D489597CA0D1}"/>
              </a:ext>
            </a:extLst>
          </p:cNvPr>
          <p:cNvSpPr txBox="1"/>
          <p:nvPr/>
        </p:nvSpPr>
        <p:spPr>
          <a:xfrm flipH="1">
            <a:off x="10550013" y="6158436"/>
            <a:ext cx="780190" cy="369332"/>
          </a:xfrm>
          <a:prstGeom prst="rect">
            <a:avLst/>
          </a:prstGeom>
          <a:noFill/>
        </p:spPr>
        <p:txBody>
          <a:bodyPr wrap="square" rtlCol="0">
            <a:spAutoFit/>
          </a:bodyPr>
          <a:lstStyle/>
          <a:p>
            <a:r>
              <a:rPr lang="en-US" dirty="0"/>
              <a:t>Pg 49</a:t>
            </a:r>
            <a:endParaRPr lang="en-IN" dirty="0"/>
          </a:p>
        </p:txBody>
      </p:sp>
      <p:pic>
        <p:nvPicPr>
          <p:cNvPr id="6" name="Picture 5">
            <a:extLst>
              <a:ext uri="{FF2B5EF4-FFF2-40B4-BE49-F238E27FC236}">
                <a16:creationId xmlns:a16="http://schemas.microsoft.com/office/drawing/2014/main" id="{711754A7-8A4B-E725-097B-75BDCC6D6543}"/>
              </a:ext>
            </a:extLst>
          </p:cNvPr>
          <p:cNvPicPr>
            <a:picLocks noChangeAspect="1"/>
          </p:cNvPicPr>
          <p:nvPr/>
        </p:nvPicPr>
        <p:blipFill>
          <a:blip r:embed="rId2"/>
          <a:stretch>
            <a:fillRect/>
          </a:stretch>
        </p:blipFill>
        <p:spPr>
          <a:xfrm>
            <a:off x="1799302" y="158312"/>
            <a:ext cx="8593395" cy="6541375"/>
          </a:xfrm>
          <a:prstGeom prst="rect">
            <a:avLst/>
          </a:prstGeom>
        </p:spPr>
      </p:pic>
    </p:spTree>
    <p:extLst>
      <p:ext uri="{BB962C8B-B14F-4D97-AF65-F5344CB8AC3E}">
        <p14:creationId xmlns:p14="http://schemas.microsoft.com/office/powerpoint/2010/main" val="663650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3F95E-DC44-CF5B-8197-CFC928F34F9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6538DD0-E183-1F69-8A3F-E0224842F252}"/>
              </a:ext>
            </a:extLst>
          </p:cNvPr>
          <p:cNvSpPr txBox="1"/>
          <p:nvPr/>
        </p:nvSpPr>
        <p:spPr>
          <a:xfrm flipH="1">
            <a:off x="10550013" y="6158436"/>
            <a:ext cx="780190" cy="369332"/>
          </a:xfrm>
          <a:prstGeom prst="rect">
            <a:avLst/>
          </a:prstGeom>
          <a:noFill/>
        </p:spPr>
        <p:txBody>
          <a:bodyPr wrap="square" rtlCol="0">
            <a:spAutoFit/>
          </a:bodyPr>
          <a:lstStyle/>
          <a:p>
            <a:r>
              <a:rPr lang="en-US" dirty="0"/>
              <a:t>Pg 49</a:t>
            </a:r>
            <a:endParaRPr lang="en-IN" dirty="0"/>
          </a:p>
        </p:txBody>
      </p:sp>
      <p:pic>
        <p:nvPicPr>
          <p:cNvPr id="4" name="Picture 3">
            <a:extLst>
              <a:ext uri="{FF2B5EF4-FFF2-40B4-BE49-F238E27FC236}">
                <a16:creationId xmlns:a16="http://schemas.microsoft.com/office/drawing/2014/main" id="{26EED7CE-D469-3F8C-6D57-5F544F0EF6DC}"/>
              </a:ext>
            </a:extLst>
          </p:cNvPr>
          <p:cNvPicPr>
            <a:picLocks noChangeAspect="1"/>
          </p:cNvPicPr>
          <p:nvPr/>
        </p:nvPicPr>
        <p:blipFill>
          <a:blip r:embed="rId2"/>
          <a:stretch>
            <a:fillRect/>
          </a:stretch>
        </p:blipFill>
        <p:spPr>
          <a:xfrm>
            <a:off x="1704362" y="999786"/>
            <a:ext cx="8783276" cy="4858428"/>
          </a:xfrm>
          <a:prstGeom prst="rect">
            <a:avLst/>
          </a:prstGeom>
        </p:spPr>
      </p:pic>
    </p:spTree>
    <p:extLst>
      <p:ext uri="{BB962C8B-B14F-4D97-AF65-F5344CB8AC3E}">
        <p14:creationId xmlns:p14="http://schemas.microsoft.com/office/powerpoint/2010/main" val="3912262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7AAD6-9A90-81C5-E0D4-9FDF3E87071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CB47D61-647F-F24C-9E6E-9C9AAC6EE67B}"/>
              </a:ext>
            </a:extLst>
          </p:cNvPr>
          <p:cNvSpPr txBox="1"/>
          <p:nvPr/>
        </p:nvSpPr>
        <p:spPr>
          <a:xfrm flipH="1">
            <a:off x="10550013" y="6158436"/>
            <a:ext cx="780190" cy="369332"/>
          </a:xfrm>
          <a:prstGeom prst="rect">
            <a:avLst/>
          </a:prstGeom>
          <a:noFill/>
        </p:spPr>
        <p:txBody>
          <a:bodyPr wrap="square" rtlCol="0">
            <a:spAutoFit/>
          </a:bodyPr>
          <a:lstStyle/>
          <a:p>
            <a:r>
              <a:rPr lang="en-US" dirty="0"/>
              <a:t>Pg 65</a:t>
            </a:r>
            <a:endParaRPr lang="en-IN" dirty="0"/>
          </a:p>
        </p:txBody>
      </p:sp>
      <p:pic>
        <p:nvPicPr>
          <p:cNvPr id="4" name="Picture 3">
            <a:extLst>
              <a:ext uri="{FF2B5EF4-FFF2-40B4-BE49-F238E27FC236}">
                <a16:creationId xmlns:a16="http://schemas.microsoft.com/office/drawing/2014/main" id="{119745AA-D0CC-3037-EC07-A50D8339C050}"/>
              </a:ext>
            </a:extLst>
          </p:cNvPr>
          <p:cNvPicPr>
            <a:picLocks noChangeAspect="1"/>
          </p:cNvPicPr>
          <p:nvPr/>
        </p:nvPicPr>
        <p:blipFill>
          <a:blip r:embed="rId2"/>
          <a:stretch>
            <a:fillRect/>
          </a:stretch>
        </p:blipFill>
        <p:spPr>
          <a:xfrm>
            <a:off x="1718651" y="513943"/>
            <a:ext cx="8754697" cy="5830114"/>
          </a:xfrm>
          <a:prstGeom prst="rect">
            <a:avLst/>
          </a:prstGeom>
        </p:spPr>
      </p:pic>
    </p:spTree>
    <p:extLst>
      <p:ext uri="{BB962C8B-B14F-4D97-AF65-F5344CB8AC3E}">
        <p14:creationId xmlns:p14="http://schemas.microsoft.com/office/powerpoint/2010/main" val="39350457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25465-7512-E4EC-73DB-43DA636934B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0C6B3AE-B59C-B816-07DE-B76E140E88A2}"/>
              </a:ext>
            </a:extLst>
          </p:cNvPr>
          <p:cNvPicPr>
            <a:picLocks noChangeAspect="1"/>
          </p:cNvPicPr>
          <p:nvPr/>
        </p:nvPicPr>
        <p:blipFill>
          <a:blip r:embed="rId2"/>
          <a:stretch>
            <a:fillRect/>
          </a:stretch>
        </p:blipFill>
        <p:spPr>
          <a:xfrm>
            <a:off x="3073439" y="363147"/>
            <a:ext cx="6045122" cy="6131706"/>
          </a:xfrm>
          <a:prstGeom prst="rect">
            <a:avLst/>
          </a:prstGeom>
        </p:spPr>
      </p:pic>
    </p:spTree>
    <p:extLst>
      <p:ext uri="{BB962C8B-B14F-4D97-AF65-F5344CB8AC3E}">
        <p14:creationId xmlns:p14="http://schemas.microsoft.com/office/powerpoint/2010/main" val="18364879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D4C22-F384-4F87-7609-A6CFA6FAC07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C869BBF-1F83-6AAE-00DA-D61158437D9E}"/>
              </a:ext>
            </a:extLst>
          </p:cNvPr>
          <p:cNvPicPr>
            <a:picLocks noChangeAspect="1"/>
          </p:cNvPicPr>
          <p:nvPr/>
        </p:nvPicPr>
        <p:blipFill>
          <a:blip r:embed="rId2"/>
          <a:stretch>
            <a:fillRect/>
          </a:stretch>
        </p:blipFill>
        <p:spPr>
          <a:xfrm>
            <a:off x="475688" y="1573519"/>
            <a:ext cx="11240624" cy="3710962"/>
          </a:xfrm>
          <a:prstGeom prst="rect">
            <a:avLst/>
          </a:prstGeom>
        </p:spPr>
      </p:pic>
    </p:spTree>
    <p:extLst>
      <p:ext uri="{BB962C8B-B14F-4D97-AF65-F5344CB8AC3E}">
        <p14:creationId xmlns:p14="http://schemas.microsoft.com/office/powerpoint/2010/main" val="8664501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1A3E1-DF3D-BF2B-AC30-B997C1D4856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474081A-779C-5C09-67C4-324B221C5345}"/>
              </a:ext>
            </a:extLst>
          </p:cNvPr>
          <p:cNvPicPr>
            <a:picLocks noChangeAspect="1"/>
          </p:cNvPicPr>
          <p:nvPr/>
        </p:nvPicPr>
        <p:blipFill>
          <a:blip r:embed="rId2"/>
          <a:stretch>
            <a:fillRect/>
          </a:stretch>
        </p:blipFill>
        <p:spPr>
          <a:xfrm>
            <a:off x="1750105" y="0"/>
            <a:ext cx="8691790" cy="6858000"/>
          </a:xfrm>
          <a:prstGeom prst="rect">
            <a:avLst/>
          </a:prstGeom>
        </p:spPr>
      </p:pic>
    </p:spTree>
    <p:extLst>
      <p:ext uri="{BB962C8B-B14F-4D97-AF65-F5344CB8AC3E}">
        <p14:creationId xmlns:p14="http://schemas.microsoft.com/office/powerpoint/2010/main" val="36266553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4866C-4DCB-0EBE-E7FD-8FB43299DBB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E1A322E-64B5-0455-72C0-AED368A75936}"/>
              </a:ext>
            </a:extLst>
          </p:cNvPr>
          <p:cNvPicPr>
            <a:picLocks noChangeAspect="1"/>
          </p:cNvPicPr>
          <p:nvPr/>
        </p:nvPicPr>
        <p:blipFill>
          <a:blip r:embed="rId2"/>
          <a:stretch>
            <a:fillRect/>
          </a:stretch>
        </p:blipFill>
        <p:spPr>
          <a:xfrm>
            <a:off x="1072537" y="0"/>
            <a:ext cx="10046925" cy="6858000"/>
          </a:xfrm>
          <a:prstGeom prst="rect">
            <a:avLst/>
          </a:prstGeom>
        </p:spPr>
      </p:pic>
    </p:spTree>
    <p:extLst>
      <p:ext uri="{BB962C8B-B14F-4D97-AF65-F5344CB8AC3E}">
        <p14:creationId xmlns:p14="http://schemas.microsoft.com/office/powerpoint/2010/main" val="11554912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C7541-6A17-BD3C-7672-9FD29E693DA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E5BE17E-069E-E88D-A7CA-F32A7CA84941}"/>
              </a:ext>
            </a:extLst>
          </p:cNvPr>
          <p:cNvPicPr>
            <a:picLocks noChangeAspect="1"/>
          </p:cNvPicPr>
          <p:nvPr/>
        </p:nvPicPr>
        <p:blipFill>
          <a:blip r:embed="rId2"/>
          <a:stretch>
            <a:fillRect/>
          </a:stretch>
        </p:blipFill>
        <p:spPr>
          <a:xfrm>
            <a:off x="2818942" y="32863"/>
            <a:ext cx="6554115" cy="6792273"/>
          </a:xfrm>
          <a:prstGeom prst="rect">
            <a:avLst/>
          </a:prstGeom>
        </p:spPr>
      </p:pic>
    </p:spTree>
    <p:extLst>
      <p:ext uri="{BB962C8B-B14F-4D97-AF65-F5344CB8AC3E}">
        <p14:creationId xmlns:p14="http://schemas.microsoft.com/office/powerpoint/2010/main" val="30974179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28B6E-04B7-C50A-9848-96E8D0DB614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366DA33-E483-AC58-A4A3-9E057EB143D2}"/>
              </a:ext>
            </a:extLst>
          </p:cNvPr>
          <p:cNvPicPr>
            <a:picLocks noChangeAspect="1"/>
          </p:cNvPicPr>
          <p:nvPr/>
        </p:nvPicPr>
        <p:blipFill>
          <a:blip r:embed="rId2"/>
          <a:stretch>
            <a:fillRect/>
          </a:stretch>
        </p:blipFill>
        <p:spPr>
          <a:xfrm>
            <a:off x="2271178" y="51916"/>
            <a:ext cx="7649643" cy="6754168"/>
          </a:xfrm>
          <a:prstGeom prst="rect">
            <a:avLst/>
          </a:prstGeom>
        </p:spPr>
      </p:pic>
    </p:spTree>
    <p:extLst>
      <p:ext uri="{BB962C8B-B14F-4D97-AF65-F5344CB8AC3E}">
        <p14:creationId xmlns:p14="http://schemas.microsoft.com/office/powerpoint/2010/main" val="37142688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90537-2144-5D89-65E1-8321BEA2A96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6ADA441-3717-4594-CD47-644DC6854F06}"/>
              </a:ext>
            </a:extLst>
          </p:cNvPr>
          <p:cNvPicPr>
            <a:picLocks noChangeAspect="1"/>
          </p:cNvPicPr>
          <p:nvPr/>
        </p:nvPicPr>
        <p:blipFill>
          <a:blip r:embed="rId2"/>
          <a:stretch>
            <a:fillRect/>
          </a:stretch>
        </p:blipFill>
        <p:spPr>
          <a:xfrm>
            <a:off x="1880599" y="204337"/>
            <a:ext cx="8430802" cy="6449325"/>
          </a:xfrm>
          <a:prstGeom prst="rect">
            <a:avLst/>
          </a:prstGeom>
        </p:spPr>
      </p:pic>
    </p:spTree>
    <p:extLst>
      <p:ext uri="{BB962C8B-B14F-4D97-AF65-F5344CB8AC3E}">
        <p14:creationId xmlns:p14="http://schemas.microsoft.com/office/powerpoint/2010/main" val="29816391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E39CD-5685-5B02-E0EA-00542DAB3C7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8CAA99C-107E-D2D9-D0C3-9DB62986FAA6}"/>
              </a:ext>
            </a:extLst>
          </p:cNvPr>
          <p:cNvPicPr>
            <a:picLocks noChangeAspect="1"/>
          </p:cNvPicPr>
          <p:nvPr/>
        </p:nvPicPr>
        <p:blipFill>
          <a:blip r:embed="rId2"/>
          <a:stretch>
            <a:fillRect/>
          </a:stretch>
        </p:blipFill>
        <p:spPr>
          <a:xfrm>
            <a:off x="1199466" y="537759"/>
            <a:ext cx="9793067" cy="5782482"/>
          </a:xfrm>
          <a:prstGeom prst="rect">
            <a:avLst/>
          </a:prstGeom>
        </p:spPr>
      </p:pic>
    </p:spTree>
    <p:extLst>
      <p:ext uri="{BB962C8B-B14F-4D97-AF65-F5344CB8AC3E}">
        <p14:creationId xmlns:p14="http://schemas.microsoft.com/office/powerpoint/2010/main" val="7372987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066AB-940A-ECF8-A9FD-6963E837B0D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904B435-33C5-7177-9265-0A72F42A65E9}"/>
              </a:ext>
            </a:extLst>
          </p:cNvPr>
          <p:cNvPicPr>
            <a:picLocks noChangeAspect="1"/>
          </p:cNvPicPr>
          <p:nvPr/>
        </p:nvPicPr>
        <p:blipFill>
          <a:blip r:embed="rId2"/>
          <a:stretch>
            <a:fillRect/>
          </a:stretch>
        </p:blipFill>
        <p:spPr>
          <a:xfrm>
            <a:off x="2292618" y="0"/>
            <a:ext cx="7606764" cy="6858000"/>
          </a:xfrm>
          <a:prstGeom prst="rect">
            <a:avLst/>
          </a:prstGeom>
        </p:spPr>
      </p:pic>
    </p:spTree>
    <p:extLst>
      <p:ext uri="{BB962C8B-B14F-4D97-AF65-F5344CB8AC3E}">
        <p14:creationId xmlns:p14="http://schemas.microsoft.com/office/powerpoint/2010/main" val="15380137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2A789-B6F6-7841-91F4-CEEFD1CE313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6350594-4C8F-22DF-0F9B-8C3E5C7E891F}"/>
              </a:ext>
            </a:extLst>
          </p:cNvPr>
          <p:cNvPicPr>
            <a:picLocks noChangeAspect="1"/>
          </p:cNvPicPr>
          <p:nvPr/>
        </p:nvPicPr>
        <p:blipFill>
          <a:blip r:embed="rId2"/>
          <a:stretch>
            <a:fillRect/>
          </a:stretch>
        </p:blipFill>
        <p:spPr>
          <a:xfrm>
            <a:off x="1325016" y="0"/>
            <a:ext cx="9541968" cy="6858000"/>
          </a:xfrm>
          <a:prstGeom prst="rect">
            <a:avLst/>
          </a:prstGeom>
        </p:spPr>
      </p:pic>
    </p:spTree>
    <p:extLst>
      <p:ext uri="{BB962C8B-B14F-4D97-AF65-F5344CB8AC3E}">
        <p14:creationId xmlns:p14="http://schemas.microsoft.com/office/powerpoint/2010/main" val="31162630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772BF-AF87-57EC-8507-79C7426A0DF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3CDACB0-F63B-0297-F081-43277C656F0D}"/>
              </a:ext>
            </a:extLst>
          </p:cNvPr>
          <p:cNvPicPr>
            <a:picLocks noChangeAspect="1"/>
          </p:cNvPicPr>
          <p:nvPr/>
        </p:nvPicPr>
        <p:blipFill>
          <a:blip r:embed="rId2"/>
          <a:stretch>
            <a:fillRect/>
          </a:stretch>
        </p:blipFill>
        <p:spPr>
          <a:xfrm>
            <a:off x="1466825" y="0"/>
            <a:ext cx="7232904" cy="6858000"/>
          </a:xfrm>
          <a:prstGeom prst="rect">
            <a:avLst/>
          </a:prstGeom>
        </p:spPr>
      </p:pic>
      <p:pic>
        <p:nvPicPr>
          <p:cNvPr id="5" name="Picture 4">
            <a:extLst>
              <a:ext uri="{FF2B5EF4-FFF2-40B4-BE49-F238E27FC236}">
                <a16:creationId xmlns:a16="http://schemas.microsoft.com/office/drawing/2014/main" id="{2D89D6BE-36F3-D0CA-02C9-15386676AED1}"/>
              </a:ext>
            </a:extLst>
          </p:cNvPr>
          <p:cNvPicPr>
            <a:picLocks noChangeAspect="1"/>
          </p:cNvPicPr>
          <p:nvPr/>
        </p:nvPicPr>
        <p:blipFill>
          <a:blip r:embed="rId3"/>
          <a:stretch>
            <a:fillRect/>
          </a:stretch>
        </p:blipFill>
        <p:spPr>
          <a:xfrm>
            <a:off x="7832034" y="1376076"/>
            <a:ext cx="4020111" cy="4105848"/>
          </a:xfrm>
          <a:prstGeom prst="rect">
            <a:avLst/>
          </a:prstGeom>
        </p:spPr>
      </p:pic>
    </p:spTree>
    <p:extLst>
      <p:ext uri="{BB962C8B-B14F-4D97-AF65-F5344CB8AC3E}">
        <p14:creationId xmlns:p14="http://schemas.microsoft.com/office/powerpoint/2010/main" val="27011338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3C377-148E-FE70-CBC8-476641C57F2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813C373-BD87-E8B5-A2B9-65C5161EE162}"/>
              </a:ext>
            </a:extLst>
          </p:cNvPr>
          <p:cNvPicPr>
            <a:picLocks noChangeAspect="1"/>
          </p:cNvPicPr>
          <p:nvPr/>
        </p:nvPicPr>
        <p:blipFill>
          <a:blip r:embed="rId2"/>
          <a:stretch>
            <a:fillRect/>
          </a:stretch>
        </p:blipFill>
        <p:spPr>
          <a:xfrm>
            <a:off x="7458408" y="1376076"/>
            <a:ext cx="4020111" cy="4105848"/>
          </a:xfrm>
          <a:prstGeom prst="rect">
            <a:avLst/>
          </a:prstGeom>
        </p:spPr>
      </p:pic>
      <p:pic>
        <p:nvPicPr>
          <p:cNvPr id="5" name="Picture 4">
            <a:extLst>
              <a:ext uri="{FF2B5EF4-FFF2-40B4-BE49-F238E27FC236}">
                <a16:creationId xmlns:a16="http://schemas.microsoft.com/office/drawing/2014/main" id="{BE34543D-C9D5-5D12-864B-530690F887D6}"/>
              </a:ext>
            </a:extLst>
          </p:cNvPr>
          <p:cNvPicPr>
            <a:picLocks noChangeAspect="1"/>
          </p:cNvPicPr>
          <p:nvPr/>
        </p:nvPicPr>
        <p:blipFill>
          <a:blip r:embed="rId3"/>
          <a:stretch>
            <a:fillRect/>
          </a:stretch>
        </p:blipFill>
        <p:spPr>
          <a:xfrm>
            <a:off x="209417" y="1376076"/>
            <a:ext cx="7529283" cy="4105848"/>
          </a:xfrm>
          <a:prstGeom prst="rect">
            <a:avLst/>
          </a:prstGeom>
        </p:spPr>
      </p:pic>
    </p:spTree>
    <p:extLst>
      <p:ext uri="{BB962C8B-B14F-4D97-AF65-F5344CB8AC3E}">
        <p14:creationId xmlns:p14="http://schemas.microsoft.com/office/powerpoint/2010/main" val="15325720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F3C7B37-3A53-081B-6846-E6786EB3665C}"/>
              </a:ext>
            </a:extLst>
          </p:cNvPr>
          <p:cNvPicPr>
            <a:picLocks noChangeAspect="1"/>
          </p:cNvPicPr>
          <p:nvPr/>
        </p:nvPicPr>
        <p:blipFill>
          <a:blip r:embed="rId2"/>
          <a:stretch>
            <a:fillRect/>
          </a:stretch>
        </p:blipFill>
        <p:spPr>
          <a:xfrm>
            <a:off x="3492929" y="0"/>
            <a:ext cx="5206141" cy="6858000"/>
          </a:xfrm>
          <a:prstGeom prst="rect">
            <a:avLst/>
          </a:prstGeom>
        </p:spPr>
      </p:pic>
    </p:spTree>
    <p:extLst>
      <p:ext uri="{BB962C8B-B14F-4D97-AF65-F5344CB8AC3E}">
        <p14:creationId xmlns:p14="http://schemas.microsoft.com/office/powerpoint/2010/main" val="2604740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E8A48-C7A4-4331-B94B-92EFAA72A8EF}"/>
            </a:ext>
          </a:extLst>
        </p:cNvPr>
        <p:cNvGrpSpPr/>
        <p:nvPr/>
      </p:nvGrpSpPr>
      <p:grpSpPr>
        <a:xfrm>
          <a:off x="0" y="0"/>
          <a:ext cx="0" cy="0"/>
          <a:chOff x="0" y="0"/>
          <a:chExt cx="0" cy="0"/>
        </a:xfrm>
      </p:grpSpPr>
    </p:spTree>
    <p:extLst>
      <p:ext uri="{BB962C8B-B14F-4D97-AF65-F5344CB8AC3E}">
        <p14:creationId xmlns:p14="http://schemas.microsoft.com/office/powerpoint/2010/main" val="15096344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D026C-5627-A1F0-099C-2462D048B83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9D45DA2-2DD6-3CCD-BEAA-D4A445899E5A}"/>
              </a:ext>
            </a:extLst>
          </p:cNvPr>
          <p:cNvPicPr>
            <a:picLocks noChangeAspect="1"/>
          </p:cNvPicPr>
          <p:nvPr/>
        </p:nvPicPr>
        <p:blipFill>
          <a:blip r:embed="rId2"/>
          <a:stretch>
            <a:fillRect/>
          </a:stretch>
        </p:blipFill>
        <p:spPr>
          <a:xfrm>
            <a:off x="1108966" y="51916"/>
            <a:ext cx="9974067" cy="6754168"/>
          </a:xfrm>
          <a:prstGeom prst="rect">
            <a:avLst/>
          </a:prstGeom>
        </p:spPr>
      </p:pic>
    </p:spTree>
    <p:extLst>
      <p:ext uri="{BB962C8B-B14F-4D97-AF65-F5344CB8AC3E}">
        <p14:creationId xmlns:p14="http://schemas.microsoft.com/office/powerpoint/2010/main" val="18036309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33178-28BC-0ECE-B7D2-5DD92521538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6005F7E-87DC-58D0-849A-1918D6455BCB}"/>
              </a:ext>
            </a:extLst>
          </p:cNvPr>
          <p:cNvPicPr>
            <a:picLocks noChangeAspect="1"/>
          </p:cNvPicPr>
          <p:nvPr/>
        </p:nvPicPr>
        <p:blipFill>
          <a:blip r:embed="rId2"/>
          <a:stretch>
            <a:fillRect/>
          </a:stretch>
        </p:blipFill>
        <p:spPr>
          <a:xfrm>
            <a:off x="2180678" y="247206"/>
            <a:ext cx="7830643" cy="6363588"/>
          </a:xfrm>
          <a:prstGeom prst="rect">
            <a:avLst/>
          </a:prstGeom>
        </p:spPr>
      </p:pic>
    </p:spTree>
    <p:extLst>
      <p:ext uri="{BB962C8B-B14F-4D97-AF65-F5344CB8AC3E}">
        <p14:creationId xmlns:p14="http://schemas.microsoft.com/office/powerpoint/2010/main" val="9784802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80620-CA5E-B897-F4E5-4AB91D03FFC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9DE71A2-A32D-7E02-461A-171627F06BA7}"/>
              </a:ext>
            </a:extLst>
          </p:cNvPr>
          <p:cNvPicPr>
            <a:picLocks noChangeAspect="1"/>
          </p:cNvPicPr>
          <p:nvPr/>
        </p:nvPicPr>
        <p:blipFill>
          <a:blip r:embed="rId2"/>
          <a:stretch>
            <a:fillRect/>
          </a:stretch>
        </p:blipFill>
        <p:spPr>
          <a:xfrm>
            <a:off x="1630021" y="0"/>
            <a:ext cx="8931957" cy="6858000"/>
          </a:xfrm>
          <a:prstGeom prst="rect">
            <a:avLst/>
          </a:prstGeom>
        </p:spPr>
      </p:pic>
    </p:spTree>
    <p:extLst>
      <p:ext uri="{BB962C8B-B14F-4D97-AF65-F5344CB8AC3E}">
        <p14:creationId xmlns:p14="http://schemas.microsoft.com/office/powerpoint/2010/main" val="3607847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39663-E997-BC31-EAF7-BECEDFC2262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3000F12-4FF4-5FAA-6826-F9E44F47E9F1}"/>
              </a:ext>
            </a:extLst>
          </p:cNvPr>
          <p:cNvPicPr>
            <a:picLocks noChangeAspect="1"/>
          </p:cNvPicPr>
          <p:nvPr/>
        </p:nvPicPr>
        <p:blipFill>
          <a:blip r:embed="rId2"/>
          <a:stretch>
            <a:fillRect/>
          </a:stretch>
        </p:blipFill>
        <p:spPr>
          <a:xfrm>
            <a:off x="791862" y="712607"/>
            <a:ext cx="10947706" cy="5432785"/>
          </a:xfrm>
          <a:prstGeom prst="rect">
            <a:avLst/>
          </a:prstGeom>
        </p:spPr>
      </p:pic>
    </p:spTree>
    <p:extLst>
      <p:ext uri="{BB962C8B-B14F-4D97-AF65-F5344CB8AC3E}">
        <p14:creationId xmlns:p14="http://schemas.microsoft.com/office/powerpoint/2010/main" val="30055910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20510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8DE0A-20D8-36E8-A094-2E6DDF4C7125}"/>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0467AAC-CCC5-779E-DA94-967B61D574E8}"/>
              </a:ext>
            </a:extLst>
          </p:cNvPr>
          <p:cNvPicPr>
            <a:picLocks noChangeAspect="1"/>
          </p:cNvPicPr>
          <p:nvPr/>
        </p:nvPicPr>
        <p:blipFill>
          <a:blip r:embed="rId2"/>
          <a:stretch>
            <a:fillRect/>
          </a:stretch>
        </p:blipFill>
        <p:spPr>
          <a:xfrm>
            <a:off x="1313979" y="158971"/>
            <a:ext cx="9564041" cy="6540058"/>
          </a:xfrm>
          <a:prstGeom prst="rect">
            <a:avLst/>
          </a:prstGeom>
        </p:spPr>
      </p:pic>
    </p:spTree>
    <p:extLst>
      <p:ext uri="{BB962C8B-B14F-4D97-AF65-F5344CB8AC3E}">
        <p14:creationId xmlns:p14="http://schemas.microsoft.com/office/powerpoint/2010/main" val="35197424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D3EA9-A874-AC72-5B4A-BF8EEFDCB2E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06AF369-E688-BDFA-87F7-CD4B3CCE4DA1}"/>
              </a:ext>
            </a:extLst>
          </p:cNvPr>
          <p:cNvSpPr/>
          <p:nvPr/>
        </p:nvSpPr>
        <p:spPr>
          <a:xfrm>
            <a:off x="1483659" y="1720840"/>
            <a:ext cx="9224681" cy="3416320"/>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r>
              <a:rPr lang="en-US" sz="2400" b="1" dirty="0">
                <a:solidFill>
                  <a:srgbClr val="273239"/>
                </a:solidFill>
                <a:latin typeface="Nunito"/>
              </a:rPr>
              <a:t>Applications of MUX</a:t>
            </a:r>
          </a:p>
          <a:p>
            <a:pPr algn="just" fontAlgn="base"/>
            <a:r>
              <a:rPr lang="en-US" sz="2400" dirty="0">
                <a:solidFill>
                  <a:srgbClr val="273239"/>
                </a:solidFill>
                <a:latin typeface="Nunito"/>
              </a:rPr>
              <a:t>MUX i.e., multiplexer has many applications in different fields. Some of these applications are listed below.</a:t>
            </a:r>
          </a:p>
          <a:p>
            <a:pPr fontAlgn="base">
              <a:buFont typeface="Arial" panose="020B0604020202020204" pitchFamily="34" charset="0"/>
              <a:buChar char="•"/>
            </a:pPr>
            <a:r>
              <a:rPr lang="en-US" sz="2400" dirty="0">
                <a:solidFill>
                  <a:srgbClr val="273239"/>
                </a:solidFill>
                <a:latin typeface="Nunito"/>
              </a:rPr>
              <a:t>Implementation of Digital Circuits</a:t>
            </a:r>
          </a:p>
          <a:p>
            <a:pPr fontAlgn="base">
              <a:buFont typeface="Arial" panose="020B0604020202020204" pitchFamily="34" charset="0"/>
              <a:buChar char="•"/>
            </a:pPr>
            <a:r>
              <a:rPr lang="en-US" sz="2400" dirty="0">
                <a:solidFill>
                  <a:srgbClr val="273239"/>
                </a:solidFill>
                <a:latin typeface="Nunito"/>
              </a:rPr>
              <a:t>Control Unit of CPU</a:t>
            </a:r>
          </a:p>
          <a:p>
            <a:pPr fontAlgn="base">
              <a:buFont typeface="Arial" panose="020B0604020202020204" pitchFamily="34" charset="0"/>
              <a:buChar char="•"/>
            </a:pPr>
            <a:r>
              <a:rPr lang="en-US" sz="2400" dirty="0">
                <a:solidFill>
                  <a:srgbClr val="273239"/>
                </a:solidFill>
                <a:latin typeface="Nunito"/>
              </a:rPr>
              <a:t>Parallel to Serial Data Conversion</a:t>
            </a:r>
          </a:p>
          <a:p>
            <a:pPr fontAlgn="base">
              <a:buFont typeface="Arial" panose="020B0604020202020204" pitchFamily="34" charset="0"/>
              <a:buChar char="•"/>
            </a:pPr>
            <a:r>
              <a:rPr lang="en-US" sz="2400" dirty="0">
                <a:solidFill>
                  <a:srgbClr val="273239"/>
                </a:solidFill>
                <a:latin typeface="Nunito"/>
              </a:rPr>
              <a:t>Computer Memory</a:t>
            </a:r>
          </a:p>
          <a:p>
            <a:pPr fontAlgn="base">
              <a:buFont typeface="Arial" panose="020B0604020202020204" pitchFamily="34" charset="0"/>
              <a:buChar char="•"/>
            </a:pPr>
            <a:r>
              <a:rPr lang="en-US" sz="2400" dirty="0">
                <a:solidFill>
                  <a:srgbClr val="273239"/>
                </a:solidFill>
                <a:latin typeface="Nunito"/>
              </a:rPr>
              <a:t>Data Routing</a:t>
            </a:r>
          </a:p>
          <a:p>
            <a:pPr fontAlgn="base">
              <a:buFont typeface="Arial" panose="020B0604020202020204" pitchFamily="34" charset="0"/>
              <a:buChar char="•"/>
            </a:pPr>
            <a:r>
              <a:rPr lang="en-US" sz="2400" dirty="0">
                <a:solidFill>
                  <a:srgbClr val="273239"/>
                </a:solidFill>
                <a:latin typeface="Nunito"/>
              </a:rPr>
              <a:t>Communication Systems</a:t>
            </a:r>
            <a:endParaRPr lang="en-US" sz="2400" b="0" i="0" dirty="0">
              <a:solidFill>
                <a:srgbClr val="273239"/>
              </a:solidFill>
              <a:effectLst/>
              <a:latin typeface="Nunito"/>
            </a:endParaRPr>
          </a:p>
        </p:txBody>
      </p:sp>
    </p:spTree>
    <p:extLst>
      <p:ext uri="{BB962C8B-B14F-4D97-AF65-F5344CB8AC3E}">
        <p14:creationId xmlns:p14="http://schemas.microsoft.com/office/powerpoint/2010/main" val="42458992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7A6A1-8A38-8E3C-AAB4-AD98FF2CFA3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03BAE73-6779-CAC1-33ED-C7DDBE706690}"/>
              </a:ext>
            </a:extLst>
          </p:cNvPr>
          <p:cNvSpPr/>
          <p:nvPr/>
        </p:nvSpPr>
        <p:spPr>
          <a:xfrm>
            <a:off x="1732429" y="889844"/>
            <a:ext cx="8727141" cy="5078313"/>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r>
              <a:rPr lang="en-US" b="1" dirty="0">
                <a:solidFill>
                  <a:srgbClr val="273239"/>
                </a:solidFill>
                <a:latin typeface="Nunito"/>
              </a:rPr>
              <a:t>Applications of DEMUX</a:t>
            </a:r>
          </a:p>
          <a:p>
            <a:pPr fontAlgn="base">
              <a:buFont typeface="Arial" panose="020B0604020202020204" pitchFamily="34" charset="0"/>
              <a:buChar char="•"/>
            </a:pPr>
            <a:r>
              <a:rPr lang="en-US" dirty="0">
                <a:solidFill>
                  <a:srgbClr val="273239"/>
                </a:solidFill>
                <a:latin typeface="Nunito"/>
              </a:rPr>
              <a:t>DEMUXs are majorly used to design the ALU circuits and parallel data segments.</a:t>
            </a:r>
          </a:p>
          <a:p>
            <a:pPr fontAlgn="base">
              <a:buFont typeface="Arial" panose="020B0604020202020204" pitchFamily="34" charset="0"/>
              <a:buChar char="•"/>
            </a:pPr>
            <a:endParaRPr lang="en-US" dirty="0">
              <a:solidFill>
                <a:srgbClr val="273239"/>
              </a:solidFill>
              <a:latin typeface="Nunito"/>
            </a:endParaRPr>
          </a:p>
          <a:p>
            <a:pPr fontAlgn="base">
              <a:buFont typeface="Arial" panose="020B0604020202020204" pitchFamily="34" charset="0"/>
              <a:buChar char="•"/>
            </a:pPr>
            <a:r>
              <a:rPr lang="en-US" dirty="0">
                <a:solidFill>
                  <a:srgbClr val="273239"/>
                </a:solidFill>
                <a:latin typeface="Nunito"/>
              </a:rPr>
              <a:t>The DEMUXs convert the output of the MUX into the actual input. On the receiver end, the DEMUX can be used to verify the original form of the data to carry out the entire communication process.</a:t>
            </a:r>
          </a:p>
          <a:p>
            <a:pPr fontAlgn="base">
              <a:buFont typeface="Arial" panose="020B0604020202020204" pitchFamily="34" charset="0"/>
              <a:buChar char="•"/>
            </a:pPr>
            <a:endParaRPr lang="en-US" dirty="0">
              <a:solidFill>
                <a:srgbClr val="273239"/>
              </a:solidFill>
              <a:latin typeface="Nunito"/>
            </a:endParaRPr>
          </a:p>
          <a:p>
            <a:pPr fontAlgn="base">
              <a:buFont typeface="Arial" panose="020B0604020202020204" pitchFamily="34" charset="0"/>
              <a:buChar char="•"/>
            </a:pPr>
            <a:r>
              <a:rPr lang="en-US" dirty="0">
                <a:solidFill>
                  <a:srgbClr val="273239"/>
                </a:solidFill>
                <a:latin typeface="Nunito"/>
              </a:rPr>
              <a:t>DEMUX helps to save the output. The output generally saved to the ALU. The output will be saved in the registers and the various storage units of the system.</a:t>
            </a:r>
          </a:p>
          <a:p>
            <a:pPr fontAlgn="base">
              <a:buFont typeface="Arial" panose="020B0604020202020204" pitchFamily="34" charset="0"/>
              <a:buChar char="•"/>
            </a:pPr>
            <a:endParaRPr lang="en-US" dirty="0">
              <a:solidFill>
                <a:srgbClr val="273239"/>
              </a:solidFill>
              <a:latin typeface="Nunito"/>
            </a:endParaRPr>
          </a:p>
          <a:p>
            <a:pPr fontAlgn="base">
              <a:buFont typeface="Arial" panose="020B0604020202020204" pitchFamily="34" charset="0"/>
              <a:buChar char="•"/>
            </a:pPr>
            <a:r>
              <a:rPr lang="en-US" dirty="0">
                <a:solidFill>
                  <a:srgbClr val="273239"/>
                </a:solidFill>
                <a:latin typeface="Nunito"/>
              </a:rPr>
              <a:t>Each DEMUX has a connection with multiple registers which helps to store the processed data into it.</a:t>
            </a:r>
          </a:p>
          <a:p>
            <a:pPr fontAlgn="base">
              <a:buFont typeface="Arial" panose="020B0604020202020204" pitchFamily="34" charset="0"/>
              <a:buChar char="•"/>
            </a:pPr>
            <a:endParaRPr lang="en-US" dirty="0">
              <a:solidFill>
                <a:srgbClr val="273239"/>
              </a:solidFill>
              <a:latin typeface="Nunito"/>
            </a:endParaRPr>
          </a:p>
          <a:p>
            <a:pPr fontAlgn="base">
              <a:buFont typeface="Arial" panose="020B0604020202020204" pitchFamily="34" charset="0"/>
              <a:buChar char="•"/>
            </a:pPr>
            <a:r>
              <a:rPr lang="en-US" dirty="0">
                <a:solidFill>
                  <a:srgbClr val="273239"/>
                </a:solidFill>
                <a:latin typeface="Nunito"/>
              </a:rPr>
              <a:t>The counterpart of the DEMUX regulates the data signal at the output stage of the DEMUX operation. These data can be retrieved later to read out </a:t>
            </a:r>
            <a:r>
              <a:rPr lang="en-US" dirty="0" err="1">
                <a:solidFill>
                  <a:srgbClr val="273239"/>
                </a:solidFill>
                <a:latin typeface="Nunito"/>
              </a:rPr>
              <a:t>parallelly</a:t>
            </a:r>
            <a:r>
              <a:rPr lang="en-US" dirty="0">
                <a:solidFill>
                  <a:srgbClr val="273239"/>
                </a:solidFill>
                <a:latin typeface="Nunito"/>
              </a:rPr>
              <a:t>.</a:t>
            </a:r>
          </a:p>
          <a:p>
            <a:pPr fontAlgn="base">
              <a:buFont typeface="Arial" panose="020B0604020202020204" pitchFamily="34" charset="0"/>
              <a:buChar char="•"/>
            </a:pPr>
            <a:endParaRPr lang="en-US" dirty="0">
              <a:solidFill>
                <a:srgbClr val="273239"/>
              </a:solidFill>
              <a:latin typeface="Nunito"/>
            </a:endParaRPr>
          </a:p>
          <a:p>
            <a:pPr fontAlgn="base">
              <a:buFont typeface="Arial" panose="020B0604020202020204" pitchFamily="34" charset="0"/>
              <a:buChar char="•"/>
            </a:pPr>
            <a:r>
              <a:rPr lang="en-US" dirty="0">
                <a:solidFill>
                  <a:srgbClr val="273239"/>
                </a:solidFill>
                <a:latin typeface="Nunito"/>
              </a:rPr>
              <a:t>In the audio or video system, the DEMUX distributes them in different channels. In broadcasting, the DEMUX separates the composite signal into an individual one.</a:t>
            </a:r>
            <a:endParaRPr lang="en-US" b="0" i="0" dirty="0">
              <a:solidFill>
                <a:srgbClr val="273239"/>
              </a:solidFill>
              <a:effectLst/>
              <a:latin typeface="Nunito"/>
            </a:endParaRPr>
          </a:p>
        </p:txBody>
      </p:sp>
    </p:spTree>
    <p:extLst>
      <p:ext uri="{BB962C8B-B14F-4D97-AF65-F5344CB8AC3E}">
        <p14:creationId xmlns:p14="http://schemas.microsoft.com/office/powerpoint/2010/main" val="10379504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99A63-078F-A575-4BD1-F40F1DBC48AD}"/>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692B0B0A-B0F0-3DF7-A812-DE2E21D8F7F7}"/>
              </a:ext>
            </a:extLst>
          </p:cNvPr>
          <p:cNvSpPr txBox="1"/>
          <p:nvPr/>
        </p:nvSpPr>
        <p:spPr>
          <a:xfrm>
            <a:off x="1943877" y="2321005"/>
            <a:ext cx="8304246" cy="221599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1" i="0" dirty="0">
                <a:solidFill>
                  <a:srgbClr val="000000"/>
                </a:solidFill>
                <a:effectLst/>
                <a:latin typeface="var(--ff-lato)"/>
              </a:rPr>
              <a:t>Application of counters</a:t>
            </a:r>
          </a:p>
          <a:p>
            <a:pPr algn="l">
              <a:buFont typeface="Arial" panose="020B0604020202020204" pitchFamily="34" charset="0"/>
              <a:buChar char="•"/>
            </a:pPr>
            <a:r>
              <a:rPr lang="en-US" sz="2000" b="0" i="0" dirty="0">
                <a:solidFill>
                  <a:srgbClr val="000000"/>
                </a:solidFill>
                <a:effectLst/>
                <a:latin typeface="Verdana" panose="020B0604030504040204" pitchFamily="34" charset="0"/>
              </a:rPr>
              <a:t>Frequency counters</a:t>
            </a:r>
          </a:p>
          <a:p>
            <a:pPr algn="l">
              <a:buFont typeface="Arial" panose="020B0604020202020204" pitchFamily="34" charset="0"/>
              <a:buChar char="•"/>
            </a:pPr>
            <a:r>
              <a:rPr lang="en-US" sz="2000" b="0" i="0" dirty="0">
                <a:solidFill>
                  <a:srgbClr val="000000"/>
                </a:solidFill>
                <a:effectLst/>
                <a:latin typeface="Verdana" panose="020B0604030504040204" pitchFamily="34" charset="0"/>
              </a:rPr>
              <a:t>Digital clock</a:t>
            </a:r>
          </a:p>
          <a:p>
            <a:pPr algn="l">
              <a:buFont typeface="Arial" panose="020B0604020202020204" pitchFamily="34" charset="0"/>
              <a:buChar char="•"/>
            </a:pPr>
            <a:r>
              <a:rPr lang="en-US" sz="2000" b="0" i="0" dirty="0">
                <a:solidFill>
                  <a:srgbClr val="000000"/>
                </a:solidFill>
                <a:effectLst/>
                <a:latin typeface="Verdana" panose="020B0604030504040204" pitchFamily="34" charset="0"/>
              </a:rPr>
              <a:t>Time measurement</a:t>
            </a:r>
          </a:p>
          <a:p>
            <a:pPr algn="l">
              <a:buFont typeface="Arial" panose="020B0604020202020204" pitchFamily="34" charset="0"/>
              <a:buChar char="•"/>
            </a:pPr>
            <a:r>
              <a:rPr lang="en-US" sz="2000" b="0" i="0" dirty="0">
                <a:solidFill>
                  <a:srgbClr val="000000"/>
                </a:solidFill>
                <a:effectLst/>
                <a:latin typeface="Verdana" panose="020B0604030504040204" pitchFamily="34" charset="0"/>
              </a:rPr>
              <a:t>A to D converter</a:t>
            </a:r>
          </a:p>
          <a:p>
            <a:pPr algn="l">
              <a:buFont typeface="Arial" panose="020B0604020202020204" pitchFamily="34" charset="0"/>
              <a:buChar char="•"/>
            </a:pPr>
            <a:r>
              <a:rPr lang="en-US" sz="2000" b="0" i="0" dirty="0">
                <a:solidFill>
                  <a:srgbClr val="000000"/>
                </a:solidFill>
                <a:effectLst/>
                <a:latin typeface="Verdana" panose="020B0604030504040204" pitchFamily="34" charset="0"/>
              </a:rPr>
              <a:t>Frequency divider circuits</a:t>
            </a:r>
          </a:p>
          <a:p>
            <a:pPr algn="l">
              <a:buFont typeface="Arial" panose="020B0604020202020204" pitchFamily="34" charset="0"/>
              <a:buChar char="•"/>
            </a:pPr>
            <a:r>
              <a:rPr lang="en-US" sz="2000" b="0" i="0" dirty="0">
                <a:solidFill>
                  <a:srgbClr val="000000"/>
                </a:solidFill>
                <a:effectLst/>
                <a:latin typeface="Verdana" panose="020B0604030504040204" pitchFamily="34" charset="0"/>
              </a:rPr>
              <a:t>Digital triangular wave generator</a:t>
            </a:r>
            <a:r>
              <a:rPr lang="en-US" b="0" i="0" dirty="0">
                <a:solidFill>
                  <a:srgbClr val="000000"/>
                </a:solidFill>
                <a:effectLst/>
                <a:latin typeface="Verdana" panose="020B0604030504040204" pitchFamily="34" charset="0"/>
              </a:rPr>
              <a:t>.</a:t>
            </a:r>
          </a:p>
        </p:txBody>
      </p:sp>
    </p:spTree>
    <p:extLst>
      <p:ext uri="{BB962C8B-B14F-4D97-AF65-F5344CB8AC3E}">
        <p14:creationId xmlns:p14="http://schemas.microsoft.com/office/powerpoint/2010/main" val="20205414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B37C6-A56C-D4A3-B2E3-EA9D32B1D9C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46E2CC96-2520-119D-BE27-6BF5CB9D38DE}"/>
              </a:ext>
            </a:extLst>
          </p:cNvPr>
          <p:cNvPicPr>
            <a:picLocks noChangeAspect="1"/>
          </p:cNvPicPr>
          <p:nvPr/>
        </p:nvPicPr>
        <p:blipFill>
          <a:blip r:embed="rId2"/>
          <a:stretch>
            <a:fillRect/>
          </a:stretch>
        </p:blipFill>
        <p:spPr>
          <a:xfrm>
            <a:off x="2016878" y="150979"/>
            <a:ext cx="8158243" cy="6556041"/>
          </a:xfrm>
          <a:prstGeom prst="rect">
            <a:avLst/>
          </a:prstGeom>
        </p:spPr>
      </p:pic>
    </p:spTree>
    <p:extLst>
      <p:ext uri="{BB962C8B-B14F-4D97-AF65-F5344CB8AC3E}">
        <p14:creationId xmlns:p14="http://schemas.microsoft.com/office/powerpoint/2010/main" val="34414421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512FC16-7810-C2A8-65AB-78D99AD5BB98}"/>
              </a:ext>
            </a:extLst>
          </p:cNvPr>
          <p:cNvSpPr/>
          <p:nvPr/>
        </p:nvSpPr>
        <p:spPr>
          <a:xfrm>
            <a:off x="551645" y="1443841"/>
            <a:ext cx="11088710" cy="4247317"/>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r>
              <a:rPr lang="en-US" b="1" dirty="0">
                <a:solidFill>
                  <a:srgbClr val="273239"/>
                </a:solidFill>
                <a:latin typeface="Nunito"/>
              </a:rPr>
              <a:t>T-FF Applications:</a:t>
            </a:r>
          </a:p>
          <a:p>
            <a:pPr fontAlgn="base">
              <a:buFont typeface="Arial" panose="020B0604020202020204" pitchFamily="34" charset="0"/>
              <a:buChar char="•"/>
            </a:pPr>
            <a:endParaRPr lang="en-US" b="1" dirty="0">
              <a:solidFill>
                <a:srgbClr val="273239"/>
              </a:solidFill>
              <a:latin typeface="Nunito"/>
            </a:endParaRPr>
          </a:p>
          <a:p>
            <a:pPr fontAlgn="base">
              <a:buFont typeface="Arial" panose="020B0604020202020204" pitchFamily="34" charset="0"/>
              <a:buChar char="•"/>
            </a:pPr>
            <a:r>
              <a:rPr lang="en-US" b="1" dirty="0">
                <a:solidFill>
                  <a:srgbClr val="273239"/>
                </a:solidFill>
                <a:latin typeface="Nunito"/>
              </a:rPr>
              <a:t>Counters</a:t>
            </a:r>
            <a:r>
              <a:rPr lang="en-US" dirty="0">
                <a:solidFill>
                  <a:srgbClr val="273239"/>
                </a:solidFill>
                <a:latin typeface="Nunito"/>
              </a:rPr>
              <a:t>: T Flip Flops used in counters. Counters counts the number of events that occurs in a digital system.</a:t>
            </a:r>
          </a:p>
          <a:p>
            <a:pPr fontAlgn="base">
              <a:buFont typeface="Arial" panose="020B0604020202020204" pitchFamily="34" charset="0"/>
              <a:buChar char="•"/>
            </a:pPr>
            <a:r>
              <a:rPr lang="en-US" b="1" dirty="0">
                <a:solidFill>
                  <a:srgbClr val="273239"/>
                </a:solidFill>
                <a:latin typeface="Nunito"/>
              </a:rPr>
              <a:t>Data Storage</a:t>
            </a:r>
            <a:r>
              <a:rPr lang="en-US" dirty="0">
                <a:solidFill>
                  <a:srgbClr val="273239"/>
                </a:solidFill>
                <a:latin typeface="Nunito"/>
              </a:rPr>
              <a:t>: T Flip Flops used to create memory which are used to store data, when the power is turned off.</a:t>
            </a:r>
          </a:p>
          <a:p>
            <a:pPr fontAlgn="base">
              <a:buFont typeface="Arial" panose="020B0604020202020204" pitchFamily="34" charset="0"/>
              <a:buChar char="•"/>
            </a:pPr>
            <a:r>
              <a:rPr lang="en-US" b="1" dirty="0">
                <a:solidFill>
                  <a:srgbClr val="273239"/>
                </a:solidFill>
                <a:latin typeface="Nunito"/>
              </a:rPr>
              <a:t>Synchronous logic circuits</a:t>
            </a:r>
            <a:r>
              <a:rPr lang="en-US" dirty="0">
                <a:solidFill>
                  <a:srgbClr val="273239"/>
                </a:solidFill>
                <a:latin typeface="Nunito"/>
              </a:rPr>
              <a:t>: T flip-flops can be used to implement synchronous logic circuits, which are circuits that perform operations on binary data based on a clock signal. By synchronizing the logic circuit’s operations to the clock signal using T flip-flops, the circuit’s behavior can be made predictable and reliable.</a:t>
            </a:r>
          </a:p>
          <a:p>
            <a:pPr fontAlgn="base">
              <a:buFont typeface="Arial" panose="020B0604020202020204" pitchFamily="34" charset="0"/>
              <a:buChar char="•"/>
            </a:pPr>
            <a:r>
              <a:rPr lang="en-US" b="1" dirty="0">
                <a:solidFill>
                  <a:srgbClr val="273239"/>
                </a:solidFill>
                <a:latin typeface="Nunito"/>
              </a:rPr>
              <a:t>Frequency division</a:t>
            </a:r>
            <a:r>
              <a:rPr lang="en-US" dirty="0">
                <a:solidFill>
                  <a:srgbClr val="273239"/>
                </a:solidFill>
                <a:latin typeface="Nunito"/>
              </a:rPr>
              <a:t>: It is used to divide the frequency of a clock signal by 2. Flip-flop will toggle its output every time the clock signal transitions from high to low or low to high, hence dividing the clock frequency by 2.</a:t>
            </a:r>
          </a:p>
          <a:p>
            <a:pPr fontAlgn="base">
              <a:buFont typeface="Arial" panose="020B0604020202020204" pitchFamily="34" charset="0"/>
              <a:buChar char="•"/>
            </a:pPr>
            <a:r>
              <a:rPr lang="en-US" b="1" dirty="0">
                <a:solidFill>
                  <a:srgbClr val="273239"/>
                </a:solidFill>
                <a:latin typeface="Nunito"/>
              </a:rPr>
              <a:t>Shift registers</a:t>
            </a:r>
            <a:r>
              <a:rPr lang="en-US" dirty="0">
                <a:solidFill>
                  <a:srgbClr val="273239"/>
                </a:solidFill>
                <a:latin typeface="Nunito"/>
              </a:rPr>
              <a:t>: T flip-flops can be used in shift registers which are used to shift binary data in one direction.</a:t>
            </a:r>
            <a:endParaRPr lang="en-US" b="0" i="0" dirty="0">
              <a:solidFill>
                <a:srgbClr val="273239"/>
              </a:solidFill>
              <a:effectLst/>
              <a:latin typeface="Nunito"/>
            </a:endParaRPr>
          </a:p>
        </p:txBody>
      </p:sp>
    </p:spTree>
    <p:extLst>
      <p:ext uri="{BB962C8B-B14F-4D97-AF65-F5344CB8AC3E}">
        <p14:creationId xmlns:p14="http://schemas.microsoft.com/office/powerpoint/2010/main" val="32774864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5D854A1-FD6C-5FD0-1F05-5F50F4125D7F}"/>
              </a:ext>
            </a:extLst>
          </p:cNvPr>
          <p:cNvPicPr>
            <a:picLocks noChangeAspect="1"/>
          </p:cNvPicPr>
          <p:nvPr/>
        </p:nvPicPr>
        <p:blipFill>
          <a:blip r:embed="rId2"/>
          <a:stretch>
            <a:fillRect/>
          </a:stretch>
        </p:blipFill>
        <p:spPr>
          <a:xfrm>
            <a:off x="1832967" y="990259"/>
            <a:ext cx="8526065" cy="4877481"/>
          </a:xfrm>
          <a:prstGeom prst="rect">
            <a:avLst/>
          </a:prstGeom>
        </p:spPr>
      </p:pic>
    </p:spTree>
    <p:extLst>
      <p:ext uri="{BB962C8B-B14F-4D97-AF65-F5344CB8AC3E}">
        <p14:creationId xmlns:p14="http://schemas.microsoft.com/office/powerpoint/2010/main" val="25438970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16A42-BC95-48FE-C606-5A5A990326E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48DD826-2743-FC64-2885-09DD3FD05B19}"/>
              </a:ext>
            </a:extLst>
          </p:cNvPr>
          <p:cNvPicPr>
            <a:picLocks noChangeAspect="1"/>
          </p:cNvPicPr>
          <p:nvPr/>
        </p:nvPicPr>
        <p:blipFill>
          <a:blip r:embed="rId2"/>
          <a:stretch>
            <a:fillRect/>
          </a:stretch>
        </p:blipFill>
        <p:spPr>
          <a:xfrm>
            <a:off x="656466" y="1233181"/>
            <a:ext cx="10879068" cy="4391638"/>
          </a:xfrm>
          <a:prstGeom prst="rect">
            <a:avLst/>
          </a:prstGeom>
        </p:spPr>
      </p:pic>
    </p:spTree>
    <p:extLst>
      <p:ext uri="{BB962C8B-B14F-4D97-AF65-F5344CB8AC3E}">
        <p14:creationId xmlns:p14="http://schemas.microsoft.com/office/powerpoint/2010/main" val="13241068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AD361-2E0C-F37C-98F2-6B067503B942}"/>
            </a:ext>
          </a:extLst>
        </p:cNvPr>
        <p:cNvGrpSpPr/>
        <p:nvPr/>
      </p:nvGrpSpPr>
      <p:grpSpPr>
        <a:xfrm>
          <a:off x="0" y="0"/>
          <a:ext cx="0" cy="0"/>
          <a:chOff x="0" y="0"/>
          <a:chExt cx="0" cy="0"/>
        </a:xfrm>
      </p:grpSpPr>
    </p:spTree>
    <p:extLst>
      <p:ext uri="{BB962C8B-B14F-4D97-AF65-F5344CB8AC3E}">
        <p14:creationId xmlns:p14="http://schemas.microsoft.com/office/powerpoint/2010/main" val="14554270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81E79-42A9-32B5-E662-2FCB329093CC}"/>
            </a:ext>
          </a:extLst>
        </p:cNvPr>
        <p:cNvGrpSpPr/>
        <p:nvPr/>
      </p:nvGrpSpPr>
      <p:grpSpPr>
        <a:xfrm>
          <a:off x="0" y="0"/>
          <a:ext cx="0" cy="0"/>
          <a:chOff x="0" y="0"/>
          <a:chExt cx="0" cy="0"/>
        </a:xfrm>
      </p:grpSpPr>
    </p:spTree>
    <p:extLst>
      <p:ext uri="{BB962C8B-B14F-4D97-AF65-F5344CB8AC3E}">
        <p14:creationId xmlns:p14="http://schemas.microsoft.com/office/powerpoint/2010/main" val="16399051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440E7-8688-2BE4-3896-3C3111E48A58}"/>
            </a:ext>
          </a:extLst>
        </p:cNvPr>
        <p:cNvGrpSpPr/>
        <p:nvPr/>
      </p:nvGrpSpPr>
      <p:grpSpPr>
        <a:xfrm>
          <a:off x="0" y="0"/>
          <a:ext cx="0" cy="0"/>
          <a:chOff x="0" y="0"/>
          <a:chExt cx="0" cy="0"/>
        </a:xfrm>
      </p:grpSpPr>
    </p:spTree>
    <p:extLst>
      <p:ext uri="{BB962C8B-B14F-4D97-AF65-F5344CB8AC3E}">
        <p14:creationId xmlns:p14="http://schemas.microsoft.com/office/powerpoint/2010/main" val="31455550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CDE3-956A-F500-FFE8-67099B9C7B98}"/>
            </a:ext>
          </a:extLst>
        </p:cNvPr>
        <p:cNvGrpSpPr/>
        <p:nvPr/>
      </p:nvGrpSpPr>
      <p:grpSpPr>
        <a:xfrm>
          <a:off x="0" y="0"/>
          <a:ext cx="0" cy="0"/>
          <a:chOff x="0" y="0"/>
          <a:chExt cx="0" cy="0"/>
        </a:xfrm>
      </p:grpSpPr>
    </p:spTree>
    <p:extLst>
      <p:ext uri="{BB962C8B-B14F-4D97-AF65-F5344CB8AC3E}">
        <p14:creationId xmlns:p14="http://schemas.microsoft.com/office/powerpoint/2010/main" val="23856088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08458-E5DC-C260-85EA-4AC839E756ED}"/>
            </a:ext>
          </a:extLst>
        </p:cNvPr>
        <p:cNvGrpSpPr/>
        <p:nvPr/>
      </p:nvGrpSpPr>
      <p:grpSpPr>
        <a:xfrm>
          <a:off x="0" y="0"/>
          <a:ext cx="0" cy="0"/>
          <a:chOff x="0" y="0"/>
          <a:chExt cx="0" cy="0"/>
        </a:xfrm>
      </p:grpSpPr>
    </p:spTree>
    <p:extLst>
      <p:ext uri="{BB962C8B-B14F-4D97-AF65-F5344CB8AC3E}">
        <p14:creationId xmlns:p14="http://schemas.microsoft.com/office/powerpoint/2010/main" val="32969525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A7B3D-933B-D7DE-9D4C-F620F0066BA2}"/>
            </a:ext>
          </a:extLst>
        </p:cNvPr>
        <p:cNvGrpSpPr/>
        <p:nvPr/>
      </p:nvGrpSpPr>
      <p:grpSpPr>
        <a:xfrm>
          <a:off x="0" y="0"/>
          <a:ext cx="0" cy="0"/>
          <a:chOff x="0" y="0"/>
          <a:chExt cx="0" cy="0"/>
        </a:xfrm>
      </p:grpSpPr>
    </p:spTree>
    <p:extLst>
      <p:ext uri="{BB962C8B-B14F-4D97-AF65-F5344CB8AC3E}">
        <p14:creationId xmlns:p14="http://schemas.microsoft.com/office/powerpoint/2010/main" val="34287287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6153E-45C6-8978-C8DF-B7A076B8D0D0}"/>
            </a:ext>
          </a:extLst>
        </p:cNvPr>
        <p:cNvGrpSpPr/>
        <p:nvPr/>
      </p:nvGrpSpPr>
      <p:grpSpPr>
        <a:xfrm>
          <a:off x="0" y="0"/>
          <a:ext cx="0" cy="0"/>
          <a:chOff x="0" y="0"/>
          <a:chExt cx="0" cy="0"/>
        </a:xfrm>
      </p:grpSpPr>
    </p:spTree>
    <p:extLst>
      <p:ext uri="{BB962C8B-B14F-4D97-AF65-F5344CB8AC3E}">
        <p14:creationId xmlns:p14="http://schemas.microsoft.com/office/powerpoint/2010/main" val="8194186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8A9E8-3FFF-7FB7-F9E4-CCA61265DCA3}"/>
            </a:ext>
          </a:extLst>
        </p:cNvPr>
        <p:cNvGrpSpPr/>
        <p:nvPr/>
      </p:nvGrpSpPr>
      <p:grpSpPr>
        <a:xfrm>
          <a:off x="0" y="0"/>
          <a:ext cx="0" cy="0"/>
          <a:chOff x="0" y="0"/>
          <a:chExt cx="0" cy="0"/>
        </a:xfrm>
      </p:grpSpPr>
    </p:spTree>
    <p:extLst>
      <p:ext uri="{BB962C8B-B14F-4D97-AF65-F5344CB8AC3E}">
        <p14:creationId xmlns:p14="http://schemas.microsoft.com/office/powerpoint/2010/main" val="30030276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7E3CC-4FBB-DF6E-DD00-205F09C25474}"/>
            </a:ext>
          </a:extLst>
        </p:cNvPr>
        <p:cNvGrpSpPr/>
        <p:nvPr/>
      </p:nvGrpSpPr>
      <p:grpSpPr>
        <a:xfrm>
          <a:off x="0" y="0"/>
          <a:ext cx="0" cy="0"/>
          <a:chOff x="0" y="0"/>
          <a:chExt cx="0" cy="0"/>
        </a:xfrm>
      </p:grpSpPr>
    </p:spTree>
    <p:extLst>
      <p:ext uri="{BB962C8B-B14F-4D97-AF65-F5344CB8AC3E}">
        <p14:creationId xmlns:p14="http://schemas.microsoft.com/office/powerpoint/2010/main" val="32284495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1815</TotalTime>
  <Words>418</Words>
  <Application>Microsoft Office PowerPoint</Application>
  <PresentationFormat>Widescreen</PresentationFormat>
  <Paragraphs>44</Paragraphs>
  <Slides>46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46</vt:i4>
      </vt:variant>
    </vt:vector>
  </HeadingPairs>
  <TitlesOfParts>
    <vt:vector size="53" baseType="lpstr">
      <vt:lpstr>Arial</vt:lpstr>
      <vt:lpstr>Calibri</vt:lpstr>
      <vt:lpstr>Calibri Light</vt:lpstr>
      <vt:lpstr>Nunito</vt:lpstr>
      <vt:lpstr>var(--ff-lato)</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skbanavalikar2105@gmail.com</dc:creator>
  <cp:lastModifiedBy>skbanavalikar2105@gmail.com</cp:lastModifiedBy>
  <cp:revision>17</cp:revision>
  <dcterms:created xsi:type="dcterms:W3CDTF">2025-01-16T18:00:15Z</dcterms:created>
  <dcterms:modified xsi:type="dcterms:W3CDTF">2025-02-16T21:18:35Z</dcterms:modified>
</cp:coreProperties>
</file>