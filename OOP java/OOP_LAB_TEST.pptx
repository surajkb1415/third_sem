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3"/>
  </p:notesMasterIdLst>
  <p:sldIdLst>
    <p:sldId id="256" r:id="rId2"/>
    <p:sldId id="287" r:id="rId3"/>
    <p:sldId id="288" r:id="rId4"/>
    <p:sldId id="291" r:id="rId5"/>
    <p:sldId id="292" r:id="rId6"/>
    <p:sldId id="293" r:id="rId7"/>
    <p:sldId id="257" r:id="rId8"/>
    <p:sldId id="289" r:id="rId9"/>
    <p:sldId id="290" r:id="rId10"/>
    <p:sldId id="315" r:id="rId11"/>
    <p:sldId id="316" r:id="rId12"/>
    <p:sldId id="319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2" r:id="rId27"/>
    <p:sldId id="271" r:id="rId28"/>
    <p:sldId id="297" r:id="rId29"/>
    <p:sldId id="294" r:id="rId30"/>
    <p:sldId id="317" r:id="rId31"/>
    <p:sldId id="354" r:id="rId32"/>
    <p:sldId id="355" r:id="rId33"/>
    <p:sldId id="356" r:id="rId34"/>
    <p:sldId id="357" r:id="rId35"/>
    <p:sldId id="358" r:id="rId36"/>
    <p:sldId id="318" r:id="rId37"/>
    <p:sldId id="295" r:id="rId38"/>
    <p:sldId id="298" r:id="rId39"/>
    <p:sldId id="320" r:id="rId40"/>
    <p:sldId id="321" r:id="rId41"/>
    <p:sldId id="322" r:id="rId42"/>
    <p:sldId id="325" r:id="rId43"/>
    <p:sldId id="323" r:id="rId44"/>
    <p:sldId id="324" r:id="rId45"/>
    <p:sldId id="296" r:id="rId46"/>
    <p:sldId id="299" r:id="rId47"/>
    <p:sldId id="331" r:id="rId48"/>
    <p:sldId id="326" r:id="rId49"/>
    <p:sldId id="332" r:id="rId50"/>
    <p:sldId id="327" r:id="rId51"/>
    <p:sldId id="328" r:id="rId52"/>
    <p:sldId id="278" r:id="rId53"/>
    <p:sldId id="301" r:id="rId54"/>
    <p:sldId id="305" r:id="rId55"/>
    <p:sldId id="306" r:id="rId56"/>
    <p:sldId id="307" r:id="rId57"/>
    <p:sldId id="309" r:id="rId58"/>
    <p:sldId id="300" r:id="rId59"/>
    <p:sldId id="334" r:id="rId60"/>
    <p:sldId id="335" r:id="rId61"/>
    <p:sldId id="333" r:id="rId62"/>
    <p:sldId id="284" r:id="rId63"/>
    <p:sldId id="285" r:id="rId64"/>
    <p:sldId id="286" r:id="rId65"/>
    <p:sldId id="302" r:id="rId66"/>
    <p:sldId id="303" r:id="rId67"/>
    <p:sldId id="304" r:id="rId68"/>
    <p:sldId id="273" r:id="rId69"/>
    <p:sldId id="340" r:id="rId70"/>
    <p:sldId id="341" r:id="rId71"/>
    <p:sldId id="348" r:id="rId72"/>
    <p:sldId id="336" r:id="rId73"/>
    <p:sldId id="274" r:id="rId74"/>
    <p:sldId id="275" r:id="rId75"/>
    <p:sldId id="276" r:id="rId76"/>
    <p:sldId id="277" r:id="rId77"/>
    <p:sldId id="279" r:id="rId78"/>
    <p:sldId id="342" r:id="rId79"/>
    <p:sldId id="343" r:id="rId80"/>
    <p:sldId id="349" r:id="rId81"/>
    <p:sldId id="344" r:id="rId82"/>
    <p:sldId id="345" r:id="rId83"/>
    <p:sldId id="350" r:id="rId84"/>
    <p:sldId id="351" r:id="rId85"/>
    <p:sldId id="346" r:id="rId86"/>
    <p:sldId id="347" r:id="rId87"/>
    <p:sldId id="312" r:id="rId88"/>
    <p:sldId id="313" r:id="rId89"/>
    <p:sldId id="352" r:id="rId90"/>
    <p:sldId id="353" r:id="rId91"/>
    <p:sldId id="314" r:id="rId9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9T12:58:06.62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13:29:01.25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338.13184"/>
      <inkml:brushProperty name="anchorY" value="-4498.47754"/>
      <inkml:brushProperty name="scaleFactor" value="0.5"/>
    </inkml:brush>
  </inkml:definitions>
  <inkml:trace contextRef="#ctx0" brushRef="#br0">931 1609 24575,'0'0'0,"0"-5"0,0-7 0,-5 1 0,-6 1 0,-1-3 0,-3 1 0,-5-2 0,-2-4 0,-2-2 0,-2-3 0,-2-2 0,6-2 0,-6 5 0,0-1 0,-1 6 0,6 0 0,5-2 0,-10-2 0,-6-7 0,-3-3 0,0 5 0,2 0 0,2-5 0,-4 6 0,7 0 0,2 5 0,2 6 0,0 5 0,0 4 0,-5 3 0,-1 2 0,5 6 0,1 1 0,7 5 0,5 4 0,0 5 0,-1 8 0,2 3 0,2 1 0,4 4 0,-3 0 0,2 5 0,2 3 0,2 3 0,1-2 0,1-4 0,2 1 0,0 1 0,0-2 0,0-3 0,1-3 0,-1-4 0,6-8 0,-1-2 0,6 0 0,10 0 0,0 2 0,2-5 0,2-5 0,1-4 0,0 1 0,2-2 0,-1-3 0,1-2 0,5-1 0,0-2 0,0-1 0,-1 0 0,-1 0 0,4-1 0,-1 1 0,-1-6 0,-1-5 0,-1-6 0,3 1 0,0-3 0,-1-2 0,5-2 0,-2-2 0,4-1 0,-7-1 0,3-1 0,-2 0 0,-1 1 0,3-6 0,-6-1 0,3 1 0,0-4 0,-7-5 0,-1 1 0,-1-3 0,-6-3 0,1 3 0,1-2 0,1 4 0,-3-2 0,1-2 0,-4-3 0,-3-1 0,1 3 0,-4-1 0,-1 4 0,-3 5 0,-2 4 0,-2-2 0,-1 2 0,0 1 0,0-2 0,-1 0 0,1-3 0,0 1 0,-1 1 0,1 4 0,-5-4 0,-1 1 0,-5 3 0,1 0 0,-4 9 0,2 0 0,2-4 0,-3 0 0,2-1 0,3-1 0,-3 1 0,-3 1 0,1-1 0,-4 1 0,4 1 0,2-1 0,4 12 0,3 11 0,1 11 0,2 15 0,2 12 0,-1 4 0,1 7 0,-1 5 0,1 3 0,-1 7 0,0 1 0,0 1 0,0 5 0,0 4 0,0-1 0,0 2 0,0 4 0,0 2 0,-5 2 0,-1 2 0,1-5 0,0-5 0,-4-5 0,-4 0 0,1-2 0,1-3 0,3-2 0,2-8 0,3-6 0,2-2 0,0-4 0,1-3 0,1 1 0,0-2 0,-1-1 0,0-2 0,1-2 0,-1-1 0,0-2 0,0 6 0,0 5 0,5-5 0,1-2 0,5-7 0,5 4 0,4-6 0,-2 0 0,2-5 0,-4 0 0,2 2 0,1-3 0,3-4 0,-4 2 0,7-4 0,1-2 0,2-2 0,1-3 0,0-2 0,-5-6 0,-7-6 0,-6-6 0,-4-5 0,-4-3 0,-3-2 0,0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13:29:02.40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9850.58496"/>
      <inkml:brushProperty name="anchorY" value="-6041.72119"/>
      <inkml:brushProperty name="scaleFactor" value="0.5"/>
    </inkml:brush>
  </inkml:definitions>
  <inkml:trace contextRef="#ctx0" brushRef="#br0">0 6 24575,'0'0'0,"0"4"0,5 8 0,1 5 0,0 4 0,-2 9 0,-1 3 0,0 5 0,3 1 0,6-1 0,0 2 0,3-2 0,-1-2 0,-4-3 0,3-7 0,-2 3 0,-3-1 0,-2 6 0,2 0 0,5 5 0,4-1 0,5-2 0,-4-1 0,3-9 0,-5-2 0,2-6 0,1-6 0,3-5 0,1-3 0,2-3 0,2-1 0,0-7 0,-5-5 0,0-6 0,-5-4 0,-6-3 0,2-2 0,3-1 0,-3-1 0,-3-5 0,3 6 0,-3 0 0,-2-4 0,-2 0 0,3 0 0,-2 1 0,-1 1 0,-2 1 0,5 1 0,-2-5 0,-1 0 0,-1 0 0,-2 2 0,-1 0 0,-1 2 0,-1 0 0,0 2 0,-6 5 0,-5 6 0,-6 5 0,-5 6 0,-2 2 0,-3 3 0,-7 0 0,1 1 0,-2 1 0,3-1 0,0-1 0,2 1 0,2-1 0,0 0 0,0 0 0,1 0 0,0 0 0,0 0 0,0 5 0,0 6 0,0 0 0,5 5 0,0-3 0,6 4 0,4-3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13:29:06.01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0875.50195"/>
      <inkml:brushProperty name="anchorY" value="-7144.50244"/>
      <inkml:brushProperty name="scaleFactor" value="0.5"/>
    </inkml:brush>
  </inkml:definitions>
  <inkml:trace contextRef="#ctx0" brushRef="#br0">1 311 24575,'0'0'0,"0"9"0,5 9 0,6 10 0,1 4 0,-2 1 0,4 12 0,2-2 0,-1 5 0,-4-4 0,-2 3 0,-4-5 0,-2 2 0,-2 2 0,-1 2 0,0-3 0,-1-3 0,1 0 0,-1 3 0,1-4 0,-1-2 0,1-4 0,0 2 0,0-1 0,0-13 0,0-14 0,0-17 0,0-17 0,0-13 0,0-10 0,6-5 0,5-9 0,5-1 0,0-6 0,3-4 0,2-4 0,3 3 0,-5 4 0,-3 4 0,-6 5 0,-4-2 0,3 1 0,3 7 0,-1 8 0,3 1 0,-1 6 0,-3 4 0,3 3 0,-3 3 0,4 8 0,2 11 0,4 12 0,-2 10 0,7 14 0,2 11 0,-4 3 0,-5 0 0,0 10 0,1-3 0,-4 3 0,-4 1 0,2 2 0,3-4 0,3 0 0,3 1 0,2-4 0,-3-5 0,0 2 0,1 1 0,-4-2 0,-4 3 0,-5-4 0,-4-2 0,3-4 0,-2-2 0,4-8 0,5-7 0,-1-12 0,-2-11 0,2-8 0,3-8 0,-3-3 0,3 2 0,-3-6 0,-4 0 0,3-1 0,2-1 0,10-3 0,-3-1 0,-3 1 0,1-4 0,-6 2 0,-3 1 0,2 7 0,-4 3 0,4 1 0,3 1 0,-2-2 0,3 6 0,-3 10 0,2 5 0,3 9 0,-3 8 0,1 6 0,3 10 0,-3 4 0,-5 1 0,-3 4 0,-3 6 0,-4-2 0,4-3 0,6 3 0,-2 2 0,0 4 0,3 2 0,3 2 0,-2 7 0,3 1 0,2 1 0,-3-1 0,3-7 0,-5-2 0,-2-6 0,1-5 0,-3 0 0,3-3 0,-2 3 0,-2-3 0,2-2 0,4-7 0,3-8 0,4-8 0,3-10 0,1-5 0,2-3 0,-6-5 0,6-5 0,-5-4 0,0-4 0,-6-2 0,2-1 0,1 4 0,-4-5 0,1 5 0,-3 0 0,2 5 0,2-6 0,-3-1 0,-3-2 0,2-1 0,2 0 0,-2 0 0,-2-1 0,-4 2 0,-3-7 0,-8 7 0,-2 15 0,5 12 0,0 0 0,0 0 0,0 0 0,0 0 0,-1 0 0,1 0 0,0 0 0,0 0 0,0-1 0,0 1 0,0 0 0,-1 0 0,1 0 0,0 0 0,0 0 0,0 0 0,0 0 0,-1 0 0,1 0 0,0 0 0,0 0 0,0 0 0,0 0 0,-1 0 0,1 1 0,0-1 0,0 0 0,0 0 0,0 0 0,0 0 0,-1 0 0,1 0 0,0 0 0,0 0 0,0 0 0,0 1 0,0-1 0,0 0 0,0 0 0,-1 0 0,1 0 0,0 0 0,0 1 0,0-1 0,0 0 0,-5 13 0,1 8 0,1 5 0,-4 3 0,0 1 0,2 1 0,0-2 0,2 0 0,-4 0 0,0-1 0,1-1 0,2 1 0,1-1 0,1 0 0,1 0 0,1 0 0,0 1 0,0 4 0,0 7 0,1-1 0,4 0 0,6-8 0,6-8 0,5-8 0,2-7 0,3-9 0,1-9 0,-5-6 0,-1-6 0,1 2 0,-5-1 0,-4-2 0,-5 0 0,1-1 0,-2-2 0,-2 0 0,4 5 0,3 1 0,-1-1 0,-1-1 0,-3-1 0,-3-2 0,3 5 0,-1 0 0,4 0 0,5 3 0,3 5 0,4 4 0,-3 10 0,-4 7 0,0 8 0,-3 6 0,-4 3 0,-3 8 0,2 2 0,-1-1 0,4 10 0,-1 0 0,-2 2 0,4-2 0,-2 2 0,-2 1 0,-2-3 0,3 2 0,4 1 0,-1-3 0,3-4 0,-2 2 0,-2-4 0,-4-2 0,3-9 0,-2-13 0,-8-14 0,0 0 0,0 1 0,0-1 0,1 0 0,-1 0 0,0 0 0,0 0 0,0 0 0,0 1 0,0-1 0,1 0 0,-1 0 0,0 0 0,0 0 0,0 0 0,0 0 0,0 0 0,1 0 0,-1 0 0,0 0 0,0 0 0,0 0 0,1 0 0,-1 0 0,0 0 0,0 0 0,0 0 0,0 0 0,1 0 0,-1 0 0,0 0 0,0 0 0,0 0 0,1 0 0,-1 0 0,0 0 0,0 0 0,0 0 0,0 0 0,1-1 0,3-9 0,-1-9 0,-1-5 0,-2-10 0,0-1 0,5 0 0,1 1 0,4 1 0,1-3 0,-3 1 0,5 7 0,-3-4 0,-2 1 0,3 1 0,4-5 0,3 1 0,4 6 0,-3 1 0,-4 2 0,2 6 0,-5-1 0,3 6 0,-3-2 0,2 4 0,3 3 0,3 3 0,-2 8 0,-4 7 0,-5 7 0,3 6 0,-3 3 0,-3 3 0,-1 5 0,-2 2 0,-2-1 0,-1-1 0,6 4 0,5-1 0,5 3 0,0 0 0,-3-3 0,2-8 0,3-7 0,2-14 0,3-5 0,-3-16 0,0-2 0,-3-5 0,0 3 0,-3-3 0,1 0 0,-3-8 0,-2-1 0,1-2 0,-2 1 0,-1 0 0,-3 1 0,3 2 0,5 5 0,-13 24 0,0-1 0,1-1 0,-1 1 0,1-1 0,-1 1 0,1-1 0,-1 1 0,1-1 0,-1 1 0,1 0 0,0-1 0,-1 1 0,1 0 0,0-1 0,-1 1 0,1 0 0,0 0 0,-1 0 0,2 0 0,-2-1 0,1 1 0,-1 0 0,1 0 0,-1 1 0,1-1 0,-1 0 0,1 0 0,-1 0 0,1 1 0,-1-1 0,1 0 0,-1 0 0,1 1 0,-1-1 0,1 0 0,-1 1 0,1-1 0,-1 1 0,0-1 0,1 0 0,-1 2 0,8 14 0,3 7 0,-3 4 0,-1 14 0,-2 0 0,-2 0 0,4 4 0,-1-4 0,5-3 0,-1-3 0,4-4 0,-2-1 0,3-7 0,3-7 0,9-6 0,2-4 0,2-4 0,0-7 0,0-2 0,-6-6 0,-1-4 0,-7-4 0,1-3 0,0-2 0,2-7 0,-2 0 0,0 4 0,3 7 0,1 8 0,2 5 0,2 10 0,0 9 0,1 2 0,-5 5 0,0-2 0,-5 3 0,1 2 0,-5 2 0,8-3 0,-4 1 0,3-4 0,2-5 0,1 2 0,2 3 0,2-3 0,0-2 0,0-9 0,-5-8 0,-5-9 0,-6-5 0,-5-4 0,-3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13:29:07.71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6156.58789"/>
      <inkml:brushProperty name="anchorY" value="-9810.35742"/>
      <inkml:brushProperty name="scaleFactor" value="0.5"/>
    </inkml:brush>
  </inkml:definitions>
  <inkml:trace contextRef="#ctx0" brushRef="#br0">1 0 24575,'0'0'0,"4"0"0,2 6 0,0 5 0,-1 11 0,-2 10 0,-1 4 0,-1 12 0,0 4 0,4 4 0,6 2 0,1 0 0,3-1 0,-1 5 0,-4-5 0,-2-2 0,-3-7 0,-2 0 0,-2 5 0,-1 2 0,-1-4 0,1 0 0,-1-1 0,1 2 0,-1-5 0,1 0 0,0-4 0,0-4 0,0-5 0,0-2 0,0-14 0,0-12 0,0-13 0,0-9 0,6-7 0,-1-4 0,1-2 0,-2 0 0,0-6 0,-2 0 0,-1 0 0,-1 2 0,0 2 0,0 2 0,5 0 0,6-4 0,0 0 0,-1 0 0,-2 2 0,3 6 0,3-4 0,5 0 0,8 6 0,3 6 0,2 5 0,0 5 0,-1 10 0,5 12 0,-1 8 0,4 5 0,-1 2 0,4 7 0,-3-6 0,-1 4 0,1-6 0,-1 3 0,-3-6 0,-2 5 0,-3-7 0,-6 1 0,4 4 0,-1 7 0,-4 0 0,-6 0 0,-6-2 0,-4-1 0,-4-3 0,3-1 0,5 5 0,-1-1 0,-1-1 0,-2 0 0,-3-2 0,-6-6 0,-8-7 0,-6-6 0,-5-5 0,-4-3 0,-2-3 0,4-6 0,0-1 0,0-11 0,-1 1 0,-1 2 0,-6 4 0,-1 2 0,-6 5 0,0 1 0,2 3 0,2 0 0,2 0 0,2 1 0,1 0 0,-4-1 0,0 1 0,12-1 0,17 0 0,13 0 0,9 0 0,13 0 0,4 0 0,1-6 0,5 0 0,-2 0 0,-1-4 0,2 1 0,3-4 0,3 2 0,-1 1 0,1-2 0,8 2 0,-4 2 0,-4-2 0,-10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13:29:10.27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8223.04297"/>
      <inkml:brushProperty name="anchorY" value="-12126.74609"/>
      <inkml:brushProperty name="scaleFactor" value="0.5"/>
    </inkml:brush>
  </inkml:definitions>
  <inkml:trace contextRef="#ctx0" brushRef="#br0">385 436 24575,'0'0'0,"-5"0"0,-7 0 0,-5 0 0,1-5 0,-3-1 0,-2 1 0,-2 0 0,-2 2 0,-1 1 0,-2 6 0,1 1 0,5 6 0,5 5 0,0 4 0,0-1 0,3 1 0,3 2 0,4 1 0,-3-3 0,3 5 0,0 2 0,3 2 0,1 5 0,-4-5 0,1-1 0,0 0 0,1-2 0,2 1 0,1-1 0,2 1 0,-1 0 0,1 0 0,0 5 0,1 1 0,5 0 0,5-1 0,6-7 0,4-6 0,4-8 0,2-9 0,-5-11 0,1-1 0,-6-12 0,-4-4 0,-5-9 0,2 0 0,3-1 0,-2-4 0,-1 1 0,2 3 0,-2-3 0,-2-4 0,3 2 0,-1-2 0,-3-4 0,-2 3 0,4 4 0,-2 4 0,-1 3 0,-1 3 0,-2-4 0,-1 12 0,-2 12 0,1 17 0,-2 12 0,1 6 0,0 11 0,0 1 0,-1 6 0,1-2 0,0 3 0,0 3 0,0-3 0,0 2 0,6 2 0,0 1 0,-1-3 0,6-4 0,3 1 0,-1 1 0,4-2 0,8 2 0,-3-4 0,8-2 0,-5 2 0,6-3 0,0-2 0,0-8 0,-6-2 0,0-7 0,-2-6 0,1-5 0,0-3 0,1-3 0,1-2 0,1 0 0,-5-5 0,5-6 0,-5-6 0,-4-9 0,-1-4 0,1-1 0,3-6 0,1 0 0,-3-3 0,-4-4 0,1 2 0,1 3 0,-2 3 0,1 9 0,3-2 0,-3 2 0,-4-1 0,2 1 0,-3 0 0,-3 1 0,-2-1 0,-3 12 0,-1 11 0,-2 11 0,0 9 0,-1 7 0,1 4 0,-1 8 0,1 1 0,0 0 0,0-1 0,-1 4 0,7 3 0,0-1 0,5-1 0,5 2 0,-1-3 0,2 3 0,3-2 0,3-3 0,7 4 0,-4-4 0,1 5 0,0-3 0,-6-1 0,0 1 0,0-6 0,-4-3 0,1-2 0,-4-1 0,-3 0 0,-10-5 0,-3-12 0,-2-10 0,5-10 0,2-8 0,5 0 0,6-8 0,5-7 0,-2-2 0,3 0 0,1 1 0,-3 2 0,2 2 0,-5 2 0,-3 1 0,-5-5 0,-2 0 0,-3 1 0,-2 0 0,0 2 0,-1 12 0,0 12 0,1 11 0,-1 10 0,1 7 0,0 5 0,-1 7 0,1 1 0,0 0 0,0 5 0,0-3 0,0-1 0,1-2 0,-1-2 0,0-3 0,5-6 0,1-2 0,4-5 0,1 1 0,8-4 0,10-4 0,4-3 0,1-3 0,-1-7 0,-6-7 0,-1-1 0,-8-9 0,0-5 0,1-2 0,2-7 0,2 0 0,-4 0 0,1-4 0,1 7 0,-4-4 0,2 3 0,1-5 0,-4-4 0,3 1 0,6 3 0,-3 2 0,1 3 0,-4 3 0,1 1 0,-5 2 0,-5 0 0,3 5 0,-9 12 0,-8 11 0,-2 10 0,-7 8 0,-4 5 0,0 4 0,-1 0 0,2 7 0,4 1 0,-2-2 0,4 5 0,2-3 0,-3 0 0,2 3 0,2-3 0,2-1 0,-4 4 0,2-3 0,0-1 0,3-2 0,1-3 0,1-1 0,7-6 0,0-12 0,7-7 0,-2-9 0,0-8 0,2-7 0,-1-4 0,2-3 0,-1-7 0,-3-6 0,3 0 0,-2-4 0,3-9 0,-2-3 0,-2-2 0,-3 0 0,-2 6 0,-2 5 0,-1 2 0,4 0 0,0-2 0,6-8 0,-1-2 0,-1-1 0,-3-1 0,-1 1 0,-3 1 0,0 1 0,-2-5 0,0 0 0,-1 1 0,-5 1 0,-5 1 0,-6 1 0,1 7 0,-4 12 0,5 6 0,-3 9 0,-1 9 0,3 12 0,3 10 0,-1 8 0,3 17 0,-3 10 0,3 8 0,2 4 0,3 2 0,2 1 0,2 0 0,1 4 0,1 0 0,1 5 0,-1 4 0,1 4 0,-1-3 0,0-3 0,1 2 0,-1 1 0,0-3 0,0-2 0,0 1 0,5-3 0,6-2 0,1-9 0,-2-1 0,4-8 0,2-6 0,-1 1 0,-4-4 0,-2-2 0,-4-2 0,3-2 0,5-7 0,-2-7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13:29:11.37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1099.16211"/>
      <inkml:brushProperty name="anchorY" value="-14441.1582"/>
      <inkml:brushProperty name="scaleFactor" value="0.5"/>
    </inkml:brush>
  </inkml:definitions>
  <inkml:trace contextRef="#ctx0" brushRef="#br0">356 621 24575,'0'0'0,"0"-5"0,0-12 0,0-6 0,0-4 0,0-2 0,0-1 0,0 0 0,0-5 0,0 0 0,0-4 0,0 1 0,0 1 0,0 3 0,0 2 0,0-3 0,0 1 0,0 1 0,-6 1 0,1 2 0,-6 7 0,-5 6 0,-4 11 0,18 7 0,0 0 0,0-1 0,0 1 0,0 0 0,0-1 0,0 1 0,0 0 0,0 0 0,-3 3 0,-21 21 0,-1 7 0,4 9 0,1 1 0,-1 4 0,5-3 0,-1 2 0,-1 2 0,-1-3 0,2-4 0,5 7 0,5-3 0,3-2 0,-2 0 0,1-2 0,2-4 0,1-2 0,2-3 0,0-8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13:29:12.11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9727.5957"/>
      <inkml:brushProperty name="anchorY" value="-13560.0127"/>
      <inkml:brushProperty name="scaleFactor" value="0.5"/>
    </inkml:brush>
  </inkml:definitions>
  <inkml:trace contextRef="#ctx0" brushRef="#br0">1 0 24575,'0'0'0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9T13:16:55.11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13:20:43.78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220 248 24575,'0'0'0,"-4"5"0,-8 1 0,1 5 0,-5 0 0,3 3 0,-3 4 0,2 3 0,4 3 0,-3-4 0,-3 7 0,3 1 0,2 6 0,3 1 0,3 0 0,2-2 0,-3-1 0,-6-2 0,2 9 0,0 1 0,3-2 0,2 4 0,2-3 0,2 3 0,0-2 0,1 2 0,1-2 0,-1 2 0,1-2 0,-1 2 0,6-2 0,-1 2 0,12-2 0,-1 2 0,9-8 0,3 3 0,2-8 0,1-2 0,-1-8 0,0 0 0,-7 1 0,5-5 0,-5 2 0,0-4 0,0-3 0,0-3 0,2-4 0,1-1 0,6-1 0,0-2 0,1 1 0,-1-1 0,-1 0 0,-1 1 0,-2 0 0,0 0 0,0-1 0,4 1 0,1 0 0,-6-5 0,-1-6 0,-1 0 0,0 1 0,-6-3 0,2 2 0,-6-3 0,7 2 0,-4-3 0,3 2 0,-5-2 0,2 2 0,-4-2 0,1 3 0,3-3 0,3 3 0,2-3 0,2-3 0,2-3 0,0 3 0,-5-7 0,0-1 0,6 3 0,-5-1 0,2 1 0,-6-1 0,0-1 0,-5-1 0,2-1 0,2 6 0,-3-6 0,3-1 0,-4-1 0,2 1 0,2-1 0,-3 1 0,-3 0 0,-3 0 0,-4 0 0,-2 1 0,-3 0 0,0-1 0,0 1 0,-1 0 0,0 0 0,1-1 0,0 1 0,-1 0 0,1 0 0,0-1 0,0 1 0,0-1 0,-5 7 0,-1-1 0,-5 6 0,1-7 0,-4 5 0,-4-3 0,-3 5 0,2-2 0,-1 4 0,-1 3 0,-2 5 0,-2-4 0,5-3 0,-1 2 0,-7 1 0,0-2 0,-2 1 0,0 3 0,0-3 0,-4 2 0,5-4 0,1 2 0,-4-4 0,0 3 0,0 2 0,1-2 0,1 2 0,-9-3 0,-1 2 0,1 2 0,3 3 0,2 2 0,3 2 0,1 1 0,2 1 0,-5 1 0,1-1 0,0 1 0,6 4 0,24-3 0,0-1 0,0 0 0,1 1 0,-1-1 0,0 0 0,1 1 0,-1-1 0,1 0 0,-3 4 0,-14 18 0,-1 4 0,5 7 0,-2 2 0,3-1 0,3 0 0,3-3 0,4-2 0,1-1 0,-4-1 0,1 0 0,0-1 0,1 0 0,1-6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13:20:45.61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27.4939"/>
      <inkml:brushProperty name="anchorY" value="-1204.72754"/>
      <inkml:brushProperty name="scaleFactor" value="0.5"/>
    </inkml:brush>
  </inkml:definitions>
  <inkml:trace contextRef="#ctx0" brushRef="#br0">0 842 24575,'0'0'0,"10"0"0,8 5 0,4 6 0,10 0 0,7 5 0,6 3 0,6-2 0,2 2 0,8 1 0,6 3 0,6-4 0,4-4 0,3 0 0,2 8 0,12 2 0,0-2 0,6 0 0,-2 1 0,8 5 0,-4 3-633,-3-6 814,-5 0-272,-9-1 91,-10-1 0,-8-4 0,10 6 0,2 6 0,3 1 0,-3 1 0,-6 4 0,-11-6 0,-6 4 0,-8 3 0,-8-6 0,-6-3 634,-3-7-815,-9-1 271,-1-1-90,-1 1 0,-5 1 0,-3 7 0,1-4 0,-3 0 0,-2 0 0,-3 1 0,-2-1 0,-1 1 0,-2 5 0,0 1 0,-1-1 0,1 0 0,-12-1 0,-10-2 0,-6 0 0,-4-1 0,-6-1 0,0 0 0,1-5 0,-3 0 0,2-1 0,-3-4 0,-3-4 0,-4-5 0,2 2 0,5-2 0,-7-2 0,-3-2 0,4-1 0,-2-2 0,0 0 0,-2-2 0,-7 1 0,-1 0 0,0-6 0,5 0 0,7 0 0,1-4 0,6 1 0,-2-4 0,4-3 0,2 1 0,3-3 0,3 4 0,1-3 0,1 3 0,1 4 0,6-3 0,0-2 0,-6-3 0,4-4 0,5-2 0,5-2 0,5-7 0,4 0 0,7 4 0,8 3 0,1 0 0,5 1 0,3-1 0,8-5 0,3-1 0,7-6 0,10 1 0,11-5 0,9 3 0,13-9 0,4-4 0,14-7 0,0-8 0,10-6-3978,-2-5 5115,6-2-1705,1-3-805,-6 6 1765,0-1-588,-2 1 196,1-2 0,-6 0 0,1-7 0,6 0 0,-3-1 0,6 0 0,-16 12 0,-5 2 0,-16 18 0,-15 4 0,-7 14 0,-15 1 0,-7 10 0,-4-3 0,-2 1 3704,-6 5-4763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13:20:47.74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699.74951"/>
      <inkml:brushProperty name="anchorY" value="-1379.98682"/>
      <inkml:brushProperty name="scaleFactor" value="0.5"/>
    </inkml:brush>
  </inkml:definitions>
  <inkml:trace contextRef="#ctx0" brushRef="#br0">318 0 24575,'0'0'0,"0"5"0,6 7 0,-1 5 0,1 9 0,-1 5 0,-2 1 0,-1 0 0,4 0 0,6-1 0,-1-2 0,-1 0 0,-2-2 0,2 6 0,-1 0 0,4 0 0,-2-1 0,3-2 0,-2-1 0,-2 0 0,-4-1 0,-1-1 0,-3 0 0,4 6 0,0-1 0,-1 6 0,4 5 0,0-1 0,-2 3 0,4 2 0,3 3 0,-1 2 0,-1 2 0,-4 0 0,-3 1 0,-2 0 0,-2 0 0,-1 6 0,0-1 0,5 6 0,6-1 0,0-1 0,-1-3 0,-3-2 0,-1-2 0,-3 10 0,-7-1 0,-1 0 0,0-3 0,-6-2 0,-4-2 0,-4 3 0,1-1 0,4-1 0,-2 4 0,-1-1 0,2-1 0,-2 4 0,3-3 0,-2 0 0,3-3 0,-2-2 0,-3 4 0,3-1 0,3-6 0,-2-2 0,-2-1 0,2 0 0,3-5 0,3 0 0,-2 1 0,-4-5 0,2 3 0,1-5 0,4 8 0,-4-4 0,-2-2 0,0 0 0,3-2 0,-3-5 0,-3-2 0,2-3 0,3-2 0,-3-1 0,-2-7 0,2 6 0,2-1 0,4 2 0,-2 0 0,1 0 0,3 1 0,1-1 0,2-1 0,2 1 0,-5-1 0,0 1 0,1 4 0,-5 1 0,2 0 0,1-1 0,-4-1 0,1-2 0,3-6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13:20:49.04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366.09326"/>
      <inkml:brushProperty name="anchorY" value="-4703.76904"/>
      <inkml:brushProperty name="scaleFactor" value="0.5"/>
    </inkml:brush>
  </inkml:definitions>
  <inkml:trace contextRef="#ctx0" brushRef="#br0">0 1222 24575,'0'0'0,"5"0"0,7 0 0,5 5 0,4 6 0,-1 6 0,-5 4 0,2 4 0,1 1 0,-3 8 0,-3 5 0,1 1 0,-3-2 0,4 4 0,-3 2 0,-2 4 0,-3-3 0,4 1 0,-3-3 0,5 2 0,-2 1 0,-1-3 0,2 2 0,-1 2 0,-2-3 0,-3 1 0,-2 2 0,-1-3 0,-1-4 0,-1 2 0,0 2 0,-1 2 0,1-2 0,0-3 0,-1 1 0,1-3 0,0-3 0,0 2 0,0 4 0,0-2 0,0-2 0,0-3 0,0-3 0,5-2 0,6 4 0,1-1 0,-2 0 0,-2 4 0,-3-1 0,-2-2 0,-1-1 0,-2-2 0,0-2 0,0 5 0,-1-1 0,1 5 0,0-1 0,-1-1 0,7-2 0,5-3 0,6-6 0,4-8 0,4-6 0,1-5 0,2-9 0,-4-8 0,-2-7 0,1-4 0,0-4 0,2-2 0,0-1 0,1 1 0,7-7 0,0 1 0,5 1 0,5-11 0,-1 2 0,4-4 0,-4-8 0,2-3 0,-3-1 0,2-1 0,-3-4 0,8 0 0,-3 1 0,3 2 0,2-9 0,1-5 0,1 2 0,2-9 0,-5 4 0,0 4 0,1 5 0,0-6 0,2-2 0,0-3 0,7-7 0,1-1 0,0-2 0,-6 7 0,-1 8 0,-7 6 0,0 0 0,0 4 0,-4-2 0,3 2 0,-4 1 0,2 3 0,-4 3 0,-2 0 0,-3 2 0,-3 0 0,-2 7 0,-1-1 0,-1 6 0,0-1 0,-6 4 0,6 3 0,0-2 0,1 3 0,0-4 0,0 2 0,1 2 0,-6 3 0,-1 2 0,0 1 0,-5 2 0,1 1 0,2 5 0,-4 1 0,2 5 0,-4 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9T13:54:31.99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9T13:54:29.293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BB9E53-939F-4D9E-B3D9-889B75FB5F63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442E96-EAB5-4988-97C3-F35665057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569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42E96-EAB5-4988-97C3-F35665057077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853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F640-6D41-B8D2-9349-EA07F4542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2D7E87-A755-FC6E-63F9-91138AD56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DDC72-DDDE-FF04-0780-37443E15F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C14-3C0B-4838-80FF-728760C12AA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9B0C5-FBD3-93BD-561B-FF219BDD3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15129-DC59-D915-B4A4-ABA376496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3F5C-27A3-4FC0-B37E-23C5905F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812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1A280-1A5B-3EB0-CE47-2B397E957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BC2D3-6EB4-2DD1-346A-0AA49A9D7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66F8F-8BA6-ADF2-5732-84D03E9B1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C14-3C0B-4838-80FF-728760C12AA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C5B8D-BE38-3559-6902-C9D0CC9BD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6F701-2E3C-FD48-94ED-DD678357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3F5C-27A3-4FC0-B37E-23C5905F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506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30582-106D-047D-4971-58BE5E23C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4E378-E4C7-F5F3-327D-5CC20CAC1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B09AC-1A09-3A68-7782-34887AA35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C14-3C0B-4838-80FF-728760C12AA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7A896-5FF6-B89F-D47F-FC6DA7017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9B7B9-1ED0-B543-9455-F313D3896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3F5C-27A3-4FC0-B37E-23C5905F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47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F8124-1373-F0CC-D80B-60AFD0D15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83B3F-A6AF-260E-C443-0F10B00D2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003CD-69D6-9BC3-EB5C-D7A4C903A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E7EB7-740A-0784-862E-67D2C7188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C14-3C0B-4838-80FF-728760C12AA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039BC-8DD0-24F5-3431-5C6194F47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881E7-6458-15E3-4F5A-7A980A2CA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3F5C-27A3-4FC0-B37E-23C5905F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064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E481D-6E24-7E1C-E8D6-74461E2A4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D5D7D-366E-1238-E444-7DA0FAF18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40F0A-62DE-275C-5EA4-30F4FCD60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CFD706-8163-40AD-0A07-27F2DF9E0F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D8907B-A1B4-E178-E202-6645ED938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A2BF9C-6D04-D49E-1F2E-AD520D26C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C14-3C0B-4838-80FF-728760C12AA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41107-C196-19BB-2FA9-258C31C75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EEE7F-D60F-ABCF-9136-7ED7B0C3C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3F5C-27A3-4FC0-B37E-23C5905F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899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E9ED-9CC3-6B03-19BB-20018AF79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81DBD4-A31E-6272-60D3-578051A0C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C14-3C0B-4838-80FF-728760C12AA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73A660-C81E-73CD-BA94-B8C8CE27D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AB4142-DB5E-FAC3-C2CC-7894F2A2C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3F5C-27A3-4FC0-B37E-23C5905F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959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6FC4AF-FB6C-3182-9457-83D30058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C14-3C0B-4838-80FF-728760C12AA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3E021-C389-C05A-6103-997478AFE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FA207-3F8A-B653-9D80-2650B75E8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3F5C-27A3-4FC0-B37E-23C5905F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07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EEB03-6264-9597-AE5C-8C405269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57C22-B444-8C1D-D759-0690BA273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192CF-AABF-8742-17DB-8C84EF800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0EEA9-E2E1-8441-9C92-6ACFA4425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C14-3C0B-4838-80FF-728760C12AA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B02E3-B0BC-B797-44AA-0E1CF927E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ABF9B-6F5D-DAB5-D0B0-2D05D729D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3F5C-27A3-4FC0-B37E-23C5905F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315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3DBA9-79A7-8B07-A43E-3F8F80ABA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518742-9CD3-2614-B268-A2294CE08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6335F-6718-FC92-93A5-766B71389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B541E-3B68-0111-9E59-01167562B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C14-3C0B-4838-80FF-728760C12AA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5451E-34DF-DE3D-92ED-397EE2F97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90945-C261-5B6C-CA65-24A7F6332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3F5C-27A3-4FC0-B37E-23C5905F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11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D6120-B5BA-352F-3DFB-AF48F3E94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FDF3D-4F46-574B-D796-1FAC4E7B5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78014-7CA7-3B88-3864-F1F2245F4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C14-3C0B-4838-80FF-728760C12AA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6857F-7679-CFBF-28A4-C8902E0CD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BEC2C-D0B1-EB1E-AC73-E9B5BD190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3F5C-27A3-4FC0-B37E-23C5905F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234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7F6C88-68E0-9EE4-58D8-6C0B625F9F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4A984-2FDE-2836-536E-F41C432C9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67FF1-B4E4-3263-E00B-C7FEE17AD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C14-3C0B-4838-80FF-728760C12AA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1940B-552E-EB23-D00E-B2CAAB401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FC110-3297-6D88-25C2-AB09A233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3F5C-27A3-4FC0-B37E-23C5905F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42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8DE443-8B3E-7F02-9A69-68384EDA4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C80EB-B2E1-F111-C22B-4A705EC37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BD75E-3A3B-B682-8BCD-9CCAD09ED6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44C14-3C0B-4838-80FF-728760C12AA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B60BB-8AF3-DF96-B92F-CE59327B1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1F65A-5EF2-FD21-0B2F-6E843CC6ED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83F5C-27A3-4FC0-B37E-23C5905F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451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customXml" Target="../ink/ink7.xml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18.png"/><Relationship Id="rId2" Type="http://schemas.openxmlformats.org/officeDocument/2006/relationships/image" Target="../media/image13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customXml" Target="../ink/ink5.xml"/><Relationship Id="rId1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customXml" Target="../ink/ink10.xml"/><Relationship Id="rId7" Type="http://schemas.openxmlformats.org/officeDocument/2006/relationships/customXml" Target="../ink/ink12.xm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0.png"/><Relationship Id="rId5" Type="http://schemas.openxmlformats.org/officeDocument/2006/relationships/customXml" Target="../ink/ink11.xml"/><Relationship Id="rId10" Type="http://schemas.openxmlformats.org/officeDocument/2006/relationships/image" Target="../media/image520.png"/><Relationship Id="rId4" Type="http://schemas.openxmlformats.org/officeDocument/2006/relationships/image" Target="../media/image490.png"/><Relationship Id="rId9" Type="http://schemas.openxmlformats.org/officeDocument/2006/relationships/customXml" Target="../ink/ink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customXml" Target="../ink/ink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962A1D-B07A-C44A-3AB6-BD3FC4C4F966}"/>
              </a:ext>
            </a:extLst>
          </p:cNvPr>
          <p:cNvSpPr txBox="1"/>
          <p:nvPr/>
        </p:nvSpPr>
        <p:spPr>
          <a:xfrm>
            <a:off x="5365672" y="0"/>
            <a:ext cx="14606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Q1a</a:t>
            </a:r>
            <a:endParaRPr lang="en-IN" sz="6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23D1F7-50CE-8ABB-EF62-CCC76ED06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814" y="1015663"/>
            <a:ext cx="6200371" cy="522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90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F4B560-8503-656F-9D0F-5463DE423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653" y="928338"/>
            <a:ext cx="6944694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495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7D95D-34AB-B68F-6CB3-955BE31B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9FC730-61A8-FD1D-10A6-940ADF60B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967" y="1047417"/>
            <a:ext cx="9612066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759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0947A1-674F-81C2-B733-3A372A938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07" y="785647"/>
            <a:ext cx="11707586" cy="528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085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86221-3580-E1DA-5F21-A30B43E5E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0825BB-B2AA-EA59-BCCF-C71DC1F77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389" y="354958"/>
            <a:ext cx="7859222" cy="2686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60CC4F-315B-9ECB-3F96-DB356F7AB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471" y="3429000"/>
            <a:ext cx="3277057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534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D3740-3BC3-56EE-D745-21185ACB2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1272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871B2B-C0D1-8AFC-B2BF-97447849D0D3}"/>
              </a:ext>
            </a:extLst>
          </p:cNvPr>
          <p:cNvSpPr txBox="1"/>
          <p:nvPr/>
        </p:nvSpPr>
        <p:spPr>
          <a:xfrm>
            <a:off x="5365672" y="0"/>
            <a:ext cx="14606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Q2a</a:t>
            </a:r>
            <a:endParaRPr lang="en-IN" sz="60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A2A43BD-613D-FF16-C257-2B2889ACB25A}"/>
              </a:ext>
            </a:extLst>
          </p:cNvPr>
          <p:cNvGrpSpPr/>
          <p:nvPr/>
        </p:nvGrpSpPr>
        <p:grpSpPr>
          <a:xfrm>
            <a:off x="3438764" y="1015663"/>
            <a:ext cx="5616920" cy="5412806"/>
            <a:chOff x="3419099" y="1187412"/>
            <a:chExt cx="5616920" cy="541280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F9FE162-2056-7764-4FD2-7B1C9B23C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9099" y="1187412"/>
              <a:ext cx="5616920" cy="119297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F0505DF-BA03-5B9D-3F50-E432001BD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19099" y="2281147"/>
              <a:ext cx="5616920" cy="4319071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5301533-CE90-64B1-73F4-4CD60A6C727D}"/>
                  </a:ext>
                </a:extLst>
              </p14:cNvPr>
              <p14:cNvContentPartPr/>
              <p14:nvPr/>
            </p14:nvContentPartPr>
            <p14:xfrm>
              <a:off x="1759657" y="717825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5301533-CE90-64B1-73F4-4CD60A6C72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06017" y="609825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3273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AD3BE-854B-B68B-4E35-879FEBFAD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CF5F4D-A0F1-7E36-ACFE-C9BF02A15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6" y="974886"/>
            <a:ext cx="5470995" cy="44980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14DDB4-05CC-CAF3-4AAA-503B79211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871" y="1401096"/>
            <a:ext cx="6624129" cy="364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58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6391E-B088-AE24-84FC-CC1C05697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168B77-677B-A1EB-E854-3F5B560F5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388" y="1237944"/>
            <a:ext cx="8583223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653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9F88B-C256-F90A-4801-FC4814B67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5DC28E-E965-07D3-B541-3AC138BC5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858" y="282677"/>
            <a:ext cx="7624284" cy="629264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403B37B-B528-C5F9-4530-0A51ACAD4945}"/>
              </a:ext>
            </a:extLst>
          </p:cNvPr>
          <p:cNvGrpSpPr/>
          <p:nvPr/>
        </p:nvGrpSpPr>
        <p:grpSpPr>
          <a:xfrm>
            <a:off x="510457" y="2232948"/>
            <a:ext cx="827640" cy="815760"/>
            <a:chOff x="510457" y="2232948"/>
            <a:chExt cx="827640" cy="8157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AF1B6D3-6ECC-7F54-A20F-99F97F464F61}"/>
                    </a:ext>
                  </a:extLst>
                </p14:cNvPr>
                <p14:cNvContentPartPr/>
                <p14:nvPr/>
              </p14:nvContentPartPr>
              <p14:xfrm>
                <a:off x="510457" y="2232948"/>
                <a:ext cx="514440" cy="815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AF1B6D3-6ECC-7F54-A20F-99F97F464F6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1817" y="2224308"/>
                  <a:ext cx="532080" cy="83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5BBD07A-49B6-7C46-85ED-5266E6FCC80D}"/>
                    </a:ext>
                  </a:extLst>
                </p14:cNvPr>
                <p14:cNvContentPartPr/>
                <p14:nvPr/>
              </p14:nvContentPartPr>
              <p14:xfrm>
                <a:off x="1110937" y="2750988"/>
                <a:ext cx="227160" cy="279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5BBD07A-49B6-7C46-85ED-5266E6FCC80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01937" y="2742348"/>
                  <a:ext cx="244800" cy="29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DB7C24F-475A-9FCE-7F03-2DDB2862311B}"/>
              </a:ext>
            </a:extLst>
          </p:cNvPr>
          <p:cNvGrpSpPr/>
          <p:nvPr/>
        </p:nvGrpSpPr>
        <p:grpSpPr>
          <a:xfrm>
            <a:off x="402817" y="3467028"/>
            <a:ext cx="1535760" cy="1828080"/>
            <a:chOff x="402817" y="3467028"/>
            <a:chExt cx="1535760" cy="18280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1FA27A5-5B69-625A-43C3-7AA435A68488}"/>
                    </a:ext>
                  </a:extLst>
                </p14:cNvPr>
                <p14:cNvContentPartPr/>
                <p14:nvPr/>
              </p14:nvContentPartPr>
              <p14:xfrm>
                <a:off x="402817" y="3467028"/>
                <a:ext cx="1535760" cy="764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1FA27A5-5B69-625A-43C3-7AA435A6848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4177" y="3458028"/>
                  <a:ext cx="1553400" cy="78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3C2A59E-820F-EFC9-0593-BC268CC37451}"/>
                    </a:ext>
                  </a:extLst>
                </p14:cNvPr>
                <p14:cNvContentPartPr/>
                <p14:nvPr/>
              </p14:nvContentPartPr>
              <p14:xfrm>
                <a:off x="461857" y="4463868"/>
                <a:ext cx="378360" cy="543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3C2A59E-820F-EFC9-0593-BC268CC3745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3217" y="4454868"/>
                  <a:ext cx="39600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ACA43E9-8F85-BB4C-C0CC-7572E86487D3}"/>
                    </a:ext>
                  </a:extLst>
                </p14:cNvPr>
                <p14:cNvContentPartPr/>
                <p14:nvPr/>
              </p14:nvContentPartPr>
              <p14:xfrm>
                <a:off x="1002217" y="4670508"/>
                <a:ext cx="837720" cy="624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ACA43E9-8F85-BB4C-C0CC-7572E86487D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93217" y="4661868"/>
                  <a:ext cx="855360" cy="64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F035135-F92B-5EAC-C60F-89CC27CFF035}"/>
                    </a:ext>
                  </a:extLst>
                </p14:cNvPr>
                <p14:cNvContentPartPr/>
                <p14:nvPr/>
              </p14:nvContentPartPr>
              <p14:xfrm>
                <a:off x="1504057" y="4938708"/>
                <a:ext cx="128520" cy="272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F035135-F92B-5EAC-C60F-89CC27CFF03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495057" y="4929708"/>
                  <a:ext cx="146160" cy="28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78A97E9-91F3-DB7E-7C1B-72E8B4B929BA}"/>
                  </a:ext>
                </a:extLst>
              </p14:cNvPr>
              <p14:cNvContentPartPr/>
              <p14:nvPr/>
            </p14:nvContentPartPr>
            <p14:xfrm>
              <a:off x="1494337" y="5624148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78A97E9-91F3-DB7E-7C1B-72E8B4B929B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485697" y="5615148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5793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7DAC6D-F56B-C277-15B9-69129A7AE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979" y="747577"/>
            <a:ext cx="7714042" cy="536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728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710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60FDE-1B8F-4425-7918-80FF60FA8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2F158F-8223-9EEA-5866-62B995AEDAD5}"/>
              </a:ext>
            </a:extLst>
          </p:cNvPr>
          <p:cNvSpPr txBox="1"/>
          <p:nvPr/>
        </p:nvSpPr>
        <p:spPr>
          <a:xfrm>
            <a:off x="5365672" y="0"/>
            <a:ext cx="14606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Q3a</a:t>
            </a:r>
            <a:endParaRPr lang="en-IN" sz="60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4F7570A-464E-D0C3-2958-A0C18B092F4D}"/>
              </a:ext>
            </a:extLst>
          </p:cNvPr>
          <p:cNvGrpSpPr/>
          <p:nvPr/>
        </p:nvGrpSpPr>
        <p:grpSpPr>
          <a:xfrm>
            <a:off x="3257011" y="842385"/>
            <a:ext cx="5677977" cy="5863215"/>
            <a:chOff x="4006797" y="753895"/>
            <a:chExt cx="5735600" cy="597257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6B7931A-2FC4-AAFE-EDB5-49E1BB207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06797" y="753895"/>
              <a:ext cx="5735600" cy="461451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0314F35-FA41-E552-8F18-9DFCFAAA2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06797" y="5368413"/>
              <a:ext cx="5735600" cy="13580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2222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F1DB-26DE-66C6-ADC9-EE90FAAD8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D0654B-14EE-0D93-6788-F5097D12E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809" y="1328444"/>
            <a:ext cx="9002381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414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70ECC-07B1-2A3F-5C48-2B40F12AE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71D4FE-4C94-98D4-F52E-53947E785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520" y="942628"/>
            <a:ext cx="7944959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634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A9D27-BACA-F9AB-882B-98FA5498F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5D53A5-3E9F-5803-E3AA-EDC2EB78B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3" y="1291980"/>
            <a:ext cx="6023817" cy="40912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F886E4-0889-BC6D-03AB-E59664393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013" y="1291980"/>
            <a:ext cx="5960804" cy="409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921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A6BF8-89CD-284B-E23A-0CA35729F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8CA8BE-CBA6-600F-3AFF-09AC2FE3C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391" y="871180"/>
            <a:ext cx="5325218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539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75714-3391-86DC-B90A-75EA5A03B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59BF31-34C6-A613-367A-8C1C3A19E187}"/>
              </a:ext>
            </a:extLst>
          </p:cNvPr>
          <p:cNvSpPr txBox="1"/>
          <p:nvPr/>
        </p:nvSpPr>
        <p:spPr>
          <a:xfrm>
            <a:off x="5365672" y="0"/>
            <a:ext cx="14606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Q4a</a:t>
            </a:r>
            <a:endParaRPr lang="en-IN" sz="6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63D601-99D7-DA26-ECC3-231779206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968" y="917341"/>
            <a:ext cx="6360064" cy="570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08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13AA3-245B-996C-3725-2A935CB5E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14C73B-5119-BF05-9994-5AAB56B54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579" y="660707"/>
            <a:ext cx="7844841" cy="553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476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865BC-E2A8-6FC8-414B-71F2A1E59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05B651-CA02-FD72-77A2-4F745F979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463" y="334551"/>
            <a:ext cx="6906589" cy="2686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9FC302-2120-0A28-B459-1A1657630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463" y="3429000"/>
            <a:ext cx="6906588" cy="278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323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FE7B8-BE89-F765-CA94-10936666B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78DFF3-A230-F975-E7FB-970B1D577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417" y="544832"/>
            <a:ext cx="9255165" cy="576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2317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1CE75-3988-58B3-7C04-3534CE5C4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BE51C4-AFE9-1F32-CBEB-C811C572C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2670" y="339616"/>
            <a:ext cx="3666660" cy="617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839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C11DC-61D3-0B53-75B8-77CA71276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520687-215C-A7CD-46CE-6A03B58ACD9B}"/>
              </a:ext>
            </a:extLst>
          </p:cNvPr>
          <p:cNvSpPr txBox="1"/>
          <p:nvPr/>
        </p:nvSpPr>
        <p:spPr>
          <a:xfrm>
            <a:off x="5365672" y="0"/>
            <a:ext cx="14606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Q5a</a:t>
            </a:r>
            <a:endParaRPr lang="en-IN" sz="6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3CBE72-2A05-3EF7-D3E0-688E41D4E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90" y="1485977"/>
            <a:ext cx="5449592" cy="23958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EBD0A5-1476-CF72-BA6F-B9EEF9E18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896" y="1385823"/>
            <a:ext cx="6351104" cy="445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065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395DE-DB21-0748-D830-AACEE35DE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36F38F-9719-CD45-E8AE-102AF47ED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57" y="466311"/>
            <a:ext cx="8135485" cy="59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3804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64B27-8420-8ACE-E4ED-C3B961BAF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1F52D2-616A-9CDE-52D6-DC6CB5048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521" y="937865"/>
            <a:ext cx="7582958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3371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64D87-C0FD-C34D-D9B0-294223B6A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7DBA83-C9C2-F91E-C296-6C8D5D480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04" y="933101"/>
            <a:ext cx="8716591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1461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64E61-08D5-476B-EAA4-43AD8FEB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396092-B172-7557-6CBB-BD2FE0523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16" y="1599944"/>
            <a:ext cx="6096851" cy="36581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A57DCD-1BFD-921F-B83D-4ABCF6C37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356" y="1118864"/>
            <a:ext cx="3934374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9018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3510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D36F4-2619-8611-59DE-FCCA8FD99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72AF49-BD59-94CE-B900-3454BFEC0EDA}"/>
              </a:ext>
            </a:extLst>
          </p:cNvPr>
          <p:cNvSpPr txBox="1"/>
          <p:nvPr/>
        </p:nvSpPr>
        <p:spPr>
          <a:xfrm>
            <a:off x="5365672" y="0"/>
            <a:ext cx="14606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Q6a</a:t>
            </a:r>
            <a:endParaRPr lang="en-IN" sz="6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6E69EE-D7F1-7A20-8D96-4B4D66B47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100" y="913570"/>
            <a:ext cx="7525800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0252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2C50D-A663-E0EB-A583-FA157468A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50B23A-ED64-9A80-9209-3CE544251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82" y="224954"/>
            <a:ext cx="2762636" cy="1609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7323DC-D9C3-6544-0782-3457C0392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521" y="1939013"/>
            <a:ext cx="6496957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4908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7D927-F47B-1D64-C925-306324216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E61F79-AFCE-C32B-09EC-534F2E46D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571" y="152909"/>
            <a:ext cx="9145618" cy="32227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C5F21A-EA35-B93F-BF80-7A8C3C715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571" y="3429000"/>
            <a:ext cx="9248857" cy="323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5368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85BDB-77B9-E98D-D465-6664FB6DF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63C136-0F13-571F-A564-26890C51E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787" y="1027471"/>
            <a:ext cx="7000426" cy="1788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CE3094-14E3-1B53-0344-B9BC669E6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468" y="3812551"/>
            <a:ext cx="7207064" cy="201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920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2CDF8-2711-509A-75DC-15836EB6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2DE75F-D8D2-8C33-6DCD-BAA2A5E4D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388" y="709233"/>
            <a:ext cx="9669224" cy="54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0875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167A8-5E22-B8B0-8641-12051B0E6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CA52C2-C6A8-36ED-7B79-542B283ED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757" y="1319934"/>
            <a:ext cx="9396486" cy="421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721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4B834-48D6-11F2-9ED1-A3B054142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904DFE-C2E6-79EA-DA70-BDDF1ED34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397" y="2510248"/>
            <a:ext cx="9961206" cy="183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843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6C15F-6C05-3919-79B6-F0A81990D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1692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7B53F-69F4-532D-B3EE-D4031D46D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13DB90-767D-2BB8-EA3E-89F29C28ECD5}"/>
              </a:ext>
            </a:extLst>
          </p:cNvPr>
          <p:cNvSpPr txBox="1"/>
          <p:nvPr/>
        </p:nvSpPr>
        <p:spPr>
          <a:xfrm>
            <a:off x="5365672" y="0"/>
            <a:ext cx="14606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Q7a</a:t>
            </a:r>
            <a:endParaRPr lang="en-IN" sz="6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506E05-72B6-CC28-6007-15FCD4517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419" y="1015663"/>
            <a:ext cx="6477162" cy="55764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D6970CD-F79D-020B-87DE-F50CBAAA6F77}"/>
                  </a:ext>
                </a:extLst>
              </p14:cNvPr>
              <p14:cNvContentPartPr/>
              <p14:nvPr/>
            </p14:nvContentPartPr>
            <p14:xfrm>
              <a:off x="1091137" y="687852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D6970CD-F79D-020B-87DE-F50CBAAA6F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7497" y="580212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82985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7D690C-7489-001B-4000-A2E2EC86E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500" y="145513"/>
            <a:ext cx="3397000" cy="18720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4F6FD1-EFC2-3165-01FC-E6763EDE1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006" y="2090930"/>
            <a:ext cx="7603988" cy="449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000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AEED7-0BB1-795C-F19F-E6A34C658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88DC4-FE86-54A9-BE30-866121D78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55" y="1204602"/>
            <a:ext cx="10669489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745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47FD1-9F54-A30C-63EA-22C7AF01C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6689E5-D43E-4558-52A1-F8126E4EF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723" y="1206095"/>
            <a:ext cx="10468554" cy="444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8261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20BD4-3146-952D-23D4-D25A1E9F7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AE81CE-A306-C7D3-9AD1-C448CB3FF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60" y="314583"/>
            <a:ext cx="11498280" cy="290553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F2B960C-4F62-046C-E7CF-0D5FB169D491}"/>
              </a:ext>
            </a:extLst>
          </p:cNvPr>
          <p:cNvGrpSpPr/>
          <p:nvPr/>
        </p:nvGrpSpPr>
        <p:grpSpPr>
          <a:xfrm>
            <a:off x="1798537" y="3452988"/>
            <a:ext cx="1890720" cy="913680"/>
            <a:chOff x="1798537" y="3452988"/>
            <a:chExt cx="1890720" cy="9136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886EE4C-93D3-8212-EA74-D5E15C3C8365}"/>
                    </a:ext>
                  </a:extLst>
                </p14:cNvPr>
                <p14:cNvContentPartPr/>
                <p14:nvPr/>
              </p14:nvContentPartPr>
              <p14:xfrm>
                <a:off x="1798537" y="3814068"/>
                <a:ext cx="542880" cy="552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886EE4C-93D3-8212-EA74-D5E15C3C836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789537" y="3805068"/>
                  <a:ext cx="560520" cy="5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1D65CC8-0B2F-2EE8-1289-45B2D1E0AB32}"/>
                    </a:ext>
                  </a:extLst>
                </p14:cNvPr>
                <p14:cNvContentPartPr/>
                <p14:nvPr/>
              </p14:nvContentPartPr>
              <p14:xfrm>
                <a:off x="2408737" y="3452988"/>
                <a:ext cx="1280520" cy="864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1D65CC8-0B2F-2EE8-1289-45B2D1E0AB3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99737" y="3444348"/>
                  <a:ext cx="1298160" cy="88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F70E312-0A0B-B3C8-24EB-326C3BD32C04}"/>
              </a:ext>
            </a:extLst>
          </p:cNvPr>
          <p:cNvGrpSpPr/>
          <p:nvPr/>
        </p:nvGrpSpPr>
        <p:grpSpPr>
          <a:xfrm>
            <a:off x="4591417" y="3598428"/>
            <a:ext cx="1064520" cy="2105640"/>
            <a:chOff x="4591417" y="3598428"/>
            <a:chExt cx="1064520" cy="21056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84B1766-C34B-BE0B-67CE-4BE99AC96CA8}"/>
                    </a:ext>
                  </a:extLst>
                </p14:cNvPr>
                <p14:cNvContentPartPr/>
                <p14:nvPr/>
              </p14:nvContentPartPr>
              <p14:xfrm>
                <a:off x="4801657" y="3598428"/>
                <a:ext cx="232560" cy="1562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84B1766-C34B-BE0B-67CE-4BE99AC96CA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793017" y="3589428"/>
                  <a:ext cx="250200" cy="158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C01E213-5BEF-4E52-4882-B470665B3A49}"/>
                    </a:ext>
                  </a:extLst>
                </p14:cNvPr>
                <p14:cNvContentPartPr/>
                <p14:nvPr/>
              </p14:nvContentPartPr>
              <p14:xfrm>
                <a:off x="4591417" y="4486188"/>
                <a:ext cx="1064520" cy="1217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C01E213-5BEF-4E52-4882-B470665B3A4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82417" y="4477548"/>
                  <a:ext cx="1082160" cy="1235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850040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A51A50-BA26-1DCA-D645-ED483525A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6" y="668068"/>
            <a:ext cx="6335321" cy="4946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DF028D-8A60-C6B1-14E8-6A8934808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725" y="534832"/>
            <a:ext cx="5981249" cy="541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1107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5C6AE-B8DB-1D40-0954-6D57048BD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62C123-0972-28F3-0813-E4FD5B22F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74" y="392972"/>
            <a:ext cx="11110452" cy="860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CD98DD-6D88-9AB5-1561-637DC94CE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730" y="2092443"/>
            <a:ext cx="9240540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903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2B220-1FC2-75C1-D8E8-151470569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31846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49812-108A-D856-C7C9-7DB97CB4C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5DCD62-DB02-1305-8F2D-10D1CC659DAA}"/>
              </a:ext>
            </a:extLst>
          </p:cNvPr>
          <p:cNvSpPr txBox="1"/>
          <p:nvPr/>
        </p:nvSpPr>
        <p:spPr>
          <a:xfrm>
            <a:off x="5365672" y="0"/>
            <a:ext cx="14606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Q8a</a:t>
            </a:r>
            <a:endParaRPr lang="en-IN" sz="6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F72E0D-D20B-5AA2-8355-06C3CB636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0" y="1622104"/>
            <a:ext cx="5566033" cy="39626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34AC90-155A-B366-4F5A-1A95E7F84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23613"/>
            <a:ext cx="5750081" cy="28385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DB2B10F-EC32-9170-E70C-0B1F196DE4B9}"/>
                  </a:ext>
                </a:extLst>
              </p14:cNvPr>
              <p14:cNvContentPartPr/>
              <p14:nvPr/>
            </p14:nvContentPartPr>
            <p14:xfrm>
              <a:off x="845617" y="884772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DB2B10F-EC32-9170-E70C-0B1F196DE4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1617" y="777132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76161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E60144-492B-6422-6F08-F239DED7A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479" y="532376"/>
            <a:ext cx="10353042" cy="16894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68D394-F59B-9E00-94CC-356F4D1E7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071" y="2605019"/>
            <a:ext cx="6727857" cy="1888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25AB5E-645A-184C-8F70-473CE5FAD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366" y="4636216"/>
            <a:ext cx="8197267" cy="203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806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2B504-FD55-9368-5B1D-BD2F85828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7DD05C-95F5-DE56-16F2-EB2E41AA9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388" y="756864"/>
            <a:ext cx="9669224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2952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AD63A-6F72-D618-F1BD-A3F5A4CED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24E2BC-C73C-EEDE-44E7-D6287766A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150" y="169589"/>
            <a:ext cx="10021699" cy="24482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AF4CD41-4C44-F6B4-4A13-84FD22E6FA7E}"/>
                  </a:ext>
                </a:extLst>
              </p14:cNvPr>
              <p14:cNvContentPartPr/>
              <p14:nvPr/>
            </p14:nvContentPartPr>
            <p14:xfrm>
              <a:off x="373657" y="162238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AF4CD41-4C44-F6B4-4A13-84FD22E6FA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9657" y="1514388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4D17F94-25C4-361F-D4DE-7FEDD31ED1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3281" y="2739652"/>
            <a:ext cx="9745435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760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A39CB-7DEE-A822-3F91-836414808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CEF6BA-A376-7FE5-530D-7A22F298A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362" y="685417"/>
            <a:ext cx="8059275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1148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BDEA1-A96E-23CE-04C3-B14E6AEA1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0E1CEC-F768-D3D4-B9B3-8E8E6A449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272" y="1858172"/>
            <a:ext cx="9073455" cy="314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413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39586-04CD-BDF7-112D-6A7D04E0F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69550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1D502-559E-2B83-EDB6-A6ED5AA3F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07A496-EB80-B997-93BF-167215110A43}"/>
              </a:ext>
            </a:extLst>
          </p:cNvPr>
          <p:cNvSpPr txBox="1"/>
          <p:nvPr/>
        </p:nvSpPr>
        <p:spPr>
          <a:xfrm>
            <a:off x="5348039" y="2921168"/>
            <a:ext cx="14959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Q1b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6607430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64D15-1C65-4FF3-2D31-64F2810F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68AA31-6812-5DBB-8D14-E756DF9A4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60" y="285311"/>
            <a:ext cx="11136279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4454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D74F8-6200-404B-46AF-49DE67D21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82" y="602290"/>
            <a:ext cx="10729035" cy="565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306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FD9D2-23B1-AB85-9A89-A1082EFFA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50E768-80AE-B8B4-750A-CA360DBE5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491" y="435574"/>
            <a:ext cx="8539017" cy="598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1827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79925-47BD-C599-87A6-6229FC0EA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F20559-262E-C5E3-FBF9-E5B9A16EE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50" y="2135251"/>
            <a:ext cx="9585899" cy="258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743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E049B-D0D0-9F2D-E83C-EF7D7E00C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97988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5FD36-D463-9511-26AA-139DAF3B9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9DD6EB-ECAA-F22F-9F51-8D335F358AC6}"/>
              </a:ext>
            </a:extLst>
          </p:cNvPr>
          <p:cNvSpPr txBox="1"/>
          <p:nvPr/>
        </p:nvSpPr>
        <p:spPr>
          <a:xfrm>
            <a:off x="5348039" y="2921168"/>
            <a:ext cx="14959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Q2b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2322426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C024A-B5A6-9F45-C6BA-B69D0B868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292487-B806-0CD4-D510-B142803FB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714" y="730639"/>
            <a:ext cx="3648584" cy="24863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B9742C-3118-B353-8227-4575BD3BD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3582" y="3726409"/>
            <a:ext cx="3562847" cy="2467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E4188F-66A5-2623-7DCE-02BC10B591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095" y="140109"/>
            <a:ext cx="6905553" cy="657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1890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80170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48533-FEBC-9917-422E-BDA8B2362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228B10-F8A7-0A5B-7A4D-55DA31890E7A}"/>
              </a:ext>
            </a:extLst>
          </p:cNvPr>
          <p:cNvSpPr txBox="1"/>
          <p:nvPr/>
        </p:nvSpPr>
        <p:spPr>
          <a:xfrm>
            <a:off x="5348039" y="2921168"/>
            <a:ext cx="14959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Q3b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40638954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F58497-6E24-87D1-6F6F-D8EF2ED5F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47" y="275899"/>
            <a:ext cx="6120305" cy="630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875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4D75B-E850-7714-5F07-CB587F07E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3617A9-6072-308E-8E3A-0BCADC77F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18" y="1065796"/>
            <a:ext cx="11709364" cy="472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510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3A6F3-7FF1-A6E1-863D-9D1A0388B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F729D1-325B-92E6-7D0B-0CA59F14E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19" y="1061702"/>
            <a:ext cx="11577562" cy="473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4585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D4C39-A371-C794-DE39-55AB13D24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EBC0CD-A537-C2F3-90C8-3E257A811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83" y="261495"/>
            <a:ext cx="8297433" cy="633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0339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EB277-8CE9-445A-99E3-2A3F15AD3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ABE5AE-5D21-5FDA-A356-8CC7718F7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708" y="975970"/>
            <a:ext cx="3648584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5147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3E62E-3E91-F785-B5B2-BC3945489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6649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40001-D713-8216-F23B-FA2DAEECF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DC9009-D169-5A20-97AB-EA8374F88D70}"/>
              </a:ext>
            </a:extLst>
          </p:cNvPr>
          <p:cNvSpPr txBox="1"/>
          <p:nvPr/>
        </p:nvSpPr>
        <p:spPr>
          <a:xfrm>
            <a:off x="5348039" y="2921168"/>
            <a:ext cx="14959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Q4b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20397566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D706A-D9B0-5FB8-B8E2-129A65530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E77EA3-C987-3117-245B-597B275CD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77" y="1009312"/>
            <a:ext cx="10183646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33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65E80-CDD5-A094-DACF-A078F03CD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A0BC7B-2B75-BCE2-27A2-629217104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42" y="2609735"/>
            <a:ext cx="7821116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90116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0C19B-3396-F354-3E11-A31CD547A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67292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0E5A4-F7E7-69AE-9CD7-B12CBAAD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08BA18-845C-C972-2127-6BAEBD9D1095}"/>
              </a:ext>
            </a:extLst>
          </p:cNvPr>
          <p:cNvSpPr txBox="1"/>
          <p:nvPr/>
        </p:nvSpPr>
        <p:spPr>
          <a:xfrm>
            <a:off x="5348039" y="2921168"/>
            <a:ext cx="14959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Q5b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376644622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94FCA-9EAA-CEB6-386E-8AED852F7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982058-AA9C-828E-6CD5-5880AF8D2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97" y="752101"/>
            <a:ext cx="11145805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7810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24A0B-1779-1D6A-FD47-1C8C73FB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011052-AAA5-15A3-0CAE-75DBC9710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703" y="747338"/>
            <a:ext cx="9802593" cy="536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65021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E5746-1955-138C-082D-7AFA07675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983B16-C9B4-03DD-B922-0D8191EA1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047" y="842601"/>
            <a:ext cx="7925906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3333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69478-8095-4D73-8BF2-2E1B77AA4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99F042-02FB-E81E-C2A1-3291C12DA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339" y="109074"/>
            <a:ext cx="4639322" cy="663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07468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F9D1C-7868-82A0-8269-405B599AA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46228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40528-380C-A95A-EAD5-8FC0A48AF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9CBB7D-14CA-9881-3BE0-EE7EF2D0FE57}"/>
              </a:ext>
            </a:extLst>
          </p:cNvPr>
          <p:cNvSpPr txBox="1"/>
          <p:nvPr/>
        </p:nvSpPr>
        <p:spPr>
          <a:xfrm>
            <a:off x="5348039" y="2921168"/>
            <a:ext cx="14959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Q6b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344861081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F2D0F-8FFC-CAA7-E941-ED3253960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827B96-545E-EA57-C61D-5A7C9EE4E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56" y="100780"/>
            <a:ext cx="6371976" cy="6656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065DB1-7CCE-98E4-5CD5-7954ABF2A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547" y="1845447"/>
            <a:ext cx="4729215" cy="316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73615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93346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E093B-8828-4720-A02F-83541C81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3E257E-83E4-F0A3-8245-5EBB0E80BCFB}"/>
              </a:ext>
            </a:extLst>
          </p:cNvPr>
          <p:cNvSpPr txBox="1"/>
          <p:nvPr/>
        </p:nvSpPr>
        <p:spPr>
          <a:xfrm>
            <a:off x="5348039" y="2921168"/>
            <a:ext cx="14959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Q7b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178058476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FDAB8-0ACE-F446-F4D2-BEE2B09F4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F41ED8-7B5B-C93F-6B2E-C72AC5BAD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19" y="1371776"/>
            <a:ext cx="11631561" cy="411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24192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7EF37-6859-E2D7-FB77-470AA6EB6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932BA5-B4AB-2789-B0A2-33DBFD80E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993" y="2943194"/>
            <a:ext cx="8660014" cy="97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6547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9458B-3BA7-CF71-5AC7-8C726E72B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585237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D5D4B-3328-C8B9-E7B5-25B5C7E06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BEEC17-5018-6FBF-574B-F7B840B76DC5}"/>
              </a:ext>
            </a:extLst>
          </p:cNvPr>
          <p:cNvSpPr txBox="1"/>
          <p:nvPr/>
        </p:nvSpPr>
        <p:spPr>
          <a:xfrm>
            <a:off x="5348039" y="2921168"/>
            <a:ext cx="14959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Q8b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161287849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E8436-A419-4D22-5943-BFBFDA341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26E3DA-BEA3-F6CF-2A51-B8A228BB2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281" y="157794"/>
            <a:ext cx="7107438" cy="654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7459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81696-4763-B5E7-C390-F72F2EBD1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B47237-8A2C-258A-38FA-E69B746F5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980" y="194187"/>
            <a:ext cx="7462039" cy="646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1946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652B9-65F8-4658-7482-1ED99FB97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FBBBF5-108D-F2E8-3A7A-1042D5F22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052" y="326922"/>
            <a:ext cx="8101896" cy="620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93778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01A320-5B01-F94D-44F9-3767727C7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602" y="385337"/>
            <a:ext cx="4810796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60297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983D0-A5BB-C2BA-3CEF-598DA69A0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657456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0D44D-31B0-D90A-EE17-BF879CF8A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A89458-32D2-365A-C9A8-78ADB668692A}"/>
              </a:ext>
            </a:extLst>
          </p:cNvPr>
          <p:cNvSpPr txBox="1"/>
          <p:nvPr/>
        </p:nvSpPr>
        <p:spPr>
          <a:xfrm>
            <a:off x="4183617" y="530941"/>
            <a:ext cx="3824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why do we use public for constructor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0368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</TotalTime>
  <Words>25</Words>
  <Application>Microsoft Office PowerPoint</Application>
  <PresentationFormat>Widescreen</PresentationFormat>
  <Paragraphs>18</Paragraphs>
  <Slides>91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skbanavalikar2105@gmail.com</dc:creator>
  <cp:lastModifiedBy>skbanavalikar2105@gmail.com</cp:lastModifiedBy>
  <cp:revision>41</cp:revision>
  <dcterms:created xsi:type="dcterms:W3CDTF">2025-01-05T06:49:44Z</dcterms:created>
  <dcterms:modified xsi:type="dcterms:W3CDTF">2025-01-31T07:46:04Z</dcterms:modified>
</cp:coreProperties>
</file>