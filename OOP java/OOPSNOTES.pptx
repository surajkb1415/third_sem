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83" r:id="rId4"/>
    <p:sldId id="284" r:id="rId5"/>
    <p:sldId id="285" r:id="rId6"/>
    <p:sldId id="281" r:id="rId7"/>
    <p:sldId id="267" r:id="rId8"/>
    <p:sldId id="268" r:id="rId9"/>
    <p:sldId id="261" r:id="rId10"/>
    <p:sldId id="260" r:id="rId11"/>
    <p:sldId id="257" r:id="rId12"/>
    <p:sldId id="258" r:id="rId13"/>
    <p:sldId id="259" r:id="rId14"/>
    <p:sldId id="262" r:id="rId15"/>
    <p:sldId id="263" r:id="rId16"/>
    <p:sldId id="264" r:id="rId17"/>
    <p:sldId id="265" r:id="rId18"/>
    <p:sldId id="269" r:id="rId19"/>
    <p:sldId id="266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569C-693E-0AF1-7168-97D4E77D4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4F3CC-8462-E2FC-21E3-8042E03BF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BDB67-DBB1-AD61-8575-EC8DD2E0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8937-FF6B-4373-83D4-4BCEAD0A0CBA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0D7EA-B843-3690-7290-CC59327DE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92918-9241-2FAD-E4EE-7A7980AA3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3A32-E9AE-4C39-B3A3-4494EEE4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26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9CD2-909A-AE6A-F8DE-35668E0C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5C7E9-9801-FFF9-B54A-0F31FE657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6EE75-4DC7-9F2F-28CA-788E38254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8937-FF6B-4373-83D4-4BCEAD0A0CBA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12671-3E15-8247-1349-C3733ADB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77676-8F3E-BF62-F12B-BC7F5F2C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3A32-E9AE-4C39-B3A3-4494EEE4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89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8CADE-8AD5-1B39-3680-D50EC3EF9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00D54-48F4-6CBF-8E2D-BC1D6C79B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1CD88-74D3-B401-0D13-9353FF37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8937-FF6B-4373-83D4-4BCEAD0A0CBA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184A7-09A6-5140-AA6D-7C669A36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A3936-2219-BF22-D9D6-10BCC5D7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3A32-E9AE-4C39-B3A3-4494EEE4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60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3F93-638D-C624-93B2-F4F380D1B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72BF1-868C-764A-CCF4-5D621FD45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EBC44-0898-504B-F677-FC294EB0C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A860C-21AD-242E-963E-F59728C6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8937-FF6B-4373-83D4-4BCEAD0A0CBA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B2456-B23B-B4DE-6181-6C5638D8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A469D-ABC7-2AED-31D6-DE4397A7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3A32-E9AE-4C39-B3A3-4494EEE4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4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85480-7D44-660C-CB64-FC2C3E970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9746B-4588-D0A0-597F-8F37BF004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1EE57-DCCE-472B-8FC0-993B1A521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9432ED-F30C-DD9D-113B-30B6B348B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47816-29F0-535C-9148-01F500096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60FD52-6D05-3852-F7DA-2126C589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8937-FF6B-4373-83D4-4BCEAD0A0CBA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2169D5-4D36-75FA-DE9E-9A7B4628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6B444-2294-2F03-D67D-F3851255C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3A32-E9AE-4C39-B3A3-4494EEE4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48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31DF-7ED3-2692-196F-ACF61A055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B5C48-F5D1-AB37-AE6B-686541A4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8937-FF6B-4373-83D4-4BCEAD0A0CBA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63BF8-810D-5B19-C9C7-6929D274D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4C9C4-277E-93EA-93BD-3E9F12EF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3A32-E9AE-4C39-B3A3-4494EEE4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63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A0507E-5E53-CED6-F801-8E4FDBA7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8937-FF6B-4373-83D4-4BCEAD0A0CBA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CCB09C-07C7-BB73-EC20-3F6DDB2D0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B22FF-2FB0-18B8-23DC-740F7309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3A32-E9AE-4C39-B3A3-4494EEE4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53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98930-A53D-AEFB-B8B0-9548C827A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0E6F5-D561-AE05-0F34-9CA36CA1C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1C629-8048-25BA-8714-460BC398C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6CD51-0754-08CA-02FE-6E43E890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8937-FF6B-4373-83D4-4BCEAD0A0CBA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90C19-4683-8E59-0AF2-182D103A5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64ACC-3E49-5E90-E119-6BBDBAD6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3A32-E9AE-4C39-B3A3-4494EEE4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92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8B59D-1CD6-67F8-0C4F-CC9D36E4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AE6C07-55C0-B654-4AFE-D34DD5595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BF3A7-F8C3-44CD-1531-528EA7D9C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6E589-2663-628D-983D-6076EAB1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8937-FF6B-4373-83D4-4BCEAD0A0CBA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201ED-4CE9-5E51-30F8-56948235D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7041A-F0D5-9EE7-CC0C-88E37CEB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3A32-E9AE-4C39-B3A3-4494EEE4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846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F373C-859F-2C66-2E76-1B597FBC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25354-73F0-326E-90A4-12057D507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89F10-EAF3-4E8B-0D22-11F198A6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8937-FF6B-4373-83D4-4BCEAD0A0CBA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3B7EA-9E2F-4DBD-44F8-4817F2F4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9CF8C-07EE-086B-8F45-0934EACB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3A32-E9AE-4C39-B3A3-4494EEE4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429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BFD592-642C-568A-1E8B-6950CD0F8F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BF0A2-DDC8-0E97-A019-98762FF31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40F50-C244-8408-5EC9-D9C0BFB80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8937-FF6B-4373-83D4-4BCEAD0A0CBA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4B29B-0398-257F-485D-C032EB68D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A024A-B858-BA85-963E-9FC9AEB6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3A32-E9AE-4C39-B3A3-4494EEE4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9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A17121-A01F-DCE8-4980-3C64A022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67A55-D3DC-83DA-0307-043D46739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1ACD-99F5-1807-391F-4EAC3006D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08937-FF6B-4373-83D4-4BCEAD0A0CBA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7686C-B4DD-91F2-25CE-FF7035593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33D96-878D-5F1C-EF19-1F454EAF3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03A32-E9AE-4C39-B3A3-4494EEE4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62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87FE9-6A1C-C061-CFF1-DFA3E80BF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4" y="132890"/>
            <a:ext cx="11936491" cy="65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405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F64B13-DBA1-4902-F65C-25C1707D2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384"/>
            <a:ext cx="12192000" cy="467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78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4EC97F-21C9-3C8C-0FC1-81C3191FE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1242707"/>
            <a:ext cx="11202963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10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C1912B-C2AD-CF62-EC76-5C35EA00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34" y="804496"/>
            <a:ext cx="11336332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28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C59FFD-72B1-1AAD-7C5E-783A4ECAB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442" y="604443"/>
            <a:ext cx="7097115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40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528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7D812D-0B1C-8076-D1FC-7F7096946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78" y="218627"/>
            <a:ext cx="8373644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74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938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84BEF-F684-D876-8529-E732A711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FBA751-FC5D-32A2-7A8E-6A5FA5D37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623" y="1027884"/>
            <a:ext cx="5922377" cy="40160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8C6F53-8B9C-DF22-FDDD-FE69A153A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2324"/>
            <a:ext cx="5915251" cy="512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42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E641D-584E-5A82-FCB4-255058BA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400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50E2A-9254-88DD-9A9B-CAB4F3FC7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1B1EC8-D532-A4EC-3D14-FF4E2737A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70" y="747338"/>
            <a:ext cx="5611008" cy="5363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BC6C79-137E-593C-782E-FC346A200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163" y="881097"/>
            <a:ext cx="6392167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92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53DC4-88C3-24B8-48DE-0A828056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820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2B630-9FBD-8520-5EC5-0BA8851A7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8E6D8-5372-E556-A0FB-C49B0291E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832"/>
            <a:ext cx="6117116" cy="6076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16DDBE-0706-5604-7F2C-03F25CF70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43" y="750704"/>
            <a:ext cx="5891857" cy="452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48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5672C-F73E-63D0-D910-C896C500F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405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36406-AE68-13C9-9499-ABF62053A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796547-E033-6487-001E-3501A185E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31" y="0"/>
            <a:ext cx="4820840" cy="31572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5B4264-CE66-2C95-2488-7F52CB7B0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1" y="3257558"/>
            <a:ext cx="5664982" cy="36004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5EE02-51DE-91F7-7590-371EB8D05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601" y="641762"/>
            <a:ext cx="5854399" cy="523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849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C6707-AF05-AC0F-D2BF-DA9D1FE1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324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07FC4-3CED-B112-1DF1-F55BFABE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DCB696-51BF-C92D-4FA0-C19C22E09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245" y="0"/>
            <a:ext cx="8727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32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C1156-61D6-8A5D-F2EA-8707C1F76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748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D7A35-ADE1-1908-69FF-D32AC3AB7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79818C-9234-A35F-6FBD-0B39965DA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152" y="299601"/>
            <a:ext cx="7849695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12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F665D-4DE4-46F4-9E60-57884AC3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6368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D29D7-05C5-F66A-2ABD-02E876409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6E117C-6783-F08B-3A17-56FD41B0D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1004549"/>
            <a:ext cx="8716591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92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7CC23-EC58-025F-4F99-FA5447F2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585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FA9B6-AE48-8740-7AFC-8F97ED5D4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9C9D8A-FCE6-A920-1BD2-C3E0094E5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41" y="280548"/>
            <a:ext cx="4706007" cy="6296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260D21-729E-173F-97F1-4E961E18B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729" y="2176270"/>
            <a:ext cx="2136438" cy="250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39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449F7-CC87-FD1E-6C9D-CE2AB1EAB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562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513CF-936F-A8B4-87E4-9FC2BD21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043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C3A0D-91C1-FD08-E74A-889D1253F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966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6B6F2-1565-C26B-969E-0ED372F3F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797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E98C0-0A58-72D6-BB4A-ED183086C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861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9A57E-C6D0-3BB1-4D0C-0C3E0D12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037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6D82F-916C-C85A-C85C-28C6152EA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34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0</Words>
  <Application>Microsoft Office PowerPoint</Application>
  <PresentationFormat>Widescreen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skbanavalikar2105@gmail.com</dc:creator>
  <cp:lastModifiedBy>skbanavalikar2105@gmail.com</cp:lastModifiedBy>
  <cp:revision>14</cp:revision>
  <dcterms:created xsi:type="dcterms:W3CDTF">2025-01-20T18:21:54Z</dcterms:created>
  <dcterms:modified xsi:type="dcterms:W3CDTF">2025-02-20T16:15:23Z</dcterms:modified>
</cp:coreProperties>
</file>